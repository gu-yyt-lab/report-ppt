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9.svg" ContentType="image/svg+xml"/>
  <Override PartName="/ppt/media/image25.svg" ContentType="image/svg+xml"/>
  <Override PartName="/ppt/media/image27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75" r:id="rId3"/>
  </p:sldMasterIdLst>
  <p:notesMasterIdLst>
    <p:notesMasterId r:id="rId21"/>
  </p:notesMasterIdLst>
  <p:handoutMasterIdLst>
    <p:handoutMasterId r:id="rId22"/>
  </p:handoutMasterIdLst>
  <p:sldIdLst>
    <p:sldId id="503" r:id="rId4"/>
    <p:sldId id="346" r:id="rId5"/>
    <p:sldId id="335" r:id="rId6"/>
    <p:sldId id="1732" r:id="rId7"/>
    <p:sldId id="1735" r:id="rId8"/>
    <p:sldId id="1729" r:id="rId9"/>
    <p:sldId id="1750" r:id="rId10"/>
    <p:sldId id="1743" r:id="rId11"/>
    <p:sldId id="1737" r:id="rId12"/>
    <p:sldId id="1753" r:id="rId13"/>
    <p:sldId id="1740" r:id="rId14"/>
    <p:sldId id="1739" r:id="rId15"/>
    <p:sldId id="1730" r:id="rId16"/>
    <p:sldId id="1747" r:id="rId17"/>
    <p:sldId id="1731" r:id="rId18"/>
    <p:sldId id="1748" r:id="rId19"/>
    <p:sldId id="1746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82BD0CDB-69EB-4E30-9FA5-4B67E492ABF9}">
          <p14:sldIdLst>
            <p14:sldId id="503"/>
          </p14:sldIdLst>
        </p14:section>
        <p14:section name="目录" id="{87E7CBA2-908E-4264-9356-0E5247310930}">
          <p14:sldIdLst>
            <p14:sldId id="346"/>
          </p14:sldIdLst>
        </p14:section>
        <p14:section name="过渡页" id="{D5F14480-4E18-42ED-BB0C-5FF49F70F0A8}">
          <p14:sldIdLst>
            <p14:sldId id="335"/>
            <p14:sldId id="1732"/>
            <p14:sldId id="1735"/>
            <p14:sldId id="1729"/>
            <p14:sldId id="1750"/>
            <p14:sldId id="1743"/>
            <p14:sldId id="1737"/>
            <p14:sldId id="1753"/>
            <p14:sldId id="1740"/>
            <p14:sldId id="1739"/>
            <p14:sldId id="1730"/>
            <p14:sldId id="1747"/>
            <p14:sldId id="1731"/>
            <p14:sldId id="1748"/>
            <p14:sldId id="1746"/>
          </p14:sldIdLst>
        </p14:section>
        <p14:section name="文本页" id="{169ABB7F-D1BE-4F36-9528-2ACD5CBFE9B8}">
          <p14:sldIdLst/>
        </p14:section>
        <p14:section name="时间轴" id="{2FD0EAD5-1BF4-4590-A7D9-9BB9F2F9471B}">
          <p14:sldIdLst/>
        </p14:section>
        <p14:section name="图文页" id="{15E6AD1C-E179-4C0A-9224-0D4C63549614}">
          <p14:sldIdLst/>
        </p14:section>
        <p14:section name="图表页" id="{BFD531BA-7829-4F52-8AAA-EC3F2BBB35CC}">
          <p14:sldIdLst/>
        </p14:section>
        <p14:section name="附页" id="{DE165AD5-C812-46E3-A519-4044B4398155}">
          <p14:sldIdLst/>
        </p14:section>
        <p14:section name="结束页" id="{1D951E5D-9087-411C-8DFD-2BAF25E6E034}">
          <p14:sldIdLst/>
        </p14:section>
        <p14:section name="附录" id="{DE12696B-C0D3-4307-8A27-569A424EB834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clrMru>
    <a:srgbClr val="9E4E0E"/>
    <a:srgbClr val="7A41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55" autoAdjust="0"/>
    <p:restoredTop sz="94660"/>
  </p:normalViewPr>
  <p:slideViewPr>
    <p:cSldViewPr snapToGrid="0">
      <p:cViewPr>
        <p:scale>
          <a:sx n="75" d="100"/>
          <a:sy n="75" d="100"/>
        </p:scale>
        <p:origin x="1404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1564"/>
    </p:cViewPr>
  </p:sorterViewPr>
  <p:notesViewPr>
    <p:cSldViewPr snapToGrid="0">
      <p:cViewPr varScale="1">
        <p:scale>
          <a:sx n="51" d="100"/>
          <a:sy n="51" d="100"/>
        </p:scale>
        <p:origin x="21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49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2387A-F5F5-4DB0-B31D-0981B38FDB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AD892-D9EC-4910-B59D-0EE583C155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8299A-0BB0-44FF-BF81-4FC2B688BB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12E6B-C824-4707-8B29-DAB65AB2C2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5386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5924550" y="2"/>
            <a:ext cx="6267450" cy="6857999"/>
          </a:xfrm>
          <a:custGeom>
            <a:avLst/>
            <a:gdLst>
              <a:gd name="connsiteX0" fmla="*/ 1766844 w 6267450"/>
              <a:gd name="connsiteY0" fmla="*/ 0 h 6857999"/>
              <a:gd name="connsiteX1" fmla="*/ 6267450 w 6267450"/>
              <a:gd name="connsiteY1" fmla="*/ 0 h 6857999"/>
              <a:gd name="connsiteX2" fmla="*/ 6267450 w 6267450"/>
              <a:gd name="connsiteY2" fmla="*/ 6857999 h 6857999"/>
              <a:gd name="connsiteX3" fmla="*/ 1762020 w 6267450"/>
              <a:gd name="connsiteY3" fmla="*/ 6857999 h 6857999"/>
              <a:gd name="connsiteX4" fmla="*/ 1694936 w 6267450"/>
              <a:gd name="connsiteY4" fmla="*/ 6810295 h 6857999"/>
              <a:gd name="connsiteX5" fmla="*/ 0 w 6267450"/>
              <a:gd name="connsiteY5" fmla="*/ 3429000 h 6857999"/>
              <a:gd name="connsiteX6" fmla="*/ 1535534 w 6267450"/>
              <a:gd name="connsiteY6" fmla="*/ 17297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67450" h="6857999">
                <a:moveTo>
                  <a:pt x="1766844" y="0"/>
                </a:moveTo>
                <a:lnTo>
                  <a:pt x="6267450" y="0"/>
                </a:lnTo>
                <a:lnTo>
                  <a:pt x="6267450" y="6857999"/>
                </a:lnTo>
                <a:lnTo>
                  <a:pt x="1762020" y="6857999"/>
                </a:lnTo>
                <a:lnTo>
                  <a:pt x="1694936" y="6810295"/>
                </a:lnTo>
                <a:cubicBezTo>
                  <a:pt x="666006" y="6040805"/>
                  <a:pt x="0" y="4812679"/>
                  <a:pt x="0" y="3429000"/>
                </a:cubicBezTo>
                <a:cubicBezTo>
                  <a:pt x="0" y="2118146"/>
                  <a:pt x="597745" y="946903"/>
                  <a:pt x="1535534" y="172971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 hasCustomPrompt="1"/>
          </p:nvPr>
        </p:nvSpPr>
        <p:spPr>
          <a:xfrm>
            <a:off x="742949" y="1741488"/>
            <a:ext cx="2451100" cy="2450685"/>
          </a:xfrm>
          <a:custGeom>
            <a:avLst/>
            <a:gdLst>
              <a:gd name="connsiteX0" fmla="*/ 1213548 w 2451100"/>
              <a:gd name="connsiteY0" fmla="*/ 0 h 2450685"/>
              <a:gd name="connsiteX1" fmla="*/ 1237748 w 2451100"/>
              <a:gd name="connsiteY1" fmla="*/ 0 h 2450685"/>
              <a:gd name="connsiteX2" fmla="*/ 1350963 w 2451100"/>
              <a:gd name="connsiteY2" fmla="*/ 5717 h 2450685"/>
              <a:gd name="connsiteX3" fmla="*/ 2444968 w 2451100"/>
              <a:gd name="connsiteY3" fmla="*/ 1099722 h 2450685"/>
              <a:gd name="connsiteX4" fmla="*/ 2451100 w 2451100"/>
              <a:gd name="connsiteY4" fmla="*/ 1221156 h 2450685"/>
              <a:gd name="connsiteX5" fmla="*/ 2451100 w 2451100"/>
              <a:gd name="connsiteY5" fmla="*/ 1228919 h 2450685"/>
              <a:gd name="connsiteX6" fmla="*/ 2444968 w 2451100"/>
              <a:gd name="connsiteY6" fmla="*/ 1350353 h 2450685"/>
              <a:gd name="connsiteX7" fmla="*/ 1225648 w 2451100"/>
              <a:gd name="connsiteY7" fmla="*/ 2450685 h 2450685"/>
              <a:gd name="connsiteX8" fmla="*/ 0 w 2451100"/>
              <a:gd name="connsiteY8" fmla="*/ 1225037 h 2450685"/>
              <a:gd name="connsiteX9" fmla="*/ 1100333 w 2451100"/>
              <a:gd name="connsiteY9" fmla="*/ 5717 h 245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1100" h="2450685">
                <a:moveTo>
                  <a:pt x="1213548" y="0"/>
                </a:moveTo>
                <a:lnTo>
                  <a:pt x="1237748" y="0"/>
                </a:lnTo>
                <a:lnTo>
                  <a:pt x="1350963" y="5717"/>
                </a:lnTo>
                <a:cubicBezTo>
                  <a:pt x="1927802" y="64298"/>
                  <a:pt x="2386387" y="522884"/>
                  <a:pt x="2444968" y="1099722"/>
                </a:cubicBezTo>
                <a:lnTo>
                  <a:pt x="2451100" y="1221156"/>
                </a:lnTo>
                <a:lnTo>
                  <a:pt x="2451100" y="1228919"/>
                </a:lnTo>
                <a:lnTo>
                  <a:pt x="2444968" y="1350353"/>
                </a:lnTo>
                <a:cubicBezTo>
                  <a:pt x="2382203" y="1968393"/>
                  <a:pt x="1860248" y="2450685"/>
                  <a:pt x="1225648" y="2450685"/>
                </a:cubicBezTo>
                <a:cubicBezTo>
                  <a:pt x="548741" y="2450685"/>
                  <a:pt x="0" y="1901944"/>
                  <a:pt x="0" y="1225037"/>
                </a:cubicBezTo>
                <a:cubicBezTo>
                  <a:pt x="0" y="590437"/>
                  <a:pt x="482292" y="68482"/>
                  <a:pt x="1100333" y="5717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lnSpc>
                <a:spcPct val="120000"/>
              </a:lnSpc>
              <a:buFontTx/>
              <a:buNone/>
              <a:defRPr sz="2000"/>
            </a:lvl1pPr>
          </a:lstStyle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单击即可添加图片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73100" y="1154666"/>
            <a:ext cx="4608513" cy="489338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668020" y="1640114"/>
            <a:ext cx="3548063" cy="3530375"/>
          </a:xfrm>
          <a:custGeom>
            <a:avLst/>
            <a:gdLst>
              <a:gd name="connsiteX0" fmla="*/ 2409374 w 3548063"/>
              <a:gd name="connsiteY0" fmla="*/ 424543 h 3530375"/>
              <a:gd name="connsiteX1" fmla="*/ 3548063 w 3548063"/>
              <a:gd name="connsiteY1" fmla="*/ 424543 h 3530375"/>
              <a:gd name="connsiteX2" fmla="*/ 3548063 w 3548063"/>
              <a:gd name="connsiteY2" fmla="*/ 3530375 h 3530375"/>
              <a:gd name="connsiteX3" fmla="*/ 2409374 w 3548063"/>
              <a:gd name="connsiteY3" fmla="*/ 3530375 h 3530375"/>
              <a:gd name="connsiteX4" fmla="*/ 1204687 w 3548063"/>
              <a:gd name="connsiteY4" fmla="*/ 212271 h 3530375"/>
              <a:gd name="connsiteX5" fmla="*/ 2344058 w 3548063"/>
              <a:gd name="connsiteY5" fmla="*/ 212271 h 3530375"/>
              <a:gd name="connsiteX6" fmla="*/ 2344058 w 3548063"/>
              <a:gd name="connsiteY6" fmla="*/ 3318328 h 3530375"/>
              <a:gd name="connsiteX7" fmla="*/ 1204687 w 3548063"/>
              <a:gd name="connsiteY7" fmla="*/ 3318328 h 3530375"/>
              <a:gd name="connsiteX8" fmla="*/ 0 w 3548063"/>
              <a:gd name="connsiteY8" fmla="*/ 0 h 3530375"/>
              <a:gd name="connsiteX9" fmla="*/ 1139371 w 3548063"/>
              <a:gd name="connsiteY9" fmla="*/ 0 h 3530375"/>
              <a:gd name="connsiteX10" fmla="*/ 1139371 w 3548063"/>
              <a:gd name="connsiteY10" fmla="*/ 3106057 h 3530375"/>
              <a:gd name="connsiteX11" fmla="*/ 0 w 3548063"/>
              <a:gd name="connsiteY11" fmla="*/ 3106057 h 353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48063" h="3530375">
                <a:moveTo>
                  <a:pt x="2409374" y="424543"/>
                </a:moveTo>
                <a:lnTo>
                  <a:pt x="3548063" y="424543"/>
                </a:lnTo>
                <a:lnTo>
                  <a:pt x="3548063" y="3530375"/>
                </a:lnTo>
                <a:lnTo>
                  <a:pt x="2409374" y="3530375"/>
                </a:lnTo>
                <a:close/>
                <a:moveTo>
                  <a:pt x="1204687" y="212271"/>
                </a:moveTo>
                <a:lnTo>
                  <a:pt x="2344058" y="212271"/>
                </a:lnTo>
                <a:lnTo>
                  <a:pt x="2344058" y="3318328"/>
                </a:lnTo>
                <a:lnTo>
                  <a:pt x="1204687" y="3318328"/>
                </a:lnTo>
                <a:close/>
                <a:moveTo>
                  <a:pt x="0" y="0"/>
                </a:moveTo>
                <a:lnTo>
                  <a:pt x="1139371" y="0"/>
                </a:lnTo>
                <a:lnTo>
                  <a:pt x="1139371" y="3106057"/>
                </a:lnTo>
                <a:lnTo>
                  <a:pt x="0" y="310605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56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258354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58483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096000" y="954882"/>
            <a:ext cx="6096000" cy="494823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8287657" y="0"/>
            <a:ext cx="3903663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4384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438900" y="0"/>
            <a:ext cx="57531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6438900" y="3429000"/>
            <a:ext cx="5753100" cy="3429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图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3498721" y="956132"/>
            <a:ext cx="2444880" cy="500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6235700" y="956132"/>
            <a:ext cx="2444880" cy="5003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4705251" y="0"/>
            <a:ext cx="2933898" cy="6858000"/>
          </a:xfrm>
          <a:custGeom>
            <a:avLst/>
            <a:gdLst>
              <a:gd name="connsiteX0" fmla="*/ 707862 w 2933898"/>
              <a:gd name="connsiteY0" fmla="*/ 0 h 6858000"/>
              <a:gd name="connsiteX1" fmla="*/ 2933898 w 2933898"/>
              <a:gd name="connsiteY1" fmla="*/ 0 h 6858000"/>
              <a:gd name="connsiteX2" fmla="*/ 2226036 w 2933898"/>
              <a:gd name="connsiteY2" fmla="*/ 6858000 h 6858000"/>
              <a:gd name="connsiteX3" fmla="*/ 0 w 293389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3898" h="6858000">
                <a:moveTo>
                  <a:pt x="707862" y="0"/>
                </a:moveTo>
                <a:lnTo>
                  <a:pt x="2933898" y="0"/>
                </a:lnTo>
                <a:lnTo>
                  <a:pt x="222603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latin typeface="+mj-ea"/>
                <a:ea typeface="+mj-ea"/>
              </a:defRPr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 hasCustomPrompt="1"/>
          </p:nvPr>
        </p:nvSpPr>
        <p:spPr>
          <a:xfrm>
            <a:off x="6972201" y="0"/>
            <a:ext cx="2933898" cy="6858000"/>
          </a:xfrm>
          <a:custGeom>
            <a:avLst/>
            <a:gdLst>
              <a:gd name="connsiteX0" fmla="*/ 707862 w 2933898"/>
              <a:gd name="connsiteY0" fmla="*/ 0 h 6858000"/>
              <a:gd name="connsiteX1" fmla="*/ 2933898 w 2933898"/>
              <a:gd name="connsiteY1" fmla="*/ 0 h 6858000"/>
              <a:gd name="connsiteX2" fmla="*/ 2226036 w 2933898"/>
              <a:gd name="connsiteY2" fmla="*/ 6858000 h 6858000"/>
              <a:gd name="connsiteX3" fmla="*/ 0 w 293389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3898" h="6858000">
                <a:moveTo>
                  <a:pt x="707862" y="0"/>
                </a:moveTo>
                <a:lnTo>
                  <a:pt x="2933898" y="0"/>
                </a:lnTo>
                <a:lnTo>
                  <a:pt x="222603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latin typeface="+mj-ea"/>
                <a:ea typeface="+mj-ea"/>
              </a:defRPr>
            </a:lvl1pPr>
          </a:lstStyle>
          <a:p>
            <a:endParaRPr lang="en-US" altLang="zh-CN"/>
          </a:p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 hasCustomPrompt="1"/>
          </p:nvPr>
        </p:nvSpPr>
        <p:spPr>
          <a:xfrm>
            <a:off x="9239151" y="0"/>
            <a:ext cx="2933898" cy="6858000"/>
          </a:xfrm>
          <a:custGeom>
            <a:avLst/>
            <a:gdLst>
              <a:gd name="connsiteX0" fmla="*/ 707862 w 2933898"/>
              <a:gd name="connsiteY0" fmla="*/ 0 h 6858000"/>
              <a:gd name="connsiteX1" fmla="*/ 2933898 w 2933898"/>
              <a:gd name="connsiteY1" fmla="*/ 0 h 6858000"/>
              <a:gd name="connsiteX2" fmla="*/ 2226036 w 2933898"/>
              <a:gd name="connsiteY2" fmla="*/ 6858000 h 6858000"/>
              <a:gd name="connsiteX3" fmla="*/ 0 w 293389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3898" h="6858000">
                <a:moveTo>
                  <a:pt x="707862" y="0"/>
                </a:moveTo>
                <a:lnTo>
                  <a:pt x="2933898" y="0"/>
                </a:lnTo>
                <a:lnTo>
                  <a:pt x="222603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000">
                <a:latin typeface="+mj-ea"/>
                <a:ea typeface="+mj-ea"/>
              </a:defRPr>
            </a:lvl1pPr>
          </a:lstStyle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0" y="2641600"/>
            <a:ext cx="4064000" cy="4216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4064000" y="2641600"/>
            <a:ext cx="4064000" cy="4216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8128000" y="2641600"/>
            <a:ext cx="4064000" cy="42164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图片占位符 21"/>
          <p:cNvSpPr>
            <a:spLocks noGrp="1"/>
          </p:cNvSpPr>
          <p:nvPr userDrawn="1">
            <p:ph type="pic" sz="quarter" idx="10"/>
          </p:nvPr>
        </p:nvSpPr>
        <p:spPr>
          <a:xfrm>
            <a:off x="1994580" y="1609271"/>
            <a:ext cx="2038350" cy="2038350"/>
          </a:xfrm>
          <a:custGeom>
            <a:avLst/>
            <a:gdLst>
              <a:gd name="connsiteX0" fmla="*/ 1019175 w 2038350"/>
              <a:gd name="connsiteY0" fmla="*/ 0 h 2038350"/>
              <a:gd name="connsiteX1" fmla="*/ 2038350 w 2038350"/>
              <a:gd name="connsiteY1" fmla="*/ 1019175 h 2038350"/>
              <a:gd name="connsiteX2" fmla="*/ 1019175 w 2038350"/>
              <a:gd name="connsiteY2" fmla="*/ 2038350 h 2038350"/>
              <a:gd name="connsiteX3" fmla="*/ 0 w 2038350"/>
              <a:gd name="connsiteY3" fmla="*/ 1019175 h 2038350"/>
              <a:gd name="connsiteX4" fmla="*/ 1019175 w 2038350"/>
              <a:gd name="connsiteY4" fmla="*/ 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8350" h="2038350">
                <a:moveTo>
                  <a:pt x="1019175" y="0"/>
                </a:moveTo>
                <a:cubicBezTo>
                  <a:pt x="1582050" y="0"/>
                  <a:pt x="2038350" y="456300"/>
                  <a:pt x="2038350" y="1019175"/>
                </a:cubicBezTo>
                <a:cubicBezTo>
                  <a:pt x="2038350" y="1582050"/>
                  <a:pt x="1582050" y="2038350"/>
                  <a:pt x="1019175" y="2038350"/>
                </a:cubicBezTo>
                <a:cubicBezTo>
                  <a:pt x="456300" y="2038350"/>
                  <a:pt x="0" y="1582050"/>
                  <a:pt x="0" y="1019175"/>
                </a:cubicBezTo>
                <a:cubicBezTo>
                  <a:pt x="0" y="456300"/>
                  <a:pt x="456300" y="0"/>
                  <a:pt x="10191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 userDrawn="1">
            <p:ph type="pic" sz="quarter" idx="11"/>
          </p:nvPr>
        </p:nvSpPr>
        <p:spPr>
          <a:xfrm>
            <a:off x="5076825" y="1609271"/>
            <a:ext cx="2038350" cy="2038350"/>
          </a:xfrm>
          <a:custGeom>
            <a:avLst/>
            <a:gdLst>
              <a:gd name="connsiteX0" fmla="*/ 1019175 w 2038350"/>
              <a:gd name="connsiteY0" fmla="*/ 0 h 2038350"/>
              <a:gd name="connsiteX1" fmla="*/ 2038350 w 2038350"/>
              <a:gd name="connsiteY1" fmla="*/ 1019175 h 2038350"/>
              <a:gd name="connsiteX2" fmla="*/ 1019175 w 2038350"/>
              <a:gd name="connsiteY2" fmla="*/ 2038350 h 2038350"/>
              <a:gd name="connsiteX3" fmla="*/ 0 w 2038350"/>
              <a:gd name="connsiteY3" fmla="*/ 1019175 h 2038350"/>
              <a:gd name="connsiteX4" fmla="*/ 1019175 w 2038350"/>
              <a:gd name="connsiteY4" fmla="*/ 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8350" h="2038350">
                <a:moveTo>
                  <a:pt x="1019175" y="0"/>
                </a:moveTo>
                <a:cubicBezTo>
                  <a:pt x="1582050" y="0"/>
                  <a:pt x="2038350" y="456300"/>
                  <a:pt x="2038350" y="1019175"/>
                </a:cubicBezTo>
                <a:cubicBezTo>
                  <a:pt x="2038350" y="1582050"/>
                  <a:pt x="1582050" y="2038350"/>
                  <a:pt x="1019175" y="2038350"/>
                </a:cubicBezTo>
                <a:cubicBezTo>
                  <a:pt x="456300" y="2038350"/>
                  <a:pt x="0" y="1582050"/>
                  <a:pt x="0" y="1019175"/>
                </a:cubicBezTo>
                <a:cubicBezTo>
                  <a:pt x="0" y="456300"/>
                  <a:pt x="456300" y="0"/>
                  <a:pt x="10191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 userDrawn="1">
            <p:ph type="pic" sz="quarter" idx="12"/>
          </p:nvPr>
        </p:nvSpPr>
        <p:spPr>
          <a:xfrm>
            <a:off x="8159070" y="1609271"/>
            <a:ext cx="2038350" cy="2038350"/>
          </a:xfrm>
          <a:custGeom>
            <a:avLst/>
            <a:gdLst>
              <a:gd name="connsiteX0" fmla="*/ 1019175 w 2038350"/>
              <a:gd name="connsiteY0" fmla="*/ 0 h 2038350"/>
              <a:gd name="connsiteX1" fmla="*/ 2038350 w 2038350"/>
              <a:gd name="connsiteY1" fmla="*/ 1019175 h 2038350"/>
              <a:gd name="connsiteX2" fmla="*/ 1019175 w 2038350"/>
              <a:gd name="connsiteY2" fmla="*/ 2038350 h 2038350"/>
              <a:gd name="connsiteX3" fmla="*/ 0 w 2038350"/>
              <a:gd name="connsiteY3" fmla="*/ 1019175 h 2038350"/>
              <a:gd name="connsiteX4" fmla="*/ 1019175 w 2038350"/>
              <a:gd name="connsiteY4" fmla="*/ 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8350" h="2038350">
                <a:moveTo>
                  <a:pt x="1019175" y="0"/>
                </a:moveTo>
                <a:cubicBezTo>
                  <a:pt x="1582050" y="0"/>
                  <a:pt x="2038350" y="456300"/>
                  <a:pt x="2038350" y="1019175"/>
                </a:cubicBezTo>
                <a:cubicBezTo>
                  <a:pt x="2038350" y="1582050"/>
                  <a:pt x="1582050" y="2038350"/>
                  <a:pt x="1019175" y="2038350"/>
                </a:cubicBezTo>
                <a:cubicBezTo>
                  <a:pt x="456300" y="2038350"/>
                  <a:pt x="0" y="1582050"/>
                  <a:pt x="0" y="1019175"/>
                </a:cubicBezTo>
                <a:cubicBezTo>
                  <a:pt x="0" y="456300"/>
                  <a:pt x="456300" y="0"/>
                  <a:pt x="10191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3406774" y="1"/>
            <a:ext cx="4391025" cy="2278380"/>
          </a:xfr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4"/>
          </p:nvPr>
        </p:nvSpPr>
        <p:spPr>
          <a:xfrm>
            <a:off x="3406774" y="4579620"/>
            <a:ext cx="4391025" cy="2278380"/>
          </a:xfr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800975" y="2278381"/>
            <a:ext cx="4391025" cy="2301239"/>
          </a:xfrm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661988" y="2109788"/>
            <a:ext cx="2716212" cy="412591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1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3373968" y="2109788"/>
            <a:ext cx="2716212" cy="412591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19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085948" y="2109788"/>
            <a:ext cx="2716212" cy="412591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20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797928" y="2109788"/>
            <a:ext cx="2716212" cy="412591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661761" y="1790700"/>
            <a:ext cx="2647496" cy="3303588"/>
          </a:xfrm>
          <a:custGeom>
            <a:avLst/>
            <a:gdLst>
              <a:gd name="connsiteX0" fmla="*/ 98246 w 2647496"/>
              <a:gd name="connsiteY0" fmla="*/ 0 h 3303588"/>
              <a:gd name="connsiteX1" fmla="*/ 2550611 w 2647496"/>
              <a:gd name="connsiteY1" fmla="*/ 0 h 3303588"/>
              <a:gd name="connsiteX2" fmla="*/ 2641137 w 2647496"/>
              <a:gd name="connsiteY2" fmla="*/ 60004 h 3303588"/>
              <a:gd name="connsiteX3" fmla="*/ 2647496 w 2647496"/>
              <a:gd name="connsiteY3" fmla="*/ 91505 h 3303588"/>
              <a:gd name="connsiteX4" fmla="*/ 2647496 w 2647496"/>
              <a:gd name="connsiteY4" fmla="*/ 3212310 h 3303588"/>
              <a:gd name="connsiteX5" fmla="*/ 2641137 w 2647496"/>
              <a:gd name="connsiteY5" fmla="*/ 3243810 h 3303588"/>
              <a:gd name="connsiteX6" fmla="*/ 2588853 w 2647496"/>
              <a:gd name="connsiteY6" fmla="*/ 3296094 h 3303588"/>
              <a:gd name="connsiteX7" fmla="*/ 2551731 w 2647496"/>
              <a:gd name="connsiteY7" fmla="*/ 3303588 h 3303588"/>
              <a:gd name="connsiteX8" fmla="*/ 97127 w 2647496"/>
              <a:gd name="connsiteY8" fmla="*/ 3303588 h 3303588"/>
              <a:gd name="connsiteX9" fmla="*/ 60004 w 2647496"/>
              <a:gd name="connsiteY9" fmla="*/ 3296094 h 3303588"/>
              <a:gd name="connsiteX10" fmla="*/ 0 w 2647496"/>
              <a:gd name="connsiteY10" fmla="*/ 3205568 h 3303588"/>
              <a:gd name="connsiteX11" fmla="*/ 0 w 2647496"/>
              <a:gd name="connsiteY11" fmla="*/ 98246 h 3303588"/>
              <a:gd name="connsiteX12" fmla="*/ 98246 w 2647496"/>
              <a:gd name="connsiteY12" fmla="*/ 0 h 33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47496" h="3303588">
                <a:moveTo>
                  <a:pt x="98246" y="0"/>
                </a:moveTo>
                <a:lnTo>
                  <a:pt x="2550611" y="0"/>
                </a:lnTo>
                <a:cubicBezTo>
                  <a:pt x="2591306" y="0"/>
                  <a:pt x="2626222" y="24742"/>
                  <a:pt x="2641137" y="60004"/>
                </a:cubicBezTo>
                <a:lnTo>
                  <a:pt x="2647496" y="91505"/>
                </a:lnTo>
                <a:lnTo>
                  <a:pt x="2647496" y="3212310"/>
                </a:lnTo>
                <a:lnTo>
                  <a:pt x="2641137" y="3243810"/>
                </a:lnTo>
                <a:cubicBezTo>
                  <a:pt x="2631193" y="3267318"/>
                  <a:pt x="2612361" y="3286151"/>
                  <a:pt x="2588853" y="3296094"/>
                </a:cubicBezTo>
                <a:lnTo>
                  <a:pt x="2551731" y="3303588"/>
                </a:lnTo>
                <a:lnTo>
                  <a:pt x="97127" y="3303588"/>
                </a:lnTo>
                <a:lnTo>
                  <a:pt x="60004" y="3296094"/>
                </a:lnTo>
                <a:cubicBezTo>
                  <a:pt x="24742" y="3281179"/>
                  <a:pt x="0" y="3246263"/>
                  <a:pt x="0" y="3205568"/>
                </a:cubicBezTo>
                <a:lnTo>
                  <a:pt x="0" y="98246"/>
                </a:lnTo>
                <a:cubicBezTo>
                  <a:pt x="0" y="43986"/>
                  <a:pt x="43986" y="0"/>
                  <a:pt x="982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图片占位符 30"/>
          <p:cNvSpPr>
            <a:spLocks noGrp="1"/>
          </p:cNvSpPr>
          <p:nvPr>
            <p:ph type="pic" sz="quarter" idx="11"/>
          </p:nvPr>
        </p:nvSpPr>
        <p:spPr>
          <a:xfrm>
            <a:off x="3399701" y="1790700"/>
            <a:ext cx="2647496" cy="3303588"/>
          </a:xfrm>
          <a:custGeom>
            <a:avLst/>
            <a:gdLst>
              <a:gd name="connsiteX0" fmla="*/ 98246 w 2647496"/>
              <a:gd name="connsiteY0" fmla="*/ 0 h 3303588"/>
              <a:gd name="connsiteX1" fmla="*/ 2550611 w 2647496"/>
              <a:gd name="connsiteY1" fmla="*/ 0 h 3303588"/>
              <a:gd name="connsiteX2" fmla="*/ 2641137 w 2647496"/>
              <a:gd name="connsiteY2" fmla="*/ 60004 h 3303588"/>
              <a:gd name="connsiteX3" fmla="*/ 2647496 w 2647496"/>
              <a:gd name="connsiteY3" fmla="*/ 91505 h 3303588"/>
              <a:gd name="connsiteX4" fmla="*/ 2647496 w 2647496"/>
              <a:gd name="connsiteY4" fmla="*/ 3212310 h 3303588"/>
              <a:gd name="connsiteX5" fmla="*/ 2641137 w 2647496"/>
              <a:gd name="connsiteY5" fmla="*/ 3243810 h 3303588"/>
              <a:gd name="connsiteX6" fmla="*/ 2588853 w 2647496"/>
              <a:gd name="connsiteY6" fmla="*/ 3296094 h 3303588"/>
              <a:gd name="connsiteX7" fmla="*/ 2551731 w 2647496"/>
              <a:gd name="connsiteY7" fmla="*/ 3303588 h 3303588"/>
              <a:gd name="connsiteX8" fmla="*/ 97127 w 2647496"/>
              <a:gd name="connsiteY8" fmla="*/ 3303588 h 3303588"/>
              <a:gd name="connsiteX9" fmla="*/ 60004 w 2647496"/>
              <a:gd name="connsiteY9" fmla="*/ 3296094 h 3303588"/>
              <a:gd name="connsiteX10" fmla="*/ 0 w 2647496"/>
              <a:gd name="connsiteY10" fmla="*/ 3205568 h 3303588"/>
              <a:gd name="connsiteX11" fmla="*/ 0 w 2647496"/>
              <a:gd name="connsiteY11" fmla="*/ 98246 h 3303588"/>
              <a:gd name="connsiteX12" fmla="*/ 98246 w 2647496"/>
              <a:gd name="connsiteY12" fmla="*/ 0 h 33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47496" h="3303588">
                <a:moveTo>
                  <a:pt x="98246" y="0"/>
                </a:moveTo>
                <a:lnTo>
                  <a:pt x="2550611" y="0"/>
                </a:lnTo>
                <a:cubicBezTo>
                  <a:pt x="2591306" y="0"/>
                  <a:pt x="2626222" y="24742"/>
                  <a:pt x="2641137" y="60004"/>
                </a:cubicBezTo>
                <a:lnTo>
                  <a:pt x="2647496" y="91505"/>
                </a:lnTo>
                <a:lnTo>
                  <a:pt x="2647496" y="3212310"/>
                </a:lnTo>
                <a:lnTo>
                  <a:pt x="2641137" y="3243810"/>
                </a:lnTo>
                <a:cubicBezTo>
                  <a:pt x="2631193" y="3267318"/>
                  <a:pt x="2612361" y="3286151"/>
                  <a:pt x="2588853" y="3296094"/>
                </a:cubicBezTo>
                <a:lnTo>
                  <a:pt x="2551731" y="3303588"/>
                </a:lnTo>
                <a:lnTo>
                  <a:pt x="97127" y="3303588"/>
                </a:lnTo>
                <a:lnTo>
                  <a:pt x="60004" y="3296094"/>
                </a:lnTo>
                <a:cubicBezTo>
                  <a:pt x="24742" y="3281179"/>
                  <a:pt x="0" y="3246263"/>
                  <a:pt x="0" y="3205568"/>
                </a:cubicBezTo>
                <a:lnTo>
                  <a:pt x="0" y="98246"/>
                </a:lnTo>
                <a:cubicBezTo>
                  <a:pt x="0" y="43986"/>
                  <a:pt x="43986" y="0"/>
                  <a:pt x="982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12"/>
          </p:nvPr>
        </p:nvSpPr>
        <p:spPr>
          <a:xfrm>
            <a:off x="6137641" y="1790700"/>
            <a:ext cx="2647496" cy="3303588"/>
          </a:xfrm>
          <a:custGeom>
            <a:avLst/>
            <a:gdLst>
              <a:gd name="connsiteX0" fmla="*/ 98246 w 2647496"/>
              <a:gd name="connsiteY0" fmla="*/ 0 h 3303588"/>
              <a:gd name="connsiteX1" fmla="*/ 2550611 w 2647496"/>
              <a:gd name="connsiteY1" fmla="*/ 0 h 3303588"/>
              <a:gd name="connsiteX2" fmla="*/ 2641137 w 2647496"/>
              <a:gd name="connsiteY2" fmla="*/ 60004 h 3303588"/>
              <a:gd name="connsiteX3" fmla="*/ 2647496 w 2647496"/>
              <a:gd name="connsiteY3" fmla="*/ 91505 h 3303588"/>
              <a:gd name="connsiteX4" fmla="*/ 2647496 w 2647496"/>
              <a:gd name="connsiteY4" fmla="*/ 3212310 h 3303588"/>
              <a:gd name="connsiteX5" fmla="*/ 2641137 w 2647496"/>
              <a:gd name="connsiteY5" fmla="*/ 3243810 h 3303588"/>
              <a:gd name="connsiteX6" fmla="*/ 2588853 w 2647496"/>
              <a:gd name="connsiteY6" fmla="*/ 3296094 h 3303588"/>
              <a:gd name="connsiteX7" fmla="*/ 2551731 w 2647496"/>
              <a:gd name="connsiteY7" fmla="*/ 3303588 h 3303588"/>
              <a:gd name="connsiteX8" fmla="*/ 97127 w 2647496"/>
              <a:gd name="connsiteY8" fmla="*/ 3303588 h 3303588"/>
              <a:gd name="connsiteX9" fmla="*/ 60004 w 2647496"/>
              <a:gd name="connsiteY9" fmla="*/ 3296094 h 3303588"/>
              <a:gd name="connsiteX10" fmla="*/ 0 w 2647496"/>
              <a:gd name="connsiteY10" fmla="*/ 3205568 h 3303588"/>
              <a:gd name="connsiteX11" fmla="*/ 0 w 2647496"/>
              <a:gd name="connsiteY11" fmla="*/ 98246 h 3303588"/>
              <a:gd name="connsiteX12" fmla="*/ 98246 w 2647496"/>
              <a:gd name="connsiteY12" fmla="*/ 0 h 33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47496" h="3303588">
                <a:moveTo>
                  <a:pt x="98246" y="0"/>
                </a:moveTo>
                <a:lnTo>
                  <a:pt x="2550611" y="0"/>
                </a:lnTo>
                <a:cubicBezTo>
                  <a:pt x="2591306" y="0"/>
                  <a:pt x="2626222" y="24742"/>
                  <a:pt x="2641137" y="60004"/>
                </a:cubicBezTo>
                <a:lnTo>
                  <a:pt x="2647496" y="91505"/>
                </a:lnTo>
                <a:lnTo>
                  <a:pt x="2647496" y="3212310"/>
                </a:lnTo>
                <a:lnTo>
                  <a:pt x="2641137" y="3243810"/>
                </a:lnTo>
                <a:cubicBezTo>
                  <a:pt x="2631193" y="3267318"/>
                  <a:pt x="2612361" y="3286151"/>
                  <a:pt x="2588853" y="3296094"/>
                </a:cubicBezTo>
                <a:lnTo>
                  <a:pt x="2551731" y="3303588"/>
                </a:lnTo>
                <a:lnTo>
                  <a:pt x="97127" y="3303588"/>
                </a:lnTo>
                <a:lnTo>
                  <a:pt x="60004" y="3296094"/>
                </a:lnTo>
                <a:cubicBezTo>
                  <a:pt x="24742" y="3281179"/>
                  <a:pt x="0" y="3246263"/>
                  <a:pt x="0" y="3205568"/>
                </a:cubicBezTo>
                <a:lnTo>
                  <a:pt x="0" y="98246"/>
                </a:lnTo>
                <a:cubicBezTo>
                  <a:pt x="0" y="43986"/>
                  <a:pt x="43986" y="0"/>
                  <a:pt x="982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3"/>
          </p:nvPr>
        </p:nvSpPr>
        <p:spPr>
          <a:xfrm>
            <a:off x="8875581" y="1790700"/>
            <a:ext cx="2647496" cy="3303588"/>
          </a:xfrm>
          <a:custGeom>
            <a:avLst/>
            <a:gdLst>
              <a:gd name="connsiteX0" fmla="*/ 98246 w 2647496"/>
              <a:gd name="connsiteY0" fmla="*/ 0 h 3303588"/>
              <a:gd name="connsiteX1" fmla="*/ 2550611 w 2647496"/>
              <a:gd name="connsiteY1" fmla="*/ 0 h 3303588"/>
              <a:gd name="connsiteX2" fmla="*/ 2641137 w 2647496"/>
              <a:gd name="connsiteY2" fmla="*/ 60004 h 3303588"/>
              <a:gd name="connsiteX3" fmla="*/ 2647496 w 2647496"/>
              <a:gd name="connsiteY3" fmla="*/ 91505 h 3303588"/>
              <a:gd name="connsiteX4" fmla="*/ 2647496 w 2647496"/>
              <a:gd name="connsiteY4" fmla="*/ 3212310 h 3303588"/>
              <a:gd name="connsiteX5" fmla="*/ 2641137 w 2647496"/>
              <a:gd name="connsiteY5" fmla="*/ 3243810 h 3303588"/>
              <a:gd name="connsiteX6" fmla="*/ 2588853 w 2647496"/>
              <a:gd name="connsiteY6" fmla="*/ 3296094 h 3303588"/>
              <a:gd name="connsiteX7" fmla="*/ 2551731 w 2647496"/>
              <a:gd name="connsiteY7" fmla="*/ 3303588 h 3303588"/>
              <a:gd name="connsiteX8" fmla="*/ 97127 w 2647496"/>
              <a:gd name="connsiteY8" fmla="*/ 3303588 h 3303588"/>
              <a:gd name="connsiteX9" fmla="*/ 60004 w 2647496"/>
              <a:gd name="connsiteY9" fmla="*/ 3296094 h 3303588"/>
              <a:gd name="connsiteX10" fmla="*/ 0 w 2647496"/>
              <a:gd name="connsiteY10" fmla="*/ 3205568 h 3303588"/>
              <a:gd name="connsiteX11" fmla="*/ 0 w 2647496"/>
              <a:gd name="connsiteY11" fmla="*/ 98246 h 3303588"/>
              <a:gd name="connsiteX12" fmla="*/ 98246 w 2647496"/>
              <a:gd name="connsiteY12" fmla="*/ 0 h 330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47496" h="3303588">
                <a:moveTo>
                  <a:pt x="98246" y="0"/>
                </a:moveTo>
                <a:lnTo>
                  <a:pt x="2550611" y="0"/>
                </a:lnTo>
                <a:cubicBezTo>
                  <a:pt x="2591306" y="0"/>
                  <a:pt x="2626222" y="24742"/>
                  <a:pt x="2641137" y="60004"/>
                </a:cubicBezTo>
                <a:lnTo>
                  <a:pt x="2647496" y="91505"/>
                </a:lnTo>
                <a:lnTo>
                  <a:pt x="2647496" y="3212310"/>
                </a:lnTo>
                <a:lnTo>
                  <a:pt x="2641137" y="3243810"/>
                </a:lnTo>
                <a:cubicBezTo>
                  <a:pt x="2631193" y="3267318"/>
                  <a:pt x="2612361" y="3286151"/>
                  <a:pt x="2588853" y="3296094"/>
                </a:cubicBezTo>
                <a:lnTo>
                  <a:pt x="2551731" y="3303588"/>
                </a:lnTo>
                <a:lnTo>
                  <a:pt x="97127" y="3303588"/>
                </a:lnTo>
                <a:lnTo>
                  <a:pt x="60004" y="3296094"/>
                </a:lnTo>
                <a:cubicBezTo>
                  <a:pt x="24742" y="3281179"/>
                  <a:pt x="0" y="3246263"/>
                  <a:pt x="0" y="3205568"/>
                </a:cubicBezTo>
                <a:lnTo>
                  <a:pt x="0" y="98246"/>
                </a:lnTo>
                <a:cubicBezTo>
                  <a:pt x="0" y="43986"/>
                  <a:pt x="43986" y="0"/>
                  <a:pt x="982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20"/>
          </p:nvPr>
        </p:nvSpPr>
        <p:spPr>
          <a:xfrm>
            <a:off x="668337" y="1585113"/>
            <a:ext cx="2417103" cy="207564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6"/>
          <p:cNvSpPr>
            <a:spLocks noGrp="1"/>
          </p:cNvSpPr>
          <p:nvPr>
            <p:ph type="pic" sz="quarter" idx="21"/>
          </p:nvPr>
        </p:nvSpPr>
        <p:spPr>
          <a:xfrm>
            <a:off x="3479490" y="1585113"/>
            <a:ext cx="2417103" cy="207564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16"/>
          <p:cNvSpPr>
            <a:spLocks noGrp="1"/>
          </p:cNvSpPr>
          <p:nvPr>
            <p:ph type="pic" sz="quarter" idx="22"/>
          </p:nvPr>
        </p:nvSpPr>
        <p:spPr>
          <a:xfrm>
            <a:off x="6290643" y="1585113"/>
            <a:ext cx="2417103" cy="207564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0" name="图片占位符 16"/>
          <p:cNvSpPr>
            <a:spLocks noGrp="1"/>
          </p:cNvSpPr>
          <p:nvPr>
            <p:ph type="pic" sz="quarter" idx="23"/>
          </p:nvPr>
        </p:nvSpPr>
        <p:spPr>
          <a:xfrm>
            <a:off x="9101797" y="1585113"/>
            <a:ext cx="2417103" cy="207564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五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958277" y="2152650"/>
            <a:ext cx="2305197" cy="3981450"/>
          </a:xfrm>
        </p:spPr>
        <p:txBody>
          <a:bodyPr>
            <a:normAutofit/>
          </a:bodyPr>
          <a:lstStyle>
            <a:lvl1pPr>
              <a:defRPr sz="1800">
                <a:latin typeface="+mn-ea"/>
                <a:ea typeface="+mn-ea"/>
              </a:defRPr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3212468" y="2371725"/>
            <a:ext cx="1759976" cy="3543300"/>
          </a:xfrm>
        </p:spPr>
        <p:txBody>
          <a:bodyPr>
            <a:normAutofit/>
          </a:bodyPr>
          <a:lstStyle>
            <a:lvl1pPr>
              <a:defRPr sz="1600">
                <a:latin typeface="+mn-ea"/>
                <a:ea typeface="+mn-ea"/>
              </a:defRPr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2"/>
          </p:nvPr>
        </p:nvSpPr>
        <p:spPr>
          <a:xfrm>
            <a:off x="7250307" y="2371725"/>
            <a:ext cx="1759976" cy="3543300"/>
          </a:xfrm>
        </p:spPr>
        <p:txBody>
          <a:bodyPr>
            <a:normAutofit/>
          </a:bodyPr>
          <a:lstStyle>
            <a:lvl1pPr>
              <a:defRPr sz="1600">
                <a:latin typeface="+mn-ea"/>
                <a:ea typeface="+mn-ea"/>
              </a:defRPr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13" name="图片占位符 8"/>
          <p:cNvSpPr>
            <a:spLocks noGrp="1"/>
          </p:cNvSpPr>
          <p:nvPr>
            <p:ph type="pic" sz="quarter" idx="13"/>
          </p:nvPr>
        </p:nvSpPr>
        <p:spPr>
          <a:xfrm>
            <a:off x="9013458" y="2553726"/>
            <a:ext cx="1759976" cy="3179299"/>
          </a:xfrm>
        </p:spPr>
        <p:txBody>
          <a:bodyPr>
            <a:normAutofit/>
          </a:bodyPr>
          <a:lstStyle>
            <a:lvl1pPr>
              <a:defRPr sz="1600">
                <a:latin typeface="+mn-ea"/>
                <a:ea typeface="+mn-ea"/>
              </a:defRPr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447730" y="2553726"/>
            <a:ext cx="1759976" cy="3179299"/>
          </a:xfrm>
        </p:spPr>
        <p:txBody>
          <a:bodyPr>
            <a:normAutofit/>
          </a:bodyPr>
          <a:lstStyle>
            <a:lvl1pPr>
              <a:defRPr sz="1600">
                <a:latin typeface="+mn-ea"/>
                <a:ea typeface="+mn-ea"/>
              </a:defRPr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7" name="媒体占位符 6"/>
          <p:cNvSpPr>
            <a:spLocks noGrp="1"/>
          </p:cNvSpPr>
          <p:nvPr>
            <p:ph type="media" sz="quarter" idx="13"/>
          </p:nvPr>
        </p:nvSpPr>
        <p:spPr>
          <a:xfrm>
            <a:off x="1748693" y="911762"/>
            <a:ext cx="8694615" cy="367430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2B42-CB69-443B-9887-3FD29800EA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3"/>
          </p:nvPr>
        </p:nvSpPr>
        <p:spPr>
          <a:xfrm>
            <a:off x="4804228" y="1890486"/>
            <a:ext cx="7387771" cy="3077029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124200"/>
          </a:xfrm>
          <a:custGeom>
            <a:avLst/>
            <a:gdLst>
              <a:gd name="connsiteX0" fmla="*/ 0 w 12192000"/>
              <a:gd name="connsiteY0" fmla="*/ 0 h 3124200"/>
              <a:gd name="connsiteX1" fmla="*/ 12192000 w 12192000"/>
              <a:gd name="connsiteY1" fmla="*/ 0 h 3124200"/>
              <a:gd name="connsiteX2" fmla="*/ 12192000 w 12192000"/>
              <a:gd name="connsiteY2" fmla="*/ 1896730 h 3124200"/>
              <a:gd name="connsiteX3" fmla="*/ 11917032 w 12192000"/>
              <a:gd name="connsiteY3" fmla="*/ 2053332 h 3124200"/>
              <a:gd name="connsiteX4" fmla="*/ 6096000 w 12192000"/>
              <a:gd name="connsiteY4" fmla="*/ 3124200 h 3124200"/>
              <a:gd name="connsiteX5" fmla="*/ 274968 w 12192000"/>
              <a:gd name="connsiteY5" fmla="*/ 2053332 h 3124200"/>
              <a:gd name="connsiteX6" fmla="*/ 0 w 12192000"/>
              <a:gd name="connsiteY6" fmla="*/ 1896730 h 312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124200">
                <a:moveTo>
                  <a:pt x="0" y="0"/>
                </a:moveTo>
                <a:lnTo>
                  <a:pt x="12192000" y="0"/>
                </a:lnTo>
                <a:lnTo>
                  <a:pt x="12192000" y="1896730"/>
                </a:lnTo>
                <a:lnTo>
                  <a:pt x="11917032" y="2053332"/>
                </a:lnTo>
                <a:cubicBezTo>
                  <a:pt x="10655501" y="2699417"/>
                  <a:pt x="8519124" y="3124200"/>
                  <a:pt x="6096000" y="3124200"/>
                </a:cubicBezTo>
                <a:cubicBezTo>
                  <a:pt x="3672877" y="3124200"/>
                  <a:pt x="1536499" y="2699417"/>
                  <a:pt x="274968" y="2053332"/>
                </a:cubicBezTo>
                <a:lnTo>
                  <a:pt x="0" y="18967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8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EA50E-07FC-4BC9-8D98-274686F401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5.svg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9.svg"/><Relationship Id="rId10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9.svg"/><Relationship Id="rId2" Type="http://schemas.openxmlformats.org/officeDocument/2006/relationships/tags" Target="../tags/tag10.xml"/><Relationship Id="rId19" Type="http://schemas.openxmlformats.org/officeDocument/2006/relationships/image" Target="../media/image8.png"/><Relationship Id="rId18" Type="http://schemas.openxmlformats.org/officeDocument/2006/relationships/image" Target="../media/image7.svg"/><Relationship Id="rId17" Type="http://schemas.openxmlformats.org/officeDocument/2006/relationships/image" Target="../media/image6.png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tags" Target="../tags/tag25.xml"/><Relationship Id="rId5" Type="http://schemas.openxmlformats.org/officeDocument/2006/relationships/image" Target="../media/image9.svg"/><Relationship Id="rId4" Type="http://schemas.openxmlformats.org/officeDocument/2006/relationships/image" Target="../media/image17.png"/><Relationship Id="rId3" Type="http://schemas.openxmlformats.org/officeDocument/2006/relationships/image" Target="../media/image7.svg"/><Relationship Id="rId2" Type="http://schemas.openxmlformats.org/officeDocument/2006/relationships/image" Target="../media/image16.png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image" Target="../media/image20.png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image" Target="../media/image9.svg"/><Relationship Id="rId4" Type="http://schemas.openxmlformats.org/officeDocument/2006/relationships/image" Target="../media/image17.png"/><Relationship Id="rId3" Type="http://schemas.openxmlformats.org/officeDocument/2006/relationships/image" Target="../media/image7.sv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21.png"/><Relationship Id="rId4" Type="http://schemas.openxmlformats.org/officeDocument/2006/relationships/image" Target="../media/image9.svg"/><Relationship Id="rId3" Type="http://schemas.openxmlformats.org/officeDocument/2006/relationships/image" Target="../media/image17.png"/><Relationship Id="rId2" Type="http://schemas.openxmlformats.org/officeDocument/2006/relationships/image" Target="../media/image7.svg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22.png"/><Relationship Id="rId6" Type="http://schemas.openxmlformats.org/officeDocument/2006/relationships/tags" Target="../tags/tag40.xml"/><Relationship Id="rId5" Type="http://schemas.openxmlformats.org/officeDocument/2006/relationships/image" Target="../media/image9.svg"/><Relationship Id="rId4" Type="http://schemas.openxmlformats.org/officeDocument/2006/relationships/image" Target="../media/image17.png"/><Relationship Id="rId3" Type="http://schemas.openxmlformats.org/officeDocument/2006/relationships/image" Target="../media/image7.svg"/><Relationship Id="rId2" Type="http://schemas.openxmlformats.org/officeDocument/2006/relationships/image" Target="../media/image16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42.xml"/><Relationship Id="rId7" Type="http://schemas.openxmlformats.org/officeDocument/2006/relationships/image" Target="../media/image23.png"/><Relationship Id="rId6" Type="http://schemas.openxmlformats.org/officeDocument/2006/relationships/tags" Target="../tags/tag41.xml"/><Relationship Id="rId5" Type="http://schemas.openxmlformats.org/officeDocument/2006/relationships/image" Target="../media/image9.svg"/><Relationship Id="rId4" Type="http://schemas.openxmlformats.org/officeDocument/2006/relationships/image" Target="../media/image17.png"/><Relationship Id="rId3" Type="http://schemas.openxmlformats.org/officeDocument/2006/relationships/image" Target="../media/image7.svg"/><Relationship Id="rId2" Type="http://schemas.openxmlformats.org/officeDocument/2006/relationships/image" Target="../media/image16.png"/><Relationship Id="rId15" Type="http://schemas.openxmlformats.org/officeDocument/2006/relationships/slideLayout" Target="../slideLayouts/slideLayout14.xml"/><Relationship Id="rId14" Type="http://schemas.openxmlformats.org/officeDocument/2006/relationships/image" Target="../media/image27.svg"/><Relationship Id="rId13" Type="http://schemas.openxmlformats.org/officeDocument/2006/relationships/tags" Target="../tags/tag44.xml"/><Relationship Id="rId12" Type="http://schemas.openxmlformats.org/officeDocument/2006/relationships/image" Target="../media/image26.png"/><Relationship Id="rId11" Type="http://schemas.openxmlformats.org/officeDocument/2006/relationships/tags" Target="../tags/tag43.xml"/><Relationship Id="rId10" Type="http://schemas.openxmlformats.org/officeDocument/2006/relationships/image" Target="../media/image25.sv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tags" Target="../tags/tag46.xml"/><Relationship Id="rId7" Type="http://schemas.openxmlformats.org/officeDocument/2006/relationships/image" Target="../media/image28.png"/><Relationship Id="rId6" Type="http://schemas.openxmlformats.org/officeDocument/2006/relationships/tags" Target="../tags/tag45.xml"/><Relationship Id="rId5" Type="http://schemas.openxmlformats.org/officeDocument/2006/relationships/image" Target="../media/image9.svg"/><Relationship Id="rId4" Type="http://schemas.openxmlformats.org/officeDocument/2006/relationships/image" Target="../media/image17.png"/><Relationship Id="rId3" Type="http://schemas.openxmlformats.org/officeDocument/2006/relationships/image" Target="../media/image7.svg"/><Relationship Id="rId2" Type="http://schemas.openxmlformats.org/officeDocument/2006/relationships/image" Target="../media/image16.png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image" Target="../media/image30.png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image" Target="../media/image9.svg"/><Relationship Id="rId4" Type="http://schemas.openxmlformats.org/officeDocument/2006/relationships/image" Target="../media/image17.png"/><Relationship Id="rId3" Type="http://schemas.openxmlformats.org/officeDocument/2006/relationships/image" Target="../media/image7.svg"/><Relationship Id="rId2" Type="http://schemas.openxmlformats.org/officeDocument/2006/relationships/image" Target="../media/image16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31.png"/><Relationship Id="rId5" Type="http://schemas.openxmlformats.org/officeDocument/2006/relationships/image" Target="../media/image9.svg"/><Relationship Id="rId4" Type="http://schemas.openxmlformats.org/officeDocument/2006/relationships/image" Target="../media/image17.png"/><Relationship Id="rId3" Type="http://schemas.openxmlformats.org/officeDocument/2006/relationships/image" Target="../media/image7.svg"/><Relationship Id="rId2" Type="http://schemas.openxmlformats.org/officeDocument/2006/relationships/image" Target="../media/image16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33.png"/><Relationship Id="rId2" Type="http://schemas.openxmlformats.org/officeDocument/2006/relationships/image" Target="../media/image11.sv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9.svg"/><Relationship Id="rId3" Type="http://schemas.openxmlformats.org/officeDocument/2006/relationships/image" Target="../media/image17.png"/><Relationship Id="rId2" Type="http://schemas.openxmlformats.org/officeDocument/2006/relationships/image" Target="../media/image7.sv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33.png"/><Relationship Id="rId2" Type="http://schemas.openxmlformats.org/officeDocument/2006/relationships/image" Target="../media/image11.svg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9.svg"/><Relationship Id="rId3" Type="http://schemas.openxmlformats.org/officeDocument/2006/relationships/image" Target="../media/image17.png"/><Relationship Id="rId2" Type="http://schemas.openxmlformats.org/officeDocument/2006/relationships/image" Target="../media/image7.sv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3.svg"/><Relationship Id="rId2" Type="http://schemas.openxmlformats.org/officeDocument/2006/relationships/image" Target="../media/image33.pn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 flipV="1">
            <a:off x="0" y="0"/>
            <a:ext cx="7344697" cy="6858001"/>
          </a:xfrm>
          <a:custGeom>
            <a:avLst/>
            <a:gdLst>
              <a:gd name="connsiteX0" fmla="*/ 0 w 7344697"/>
              <a:gd name="connsiteY0" fmla="*/ 0 h 6858001"/>
              <a:gd name="connsiteX1" fmla="*/ 4847130 w 7344697"/>
              <a:gd name="connsiteY1" fmla="*/ 0 h 6858001"/>
              <a:gd name="connsiteX2" fmla="*/ 7344697 w 7344697"/>
              <a:gd name="connsiteY2" fmla="*/ 6858001 h 6858001"/>
              <a:gd name="connsiteX3" fmla="*/ 0 w 7344697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44697" h="6858001">
                <a:moveTo>
                  <a:pt x="0" y="0"/>
                </a:moveTo>
                <a:lnTo>
                  <a:pt x="4847130" y="0"/>
                </a:lnTo>
                <a:lnTo>
                  <a:pt x="7344697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8" name="任意多边形: 形状 7"/>
          <p:cNvSpPr/>
          <p:nvPr/>
        </p:nvSpPr>
        <p:spPr>
          <a:xfrm flipH="1">
            <a:off x="4847303" y="1"/>
            <a:ext cx="7344697" cy="6858001"/>
          </a:xfrm>
          <a:custGeom>
            <a:avLst/>
            <a:gdLst>
              <a:gd name="connsiteX0" fmla="*/ 0 w 7344697"/>
              <a:gd name="connsiteY0" fmla="*/ 0 h 6858001"/>
              <a:gd name="connsiteX1" fmla="*/ 4847130 w 7344697"/>
              <a:gd name="connsiteY1" fmla="*/ 0 h 6858001"/>
              <a:gd name="connsiteX2" fmla="*/ 7344697 w 7344697"/>
              <a:gd name="connsiteY2" fmla="*/ 6858001 h 6858001"/>
              <a:gd name="connsiteX3" fmla="*/ 0 w 7344697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44697" h="6858001">
                <a:moveTo>
                  <a:pt x="0" y="0"/>
                </a:moveTo>
                <a:lnTo>
                  <a:pt x="4847130" y="0"/>
                </a:lnTo>
                <a:lnTo>
                  <a:pt x="7344697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2900" y="247650"/>
            <a:ext cx="11506200" cy="6362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33850" y="855353"/>
            <a:ext cx="3924300" cy="5147294"/>
          </a:xfrm>
          <a:prstGeom prst="rect">
            <a:avLst/>
          </a:prstGeom>
        </p:spPr>
      </p:pic>
      <p:sp>
        <p:nvSpPr>
          <p:cNvPr id="41" name="任意多边形: 形状 40"/>
          <p:cNvSpPr/>
          <p:nvPr/>
        </p:nvSpPr>
        <p:spPr>
          <a:xfrm>
            <a:off x="2819400" y="1627512"/>
            <a:ext cx="6553200" cy="2726268"/>
          </a:xfrm>
          <a:custGeom>
            <a:avLst/>
            <a:gdLst>
              <a:gd name="connsiteX0" fmla="*/ 6457235 w 6553200"/>
              <a:gd name="connsiteY0" fmla="*/ 2144714 h 2726268"/>
              <a:gd name="connsiteX1" fmla="*/ 6553200 w 6553200"/>
              <a:gd name="connsiteY1" fmla="*/ 2144714 h 2726268"/>
              <a:gd name="connsiteX2" fmla="*/ 6553200 w 6553200"/>
              <a:gd name="connsiteY2" fmla="*/ 2726268 h 2726268"/>
              <a:gd name="connsiteX3" fmla="*/ 3422889 w 6553200"/>
              <a:gd name="connsiteY3" fmla="*/ 2726268 h 2726268"/>
              <a:gd name="connsiteX4" fmla="*/ 3367230 w 6553200"/>
              <a:gd name="connsiteY4" fmla="*/ 2630303 h 2726268"/>
              <a:gd name="connsiteX5" fmla="*/ 6457235 w 6553200"/>
              <a:gd name="connsiteY5" fmla="*/ 2630303 h 2726268"/>
              <a:gd name="connsiteX6" fmla="*/ 0 w 6553200"/>
              <a:gd name="connsiteY6" fmla="*/ 2144714 h 2726268"/>
              <a:gd name="connsiteX7" fmla="*/ 95965 w 6553200"/>
              <a:gd name="connsiteY7" fmla="*/ 2144714 h 2726268"/>
              <a:gd name="connsiteX8" fmla="*/ 95965 w 6553200"/>
              <a:gd name="connsiteY8" fmla="*/ 2630303 h 2726268"/>
              <a:gd name="connsiteX9" fmla="*/ 3185973 w 6553200"/>
              <a:gd name="connsiteY9" fmla="*/ 2630303 h 2726268"/>
              <a:gd name="connsiteX10" fmla="*/ 3130313 w 6553200"/>
              <a:gd name="connsiteY10" fmla="*/ 2726268 h 2726268"/>
              <a:gd name="connsiteX11" fmla="*/ 0 w 6553200"/>
              <a:gd name="connsiteY11" fmla="*/ 2726268 h 2726268"/>
              <a:gd name="connsiteX12" fmla="*/ 3424270 w 6553200"/>
              <a:gd name="connsiteY12" fmla="*/ 0 h 2726268"/>
              <a:gd name="connsiteX13" fmla="*/ 6553200 w 6553200"/>
              <a:gd name="connsiteY13" fmla="*/ 0 h 2726268"/>
              <a:gd name="connsiteX14" fmla="*/ 6553200 w 6553200"/>
              <a:gd name="connsiteY14" fmla="*/ 581554 h 2726268"/>
              <a:gd name="connsiteX15" fmla="*/ 6457235 w 6553200"/>
              <a:gd name="connsiteY15" fmla="*/ 581554 h 2726268"/>
              <a:gd name="connsiteX16" fmla="*/ 6457235 w 6553200"/>
              <a:gd name="connsiteY16" fmla="*/ 95965 h 2726268"/>
              <a:gd name="connsiteX17" fmla="*/ 3368610 w 6553200"/>
              <a:gd name="connsiteY17" fmla="*/ 95965 h 2726268"/>
              <a:gd name="connsiteX18" fmla="*/ 0 w 6553200"/>
              <a:gd name="connsiteY18" fmla="*/ 0 h 2726268"/>
              <a:gd name="connsiteX19" fmla="*/ 3128933 w 6553200"/>
              <a:gd name="connsiteY19" fmla="*/ 0 h 2726268"/>
              <a:gd name="connsiteX20" fmla="*/ 3184592 w 6553200"/>
              <a:gd name="connsiteY20" fmla="*/ 95965 h 2726268"/>
              <a:gd name="connsiteX21" fmla="*/ 95965 w 6553200"/>
              <a:gd name="connsiteY21" fmla="*/ 95965 h 2726268"/>
              <a:gd name="connsiteX22" fmla="*/ 95965 w 6553200"/>
              <a:gd name="connsiteY22" fmla="*/ 581554 h 2726268"/>
              <a:gd name="connsiteX23" fmla="*/ 0 w 6553200"/>
              <a:gd name="connsiteY23" fmla="*/ 581554 h 272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53200" h="2726268">
                <a:moveTo>
                  <a:pt x="6457235" y="2144714"/>
                </a:moveTo>
                <a:lnTo>
                  <a:pt x="6553200" y="2144714"/>
                </a:lnTo>
                <a:lnTo>
                  <a:pt x="6553200" y="2726268"/>
                </a:lnTo>
                <a:lnTo>
                  <a:pt x="3422889" y="2726268"/>
                </a:lnTo>
                <a:lnTo>
                  <a:pt x="3367230" y="2630303"/>
                </a:lnTo>
                <a:lnTo>
                  <a:pt x="6457235" y="2630303"/>
                </a:lnTo>
                <a:close/>
                <a:moveTo>
                  <a:pt x="0" y="2144714"/>
                </a:moveTo>
                <a:lnTo>
                  <a:pt x="95965" y="2144714"/>
                </a:lnTo>
                <a:lnTo>
                  <a:pt x="95965" y="2630303"/>
                </a:lnTo>
                <a:lnTo>
                  <a:pt x="3185973" y="2630303"/>
                </a:lnTo>
                <a:lnTo>
                  <a:pt x="3130313" y="2726268"/>
                </a:lnTo>
                <a:lnTo>
                  <a:pt x="0" y="2726268"/>
                </a:lnTo>
                <a:close/>
                <a:moveTo>
                  <a:pt x="3424270" y="0"/>
                </a:moveTo>
                <a:lnTo>
                  <a:pt x="6553200" y="0"/>
                </a:lnTo>
                <a:lnTo>
                  <a:pt x="6553200" y="581554"/>
                </a:lnTo>
                <a:lnTo>
                  <a:pt x="6457235" y="581554"/>
                </a:lnTo>
                <a:lnTo>
                  <a:pt x="6457235" y="95965"/>
                </a:lnTo>
                <a:lnTo>
                  <a:pt x="3368610" y="95965"/>
                </a:lnTo>
                <a:close/>
                <a:moveTo>
                  <a:pt x="0" y="0"/>
                </a:moveTo>
                <a:lnTo>
                  <a:pt x="3128933" y="0"/>
                </a:lnTo>
                <a:lnTo>
                  <a:pt x="3184592" y="95965"/>
                </a:lnTo>
                <a:lnTo>
                  <a:pt x="95965" y="95965"/>
                </a:lnTo>
                <a:lnTo>
                  <a:pt x="95965" y="581554"/>
                </a:lnTo>
                <a:lnTo>
                  <a:pt x="0" y="5815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737380" y="2605926"/>
            <a:ext cx="881824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TACER: Temporal Knowledge Graph Question Answering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  <a:p>
            <a:pPr algn="l"/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 </a:t>
            </a:r>
            <a:r>
              <a:rPr lang="en-US" altLang="zh-CN" sz="2400" b="1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             </a:t>
            </a:r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via Adaptive Evidence Chain Reasoning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  <a:p>
            <a:pPr algn="l"/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9" name="等腰三角形 38"/>
          <p:cNvSpPr/>
          <p:nvPr/>
        </p:nvSpPr>
        <p:spPr>
          <a:xfrm flipV="1">
            <a:off x="5986928" y="1581272"/>
            <a:ext cx="218146" cy="18805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42" name="等腰三角形 41"/>
          <p:cNvSpPr/>
          <p:nvPr/>
        </p:nvSpPr>
        <p:spPr>
          <a:xfrm>
            <a:off x="5986928" y="4211961"/>
            <a:ext cx="218146" cy="18805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grpSp>
        <p:nvGrpSpPr>
          <p:cNvPr id="46" name="组合 45"/>
          <p:cNvGrpSpPr/>
          <p:nvPr>
            <p:custDataLst>
              <p:tags r:id="rId3"/>
            </p:custDataLst>
          </p:nvPr>
        </p:nvGrpSpPr>
        <p:grpSpPr>
          <a:xfrm>
            <a:off x="660400" y="6201685"/>
            <a:ext cx="2189816" cy="234085"/>
            <a:chOff x="1044148" y="5205146"/>
            <a:chExt cx="2189816" cy="234085"/>
          </a:xfrm>
        </p:grpSpPr>
        <p:sp>
          <p:nvSpPr>
            <p:cNvPr id="47" name="任意多边形: 形状 46"/>
            <p:cNvSpPr/>
            <p:nvPr userDrawn="1">
              <p:custDataLst>
                <p:tags r:id="rId4"/>
              </p:custDataLst>
            </p:nvPr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9" name="组合 48"/>
          <p:cNvGrpSpPr/>
          <p:nvPr>
            <p:custDataLst>
              <p:tags r:id="rId5"/>
            </p:custDataLst>
          </p:nvPr>
        </p:nvGrpSpPr>
        <p:grpSpPr>
          <a:xfrm>
            <a:off x="10275782" y="6189927"/>
            <a:ext cx="1243118" cy="245843"/>
            <a:chOff x="10275782" y="188913"/>
            <a:chExt cx="1243118" cy="245843"/>
          </a:xfrm>
        </p:grpSpPr>
        <p:pic>
          <p:nvPicPr>
            <p:cNvPr id="50" name="图形 4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51" name="图形 50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grpSp>
        <p:nvGrpSpPr>
          <p:cNvPr id="71" name="组合 70"/>
          <p:cNvGrpSpPr/>
          <p:nvPr/>
        </p:nvGrpSpPr>
        <p:grpSpPr>
          <a:xfrm rot="0">
            <a:off x="5145405" y="4907915"/>
            <a:ext cx="1924050" cy="369570"/>
            <a:chOff x="3637109" y="4907741"/>
            <a:chExt cx="1923808" cy="369331"/>
          </a:xfrm>
        </p:grpSpPr>
        <p:grpSp>
          <p:nvGrpSpPr>
            <p:cNvPr id="20" name="组合 19"/>
            <p:cNvGrpSpPr/>
            <p:nvPr/>
          </p:nvGrpSpPr>
          <p:grpSpPr>
            <a:xfrm>
              <a:off x="3637109" y="4907742"/>
              <a:ext cx="369328" cy="369330"/>
              <a:chOff x="3454400" y="3680139"/>
              <a:chExt cx="547819" cy="547819"/>
            </a:xfrm>
          </p:grpSpPr>
          <p:sp>
            <p:nvSpPr>
              <p:cNvPr id="21" name="椭圆 20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54400" y="3680139"/>
                <a:ext cx="547819" cy="54781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>
                  <a:latin typeface="+mj-ea"/>
                  <a:ea typeface="+mj-ea"/>
                </a:endParaRPr>
              </a:p>
            </p:txBody>
          </p:sp>
          <p:sp>
            <p:nvSpPr>
              <p:cNvPr id="22" name="图形 10"/>
              <p:cNvSpPr/>
              <p:nvPr>
                <p:custDataLst>
                  <p:tags r:id="rId13"/>
                </p:custDataLst>
              </p:nvPr>
            </p:nvSpPr>
            <p:spPr>
              <a:xfrm flipH="1">
                <a:off x="3609863" y="3810221"/>
                <a:ext cx="236892" cy="287655"/>
              </a:xfrm>
              <a:custGeom>
                <a:avLst/>
                <a:gdLst>
                  <a:gd name="connsiteX0" fmla="*/ 5640852 w 5640852"/>
                  <a:gd name="connsiteY0" fmla="*/ 6849606 h 6849605"/>
                  <a:gd name="connsiteX1" fmla="*/ 5217788 w 5640852"/>
                  <a:gd name="connsiteY1" fmla="*/ 6849606 h 6849605"/>
                  <a:gd name="connsiteX2" fmla="*/ 5222825 w 5640852"/>
                  <a:gd name="connsiteY2" fmla="*/ 6743001 h 6849605"/>
                  <a:gd name="connsiteX3" fmla="*/ 2820426 w 5640852"/>
                  <a:gd name="connsiteY3" fmla="*/ 4281004 h 6849605"/>
                  <a:gd name="connsiteX4" fmla="*/ 418027 w 5640852"/>
                  <a:gd name="connsiteY4" fmla="*/ 6743001 h 6849605"/>
                  <a:gd name="connsiteX5" fmla="*/ 423064 w 5640852"/>
                  <a:gd name="connsiteY5" fmla="*/ 6849606 h 6849605"/>
                  <a:gd name="connsiteX6" fmla="*/ 0 w 5640852"/>
                  <a:gd name="connsiteY6" fmla="*/ 6849606 h 6849605"/>
                  <a:gd name="connsiteX7" fmla="*/ 1800540 w 5640852"/>
                  <a:gd name="connsiteY7" fmla="*/ 4145858 h 6849605"/>
                  <a:gd name="connsiteX8" fmla="*/ 676566 w 5640852"/>
                  <a:gd name="connsiteY8" fmla="*/ 2205976 h 6849605"/>
                  <a:gd name="connsiteX9" fmla="*/ 2820426 w 5640852"/>
                  <a:gd name="connsiteY9" fmla="*/ 0 h 6849605"/>
                  <a:gd name="connsiteX10" fmla="*/ 4964286 w 5640852"/>
                  <a:gd name="connsiteY10" fmla="*/ 2205976 h 6849605"/>
                  <a:gd name="connsiteX11" fmla="*/ 3841152 w 5640852"/>
                  <a:gd name="connsiteY11" fmla="*/ 4145858 h 6849605"/>
                  <a:gd name="connsiteX12" fmla="*/ 5640852 w 5640852"/>
                  <a:gd name="connsiteY12" fmla="*/ 6849606 h 6849605"/>
                  <a:gd name="connsiteX13" fmla="*/ 5640852 w 5640852"/>
                  <a:gd name="connsiteY13" fmla="*/ 6849606 h 6849605"/>
                  <a:gd name="connsiteX14" fmla="*/ 4512682 w 5640852"/>
                  <a:gd name="connsiteY14" fmla="*/ 2205976 h 6849605"/>
                  <a:gd name="connsiteX15" fmla="*/ 2820426 w 5640852"/>
                  <a:gd name="connsiteY15" fmla="*/ 464195 h 6849605"/>
                  <a:gd name="connsiteX16" fmla="*/ 1128170 w 5640852"/>
                  <a:gd name="connsiteY16" fmla="*/ 2205976 h 6849605"/>
                  <a:gd name="connsiteX17" fmla="*/ 2820426 w 5640852"/>
                  <a:gd name="connsiteY17" fmla="*/ 3947757 h 6849605"/>
                  <a:gd name="connsiteX18" fmla="*/ 4512682 w 5640852"/>
                  <a:gd name="connsiteY18" fmla="*/ 2205976 h 6849605"/>
                  <a:gd name="connsiteX19" fmla="*/ 4512682 w 5640852"/>
                  <a:gd name="connsiteY19" fmla="*/ 2205976 h 6849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640852" h="6849605">
                    <a:moveTo>
                      <a:pt x="5640852" y="6849606"/>
                    </a:moveTo>
                    <a:lnTo>
                      <a:pt x="5217788" y="6849606"/>
                    </a:lnTo>
                    <a:cubicBezTo>
                      <a:pt x="5219467" y="6813511"/>
                      <a:pt x="5222825" y="6779095"/>
                      <a:pt x="5222825" y="6743001"/>
                    </a:cubicBezTo>
                    <a:cubicBezTo>
                      <a:pt x="5222825" y="5383152"/>
                      <a:pt x="4147537" y="4281004"/>
                      <a:pt x="2820426" y="4281004"/>
                    </a:cubicBezTo>
                    <a:cubicBezTo>
                      <a:pt x="1493315" y="4281004"/>
                      <a:pt x="418027" y="5383152"/>
                      <a:pt x="418027" y="6743001"/>
                    </a:cubicBezTo>
                    <a:cubicBezTo>
                      <a:pt x="418027" y="6779095"/>
                      <a:pt x="421385" y="6814351"/>
                      <a:pt x="423064" y="6849606"/>
                    </a:cubicBezTo>
                    <a:lnTo>
                      <a:pt x="0" y="6849606"/>
                    </a:lnTo>
                    <a:cubicBezTo>
                      <a:pt x="0" y="5617349"/>
                      <a:pt x="747077" y="4567243"/>
                      <a:pt x="1800540" y="4145858"/>
                    </a:cubicBezTo>
                    <a:cubicBezTo>
                      <a:pt x="1131528" y="3773159"/>
                      <a:pt x="676566" y="3043710"/>
                      <a:pt x="676566" y="2205976"/>
                    </a:cubicBezTo>
                    <a:cubicBezTo>
                      <a:pt x="676566" y="987149"/>
                      <a:pt x="1636854" y="0"/>
                      <a:pt x="2820426" y="0"/>
                    </a:cubicBezTo>
                    <a:cubicBezTo>
                      <a:pt x="4003998" y="0"/>
                      <a:pt x="4964286" y="987149"/>
                      <a:pt x="4964286" y="2205976"/>
                    </a:cubicBezTo>
                    <a:cubicBezTo>
                      <a:pt x="4964286" y="3043710"/>
                      <a:pt x="4510164" y="3773159"/>
                      <a:pt x="3841152" y="4145858"/>
                    </a:cubicBezTo>
                    <a:cubicBezTo>
                      <a:pt x="4893775" y="4567243"/>
                      <a:pt x="5640852" y="5617349"/>
                      <a:pt x="5640852" y="6849606"/>
                    </a:cubicBezTo>
                    <a:lnTo>
                      <a:pt x="5640852" y="6849606"/>
                    </a:lnTo>
                    <a:close/>
                    <a:moveTo>
                      <a:pt x="4512682" y="2205976"/>
                    </a:moveTo>
                    <a:cubicBezTo>
                      <a:pt x="4512682" y="1244009"/>
                      <a:pt x="3754692" y="464195"/>
                      <a:pt x="2820426" y="464195"/>
                    </a:cubicBezTo>
                    <a:cubicBezTo>
                      <a:pt x="1886160" y="464195"/>
                      <a:pt x="1128170" y="1244009"/>
                      <a:pt x="1128170" y="2205976"/>
                    </a:cubicBezTo>
                    <a:cubicBezTo>
                      <a:pt x="1128170" y="3167943"/>
                      <a:pt x="1886160" y="3947757"/>
                      <a:pt x="2820426" y="3947757"/>
                    </a:cubicBezTo>
                    <a:cubicBezTo>
                      <a:pt x="3754692" y="3947757"/>
                      <a:pt x="4512682" y="3167943"/>
                      <a:pt x="4512682" y="2205976"/>
                    </a:cubicBezTo>
                    <a:lnTo>
                      <a:pt x="4512682" y="2205976"/>
                    </a:lnTo>
                    <a:close/>
                  </a:path>
                </a:pathLst>
              </a:custGeom>
              <a:solidFill>
                <a:schemeClr val="bg1"/>
              </a:solidFill>
              <a:ln w="839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14"/>
              </p:custDataLst>
            </p:nvPr>
          </p:nvSpPr>
          <p:spPr>
            <a:xfrm>
              <a:off x="4006437" y="4907741"/>
              <a:ext cx="15544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>
                  <a:latin typeface="+mn-ea"/>
                </a:rPr>
                <a:t>汇报人：</a:t>
              </a:r>
              <a:r>
                <a:rPr lang="zh-CN" altLang="en-US">
                  <a:latin typeface="+mn-ea"/>
                </a:rPr>
                <a:t>徐权</a:t>
              </a:r>
              <a:endParaRPr lang="zh-CN" altLang="en-US">
                <a:latin typeface="+mn-ea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-1"/>
            <a:ext cx="12192000" cy="1625601"/>
          </a:xfrm>
          <a:prstGeom prst="rect">
            <a:avLst/>
          </a:prstGeom>
          <a:gradFill flip="none" rotWithShape="1">
            <a:gsLst>
              <a:gs pos="42000">
                <a:schemeClr val="accent1"/>
              </a:gs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0" scaled="0"/>
          </a:gradFill>
          <a:ln>
            <a:noFill/>
          </a:ln>
          <a:effectLst>
            <a:outerShdw blurRad="1143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5421457" y="264300"/>
            <a:ext cx="1349087" cy="1096998"/>
            <a:chOff x="1080765" y="2612571"/>
            <a:chExt cx="1349087" cy="1096998"/>
          </a:xfrm>
        </p:grpSpPr>
        <p:sp>
          <p:nvSpPr>
            <p:cNvPr id="28" name="文本框 27"/>
            <p:cNvSpPr txBox="1"/>
            <p:nvPr userDrawn="1"/>
          </p:nvSpPr>
          <p:spPr>
            <a:xfrm>
              <a:off x="1080765" y="2612571"/>
              <a:ext cx="1349087" cy="70788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dist"/>
              <a:r>
                <a:rPr lang="zh-CN" altLang="en-US" sz="4000" b="1" spc="130">
                  <a:solidFill>
                    <a:schemeClr val="bg1"/>
                  </a:solidFill>
                  <a:latin typeface="+mj-ea"/>
                  <a:ea typeface="+mj-ea"/>
                </a:rPr>
                <a:t>目录</a:t>
              </a:r>
              <a:endParaRPr lang="zh-CN" altLang="en-US" sz="4000" b="1" spc="13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9" name="文本框 28"/>
            <p:cNvSpPr txBox="1"/>
            <p:nvPr userDrawn="1"/>
          </p:nvSpPr>
          <p:spPr>
            <a:xfrm>
              <a:off x="1116898" y="3340237"/>
              <a:ext cx="1276821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dist"/>
              <a:r>
                <a:rPr lang="en-US" altLang="zh-CN">
                  <a:solidFill>
                    <a:schemeClr val="bg1"/>
                  </a:solidFill>
                </a:rPr>
                <a:t>CONTENTS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8" name="椭圆 17"/>
          <p:cNvSpPr/>
          <p:nvPr>
            <p:custDataLst>
              <p:tags r:id="rId1"/>
            </p:custDataLst>
          </p:nvPr>
        </p:nvSpPr>
        <p:spPr>
          <a:xfrm>
            <a:off x="1302484" y="2296528"/>
            <a:ext cx="1198336" cy="1198336"/>
          </a:xfrm>
          <a:prstGeom prst="ellipse">
            <a:avLst/>
          </a:prstGeom>
          <a:solidFill>
            <a:schemeClr val="bg1"/>
          </a:solidFill>
          <a:ln w="34925">
            <a:noFill/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1493528" y="2541753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>
                <a:solidFill>
                  <a:schemeClr val="accent1"/>
                </a:solidFill>
                <a:latin typeface="+mj-ea"/>
                <a:ea typeface="+mj-ea"/>
              </a:rPr>
              <a:t>01</a:t>
            </a:r>
            <a:endParaRPr lang="zh-CN" altLang="en-US" sz="4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空心弧 1"/>
          <p:cNvSpPr/>
          <p:nvPr>
            <p:custDataLst>
              <p:tags r:id="rId3"/>
            </p:custDataLst>
          </p:nvPr>
        </p:nvSpPr>
        <p:spPr>
          <a:xfrm>
            <a:off x="1302483" y="2296529"/>
            <a:ext cx="1198338" cy="1198336"/>
          </a:xfrm>
          <a:prstGeom prst="blockArc">
            <a:avLst>
              <a:gd name="adj1" fmla="val 3269576"/>
              <a:gd name="adj2" fmla="val 7512428"/>
              <a:gd name="adj3" fmla="val 573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217678" y="374008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背景问题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7" name="椭圆 36"/>
          <p:cNvSpPr/>
          <p:nvPr>
            <p:custDataLst>
              <p:tags r:id="rId5"/>
            </p:custDataLst>
          </p:nvPr>
        </p:nvSpPr>
        <p:spPr>
          <a:xfrm>
            <a:off x="4098716" y="2296528"/>
            <a:ext cx="1198336" cy="1198336"/>
          </a:xfrm>
          <a:prstGeom prst="ellipse">
            <a:avLst/>
          </a:prstGeom>
          <a:solidFill>
            <a:schemeClr val="bg1"/>
          </a:solidFill>
          <a:ln w="34925">
            <a:noFill/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4289760" y="2541753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>
                <a:solidFill>
                  <a:schemeClr val="accent1"/>
                </a:solidFill>
                <a:latin typeface="+mj-ea"/>
                <a:ea typeface="+mj-ea"/>
              </a:rPr>
              <a:t>02</a:t>
            </a:r>
            <a:endParaRPr lang="zh-CN" altLang="en-US" sz="4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4" name="空心弧 43"/>
          <p:cNvSpPr/>
          <p:nvPr>
            <p:custDataLst>
              <p:tags r:id="rId7"/>
            </p:custDataLst>
          </p:nvPr>
        </p:nvSpPr>
        <p:spPr>
          <a:xfrm>
            <a:off x="4098715" y="2296529"/>
            <a:ext cx="1198338" cy="1198336"/>
          </a:xfrm>
          <a:prstGeom prst="blockArc">
            <a:avLst>
              <a:gd name="adj1" fmla="val 3269576"/>
              <a:gd name="adj2" fmla="val 7512428"/>
              <a:gd name="adj3" fmla="val 573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4020260" y="374008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本文</a:t>
            </a:r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方法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6894948" y="2296528"/>
            <a:ext cx="1198336" cy="1198336"/>
          </a:xfrm>
          <a:prstGeom prst="ellipse">
            <a:avLst/>
          </a:prstGeom>
          <a:solidFill>
            <a:schemeClr val="bg1"/>
          </a:solidFill>
          <a:ln w="34925">
            <a:noFill/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7085992" y="2541753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>
                <a:solidFill>
                  <a:schemeClr val="accent1"/>
                </a:solidFill>
                <a:latin typeface="+mj-ea"/>
                <a:ea typeface="+mj-ea"/>
              </a:rPr>
              <a:t>03</a:t>
            </a:r>
            <a:endParaRPr lang="zh-CN" altLang="en-US" sz="4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5" name="空心弧 44"/>
          <p:cNvSpPr/>
          <p:nvPr>
            <p:custDataLst>
              <p:tags r:id="rId11"/>
            </p:custDataLst>
          </p:nvPr>
        </p:nvSpPr>
        <p:spPr>
          <a:xfrm>
            <a:off x="6894947" y="2296529"/>
            <a:ext cx="1198338" cy="1198336"/>
          </a:xfrm>
          <a:prstGeom prst="blockArc">
            <a:avLst>
              <a:gd name="adj1" fmla="val 3269576"/>
              <a:gd name="adj2" fmla="val 7512428"/>
              <a:gd name="adj3" fmla="val 573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7121292" y="3740088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实验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9691179" y="2296528"/>
            <a:ext cx="1198336" cy="1198336"/>
          </a:xfrm>
          <a:prstGeom prst="ellipse">
            <a:avLst/>
          </a:prstGeom>
          <a:solidFill>
            <a:schemeClr val="bg1"/>
          </a:solidFill>
          <a:ln w="34925">
            <a:noFill/>
          </a:ln>
          <a:effectLst>
            <a:outerShdw blurRad="508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9882223" y="2541753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>
                <a:solidFill>
                  <a:schemeClr val="accent1"/>
                </a:solidFill>
                <a:latin typeface="+mj-ea"/>
                <a:ea typeface="+mj-ea"/>
              </a:rPr>
              <a:t>04</a:t>
            </a:r>
            <a:endParaRPr lang="zh-CN" altLang="en-US" sz="4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6" name="空心弧 45"/>
          <p:cNvSpPr/>
          <p:nvPr>
            <p:custDataLst>
              <p:tags r:id="rId15"/>
            </p:custDataLst>
          </p:nvPr>
        </p:nvSpPr>
        <p:spPr>
          <a:xfrm>
            <a:off x="9691178" y="2296529"/>
            <a:ext cx="1198338" cy="1198336"/>
          </a:xfrm>
          <a:prstGeom prst="blockArc">
            <a:avLst>
              <a:gd name="adj1" fmla="val 3269576"/>
              <a:gd name="adj2" fmla="val 7512428"/>
              <a:gd name="adj3" fmla="val 573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9923873" y="3740088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总结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60400" y="6421869"/>
            <a:ext cx="2189816" cy="234085"/>
            <a:chOff x="1044148" y="5205146"/>
            <a:chExt cx="2189816" cy="234085"/>
          </a:xfrm>
        </p:grpSpPr>
        <p:sp>
          <p:nvSpPr>
            <p:cNvPr id="39" name="任意多边形: 形状 38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42" name="图形 41"/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43" name="图形 42"/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1597" y="6176874"/>
            <a:ext cx="1591895" cy="357857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8509" y="6149975"/>
            <a:ext cx="309840" cy="406400"/>
          </a:xfrm>
          <a:prstGeom prst="rect">
            <a:avLst/>
          </a:prstGeom>
        </p:spPr>
      </p:pic>
      <p:pic>
        <p:nvPicPr>
          <p:cNvPr id="11" name="图片占位符 10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7" r="9487"/>
          <a:stretch>
            <a:fillRect/>
          </a:stretch>
        </p:blipFill>
        <p:spPr/>
      </p:pic>
      <p:sp>
        <p:nvSpPr>
          <p:cNvPr id="12" name="矩形 11"/>
          <p:cNvSpPr/>
          <p:nvPr/>
        </p:nvSpPr>
        <p:spPr>
          <a:xfrm>
            <a:off x="0" y="0"/>
            <a:ext cx="12192000" cy="5848350"/>
          </a:xfrm>
          <a:prstGeom prst="rect">
            <a:avLst/>
          </a:prstGeom>
          <a:gradFill>
            <a:gsLst>
              <a:gs pos="49000">
                <a:schemeClr val="accent1">
                  <a:alpha val="70000"/>
                </a:schemeClr>
              </a:gs>
              <a:gs pos="0">
                <a:schemeClr val="accent1">
                  <a:alpha val="3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3905250" y="733425"/>
            <a:ext cx="4381500" cy="4381500"/>
          </a:xfrm>
          <a:prstGeom prst="roundRect">
            <a:avLst>
              <a:gd name="adj" fmla="val 608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243844" y="1354515"/>
            <a:ext cx="1704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>
                <a:gradFill>
                  <a:gsLst>
                    <a:gs pos="27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3000000" scaled="0"/>
                </a:gradFill>
                <a:latin typeface="+mj-ea"/>
                <a:ea typeface="+mj-ea"/>
              </a:rPr>
              <a:t>01</a:t>
            </a:r>
            <a:endParaRPr lang="zh-CN" altLang="en-US" sz="9600" b="1">
              <a:gradFill>
                <a:gsLst>
                  <a:gs pos="27000">
                    <a:schemeClr val="accent1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3000000" scaled="0"/>
              </a:gradFill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689974" y="2924175"/>
            <a:ext cx="812053" cy="133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180573" y="3271749"/>
            <a:ext cx="18694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spc="120">
                <a:solidFill>
                  <a:schemeClr val="accent1"/>
                </a:solidFill>
                <a:latin typeface="+mj-ea"/>
                <a:ea typeface="+mj-ea"/>
              </a:rPr>
              <a:t>背景问题</a:t>
            </a:r>
            <a:endParaRPr lang="zh-CN" altLang="en-US" sz="3200" b="1" spc="12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figur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" y="777240"/>
            <a:ext cx="8329295" cy="5628005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660400" y="6421869"/>
            <a:ext cx="2189816" cy="234085"/>
            <a:chOff x="1044148" y="5205146"/>
            <a:chExt cx="2189816" cy="234085"/>
          </a:xfrm>
        </p:grpSpPr>
        <p:sp>
          <p:nvSpPr>
            <p:cNvPr id="33" name="任意多边形: 形状 32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36" name="图形 35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1377632" y="207136"/>
            <a:ext cx="36902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背景</a:t>
            </a:r>
            <a:r>
              <a:rPr lang="zh-CN" altLang="en-US" sz="2800" b="1" spc="120">
                <a:latin typeface="+mj-ea"/>
                <a:ea typeface="+mj-ea"/>
              </a:rPr>
              <a:t>问题</a:t>
            </a:r>
            <a:endParaRPr lang="zh-CN" altLang="en-US" sz="2800" b="1" spc="120">
              <a:latin typeface="+mj-ea"/>
              <a:ea typeface="+mj-ea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91402" y="237914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01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1" name="矩形: 圆角 13"/>
          <p:cNvSpPr/>
          <p:nvPr/>
        </p:nvSpPr>
        <p:spPr>
          <a:xfrm>
            <a:off x="4347210" y="1360805"/>
            <a:ext cx="7306945" cy="4136390"/>
          </a:xfrm>
          <a:prstGeom prst="roundRect">
            <a:avLst>
              <a:gd name="adj" fmla="val 2983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形 5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75821" y="3017363"/>
            <a:ext cx="548226" cy="548914"/>
          </a:xfrm>
          <a:prstGeom prst="rect">
            <a:avLst/>
          </a:prstGeom>
        </p:spPr>
      </p:pic>
      <p:sp>
        <p:nvSpPr>
          <p:cNvPr id="24" name="任意多边形: 形状 46"/>
          <p:cNvSpPr/>
          <p:nvPr>
            <p:custDataLst>
              <p:tags r:id="rId9"/>
            </p:custDataLst>
          </p:nvPr>
        </p:nvSpPr>
        <p:spPr>
          <a:xfrm>
            <a:off x="10802624" y="1716050"/>
            <a:ext cx="521563" cy="534070"/>
          </a:xfrm>
          <a:custGeom>
            <a:avLst/>
            <a:gdLst>
              <a:gd name="connsiteX0" fmla="*/ 476930 w 2396728"/>
              <a:gd name="connsiteY0" fmla="*/ 1653203 h 2454201"/>
              <a:gd name="connsiteX1" fmla="*/ 552214 w 2396728"/>
              <a:gd name="connsiteY1" fmla="*/ 1728488 h 2454201"/>
              <a:gd name="connsiteX2" fmla="*/ 476930 w 2396728"/>
              <a:gd name="connsiteY2" fmla="*/ 1803772 h 2454201"/>
              <a:gd name="connsiteX3" fmla="*/ 401645 w 2396728"/>
              <a:gd name="connsiteY3" fmla="*/ 1728488 h 2454201"/>
              <a:gd name="connsiteX4" fmla="*/ 476930 w 2396728"/>
              <a:gd name="connsiteY4" fmla="*/ 1653203 h 2454201"/>
              <a:gd name="connsiteX5" fmla="*/ 752464 w 2396728"/>
              <a:gd name="connsiteY5" fmla="*/ 1652821 h 2454201"/>
              <a:gd name="connsiteX6" fmla="*/ 1253470 w 2396728"/>
              <a:gd name="connsiteY6" fmla="*/ 1652821 h 2454201"/>
              <a:gd name="connsiteX7" fmla="*/ 1302386 w 2396728"/>
              <a:gd name="connsiteY7" fmla="*/ 1703265 h 2454201"/>
              <a:gd name="connsiteX8" fmla="*/ 1302386 w 2396728"/>
              <a:gd name="connsiteY8" fmla="*/ 1753328 h 2454201"/>
              <a:gd name="connsiteX9" fmla="*/ 1253470 w 2396728"/>
              <a:gd name="connsiteY9" fmla="*/ 1803008 h 2454201"/>
              <a:gd name="connsiteX10" fmla="*/ 752464 w 2396728"/>
              <a:gd name="connsiteY10" fmla="*/ 1803008 h 2454201"/>
              <a:gd name="connsiteX11" fmla="*/ 701255 w 2396728"/>
              <a:gd name="connsiteY11" fmla="*/ 1753328 h 2454201"/>
              <a:gd name="connsiteX12" fmla="*/ 701255 w 2396728"/>
              <a:gd name="connsiteY12" fmla="*/ 1703265 h 2454201"/>
              <a:gd name="connsiteX13" fmla="*/ 752464 w 2396728"/>
              <a:gd name="connsiteY13" fmla="*/ 1652821 h 2454201"/>
              <a:gd name="connsiteX14" fmla="*/ 2362101 w 2396728"/>
              <a:gd name="connsiteY14" fmla="*/ 1553079 h 2454201"/>
              <a:gd name="connsiteX15" fmla="*/ 2387323 w 2396728"/>
              <a:gd name="connsiteY15" fmla="*/ 1562633 h 2454201"/>
              <a:gd name="connsiteX16" fmla="*/ 2381973 w 2396728"/>
              <a:gd name="connsiteY16" fmla="*/ 1623396 h 2454201"/>
              <a:gd name="connsiteX17" fmla="*/ 1782372 w 2396728"/>
              <a:gd name="connsiteY17" fmla="*/ 2328090 h 2454201"/>
              <a:gd name="connsiteX18" fmla="*/ 1736513 w 2396728"/>
              <a:gd name="connsiteY18" fmla="*/ 2354076 h 2454201"/>
              <a:gd name="connsiteX19" fmla="*/ 1689890 w 2396728"/>
              <a:gd name="connsiteY19" fmla="*/ 2327325 h 2454201"/>
              <a:gd name="connsiteX20" fmla="*/ 1430789 w 2396728"/>
              <a:gd name="connsiteY20" fmla="*/ 1976889 h 2454201"/>
              <a:gd name="connsiteX21" fmla="*/ 1437286 w 2396728"/>
              <a:gd name="connsiteY21" fmla="*/ 1908483 h 2454201"/>
              <a:gd name="connsiteX22" fmla="*/ 1468240 w 2396728"/>
              <a:gd name="connsiteY22" fmla="*/ 1897783 h 2454201"/>
              <a:gd name="connsiteX23" fmla="*/ 1509513 w 2396728"/>
              <a:gd name="connsiteY23" fmla="*/ 1916509 h 2454201"/>
              <a:gd name="connsiteX24" fmla="*/ 1743774 w 2396728"/>
              <a:gd name="connsiteY24" fmla="*/ 2104147 h 2454201"/>
              <a:gd name="connsiteX25" fmla="*/ 2321975 w 2396728"/>
              <a:gd name="connsiteY25" fmla="*/ 1569894 h 2454201"/>
              <a:gd name="connsiteX26" fmla="*/ 2362101 w 2396728"/>
              <a:gd name="connsiteY26" fmla="*/ 1553079 h 2454201"/>
              <a:gd name="connsiteX27" fmla="*/ 476930 w 2396728"/>
              <a:gd name="connsiteY27" fmla="*/ 1102135 h 2454201"/>
              <a:gd name="connsiteX28" fmla="*/ 552214 w 2396728"/>
              <a:gd name="connsiteY28" fmla="*/ 1177419 h 2454201"/>
              <a:gd name="connsiteX29" fmla="*/ 476930 w 2396728"/>
              <a:gd name="connsiteY29" fmla="*/ 1252704 h 2454201"/>
              <a:gd name="connsiteX30" fmla="*/ 401645 w 2396728"/>
              <a:gd name="connsiteY30" fmla="*/ 1177419 h 2454201"/>
              <a:gd name="connsiteX31" fmla="*/ 476930 w 2396728"/>
              <a:gd name="connsiteY31" fmla="*/ 1102135 h 2454201"/>
              <a:gd name="connsiteX32" fmla="*/ 752846 w 2396728"/>
              <a:gd name="connsiteY32" fmla="*/ 1101753 h 2454201"/>
              <a:gd name="connsiteX33" fmla="*/ 1704413 w 2396728"/>
              <a:gd name="connsiteY33" fmla="*/ 1101753 h 2454201"/>
              <a:gd name="connsiteX34" fmla="*/ 1753329 w 2396728"/>
              <a:gd name="connsiteY34" fmla="*/ 1152198 h 2454201"/>
              <a:gd name="connsiteX35" fmla="*/ 1753329 w 2396728"/>
              <a:gd name="connsiteY35" fmla="*/ 1201878 h 2454201"/>
              <a:gd name="connsiteX36" fmla="*/ 1754093 w 2396728"/>
              <a:gd name="connsiteY36" fmla="*/ 1201878 h 2454201"/>
              <a:gd name="connsiteX37" fmla="*/ 1704413 w 2396728"/>
              <a:gd name="connsiteY37" fmla="*/ 1251940 h 2454201"/>
              <a:gd name="connsiteX38" fmla="*/ 752846 w 2396728"/>
              <a:gd name="connsiteY38" fmla="*/ 1251940 h 2454201"/>
              <a:gd name="connsiteX39" fmla="*/ 701637 w 2396728"/>
              <a:gd name="connsiteY39" fmla="*/ 1202260 h 2454201"/>
              <a:gd name="connsiteX40" fmla="*/ 701637 w 2396728"/>
              <a:gd name="connsiteY40" fmla="*/ 1152198 h 2454201"/>
              <a:gd name="connsiteX41" fmla="*/ 752846 w 2396728"/>
              <a:gd name="connsiteY41" fmla="*/ 1101753 h 2454201"/>
              <a:gd name="connsiteX42" fmla="*/ 476930 w 2396728"/>
              <a:gd name="connsiteY42" fmla="*/ 551068 h 2454201"/>
              <a:gd name="connsiteX43" fmla="*/ 552214 w 2396728"/>
              <a:gd name="connsiteY43" fmla="*/ 625970 h 2454201"/>
              <a:gd name="connsiteX44" fmla="*/ 476930 w 2396728"/>
              <a:gd name="connsiteY44" fmla="*/ 701255 h 2454201"/>
              <a:gd name="connsiteX45" fmla="*/ 401645 w 2396728"/>
              <a:gd name="connsiteY45" fmla="*/ 625970 h 2454201"/>
              <a:gd name="connsiteX46" fmla="*/ 476930 w 2396728"/>
              <a:gd name="connsiteY46" fmla="*/ 551068 h 2454201"/>
              <a:gd name="connsiteX47" fmla="*/ 752464 w 2396728"/>
              <a:gd name="connsiteY47" fmla="*/ 550686 h 2454201"/>
              <a:gd name="connsiteX48" fmla="*/ 1704031 w 2396728"/>
              <a:gd name="connsiteY48" fmla="*/ 550686 h 2454201"/>
              <a:gd name="connsiteX49" fmla="*/ 1752947 w 2396728"/>
              <a:gd name="connsiteY49" fmla="*/ 601130 h 2454201"/>
              <a:gd name="connsiteX50" fmla="*/ 1752947 w 2396728"/>
              <a:gd name="connsiteY50" fmla="*/ 651575 h 2454201"/>
              <a:gd name="connsiteX51" fmla="*/ 1704031 w 2396728"/>
              <a:gd name="connsiteY51" fmla="*/ 701255 h 2454201"/>
              <a:gd name="connsiteX52" fmla="*/ 1704031 w 2396728"/>
              <a:gd name="connsiteY52" fmla="*/ 700873 h 2454201"/>
              <a:gd name="connsiteX53" fmla="*/ 752464 w 2396728"/>
              <a:gd name="connsiteY53" fmla="*/ 700873 h 2454201"/>
              <a:gd name="connsiteX54" fmla="*/ 701255 w 2396728"/>
              <a:gd name="connsiteY54" fmla="*/ 651193 h 2454201"/>
              <a:gd name="connsiteX55" fmla="*/ 701255 w 2396728"/>
              <a:gd name="connsiteY55" fmla="*/ 601130 h 2454201"/>
              <a:gd name="connsiteX56" fmla="*/ 752464 w 2396728"/>
              <a:gd name="connsiteY56" fmla="*/ 550686 h 2454201"/>
              <a:gd name="connsiteX57" fmla="*/ 101271 w 2396728"/>
              <a:gd name="connsiteY57" fmla="*/ 0 h 2454201"/>
              <a:gd name="connsiteX58" fmla="*/ 2054848 w 2396728"/>
              <a:gd name="connsiteY58" fmla="*/ 0 h 2454201"/>
              <a:gd name="connsiteX59" fmla="*/ 2153826 w 2396728"/>
              <a:gd name="connsiteY59" fmla="*/ 100507 h 2454201"/>
              <a:gd name="connsiteX60" fmla="*/ 2153826 w 2396728"/>
              <a:gd name="connsiteY60" fmla="*/ 1403275 h 2454201"/>
              <a:gd name="connsiteX61" fmla="*/ 2149623 w 2396728"/>
              <a:gd name="connsiteY61" fmla="*/ 1401746 h 2454201"/>
              <a:gd name="connsiteX62" fmla="*/ 2079688 w 2396728"/>
              <a:gd name="connsiteY62" fmla="*/ 1453337 h 2454201"/>
              <a:gd name="connsiteX63" fmla="*/ 2004404 w 2396728"/>
              <a:gd name="connsiteY63" fmla="*/ 1378052 h 2454201"/>
              <a:gd name="connsiteX64" fmla="*/ 2007461 w 2396728"/>
              <a:gd name="connsiteY64" fmla="*/ 1362002 h 2454201"/>
              <a:gd name="connsiteX65" fmla="*/ 2003639 w 2396728"/>
              <a:gd name="connsiteY65" fmla="*/ 1361238 h 2454201"/>
              <a:gd name="connsiteX66" fmla="*/ 2003639 w 2396728"/>
              <a:gd name="connsiteY66" fmla="*/ 150187 h 2454201"/>
              <a:gd name="connsiteX67" fmla="*/ 150187 w 2396728"/>
              <a:gd name="connsiteY67" fmla="*/ 150187 h 2454201"/>
              <a:gd name="connsiteX68" fmla="*/ 150187 w 2396728"/>
              <a:gd name="connsiteY68" fmla="*/ 2304014 h 2454201"/>
              <a:gd name="connsiteX69" fmla="*/ 1439960 w 2396728"/>
              <a:gd name="connsiteY69" fmla="*/ 2304014 h 2454201"/>
              <a:gd name="connsiteX70" fmla="*/ 1439960 w 2396728"/>
              <a:gd name="connsiteY70" fmla="*/ 2304397 h 2454201"/>
              <a:gd name="connsiteX71" fmla="*/ 1510277 w 2396728"/>
              <a:gd name="connsiteY71" fmla="*/ 2379299 h 2454201"/>
              <a:gd name="connsiteX72" fmla="*/ 1435375 w 2396728"/>
              <a:gd name="connsiteY72" fmla="*/ 2454201 h 2454201"/>
              <a:gd name="connsiteX73" fmla="*/ 101271 w 2396728"/>
              <a:gd name="connsiteY73" fmla="*/ 2454201 h 2454201"/>
              <a:gd name="connsiteX74" fmla="*/ 0 w 2396728"/>
              <a:gd name="connsiteY74" fmla="*/ 2354459 h 2454201"/>
              <a:gd name="connsiteX75" fmla="*/ 0 w 2396728"/>
              <a:gd name="connsiteY75" fmla="*/ 100507 h 2454201"/>
              <a:gd name="connsiteX76" fmla="*/ 101271 w 2396728"/>
              <a:gd name="connsiteY76" fmla="*/ 0 h 2454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2396728" h="2454201">
                <a:moveTo>
                  <a:pt x="476930" y="1653203"/>
                </a:moveTo>
                <a:cubicBezTo>
                  <a:pt x="518202" y="1653203"/>
                  <a:pt x="551832" y="1686833"/>
                  <a:pt x="552214" y="1728488"/>
                </a:cubicBezTo>
                <a:cubicBezTo>
                  <a:pt x="552214" y="1770142"/>
                  <a:pt x="518584" y="1803772"/>
                  <a:pt x="476930" y="1803772"/>
                </a:cubicBezTo>
                <a:cubicBezTo>
                  <a:pt x="435275" y="1803772"/>
                  <a:pt x="401645" y="1770142"/>
                  <a:pt x="401645" y="1728488"/>
                </a:cubicBezTo>
                <a:cubicBezTo>
                  <a:pt x="401645" y="1686833"/>
                  <a:pt x="435275" y="1653203"/>
                  <a:pt x="476930" y="1653203"/>
                </a:cubicBezTo>
                <a:close/>
                <a:moveTo>
                  <a:pt x="752464" y="1652821"/>
                </a:moveTo>
                <a:lnTo>
                  <a:pt x="1253470" y="1652821"/>
                </a:lnTo>
                <a:cubicBezTo>
                  <a:pt x="1280985" y="1652821"/>
                  <a:pt x="1302386" y="1675750"/>
                  <a:pt x="1302386" y="1703265"/>
                </a:cubicBezTo>
                <a:lnTo>
                  <a:pt x="1302386" y="1753328"/>
                </a:lnTo>
                <a:cubicBezTo>
                  <a:pt x="1302386" y="1780843"/>
                  <a:pt x="1280985" y="1803008"/>
                  <a:pt x="1253470" y="1803008"/>
                </a:cubicBezTo>
                <a:lnTo>
                  <a:pt x="752464" y="1803008"/>
                </a:lnTo>
                <a:cubicBezTo>
                  <a:pt x="724566" y="1803008"/>
                  <a:pt x="701255" y="1781225"/>
                  <a:pt x="701255" y="1753328"/>
                </a:cubicBezTo>
                <a:lnTo>
                  <a:pt x="701255" y="1703265"/>
                </a:lnTo>
                <a:cubicBezTo>
                  <a:pt x="701255" y="1675750"/>
                  <a:pt x="724949" y="1652821"/>
                  <a:pt x="752464" y="1652821"/>
                </a:cubicBezTo>
                <a:close/>
                <a:moveTo>
                  <a:pt x="2362101" y="1553079"/>
                </a:moveTo>
                <a:cubicBezTo>
                  <a:pt x="2371273" y="1553079"/>
                  <a:pt x="2379680" y="1556518"/>
                  <a:pt x="2387323" y="1562633"/>
                </a:cubicBezTo>
                <a:cubicBezTo>
                  <a:pt x="2396113" y="1569894"/>
                  <a:pt x="2405285" y="1590912"/>
                  <a:pt x="2381973" y="1623396"/>
                </a:cubicBezTo>
                <a:lnTo>
                  <a:pt x="1782372" y="2328090"/>
                </a:lnTo>
                <a:cubicBezTo>
                  <a:pt x="1781990" y="2328472"/>
                  <a:pt x="1762882" y="2354076"/>
                  <a:pt x="1736513" y="2354076"/>
                </a:cubicBezTo>
                <a:cubicBezTo>
                  <a:pt x="1720845" y="2354076"/>
                  <a:pt x="1705176" y="2345287"/>
                  <a:pt x="1689890" y="2327325"/>
                </a:cubicBezTo>
                <a:lnTo>
                  <a:pt x="1430789" y="1976889"/>
                </a:lnTo>
                <a:cubicBezTo>
                  <a:pt x="1429643" y="1975360"/>
                  <a:pt x="1403656" y="1933323"/>
                  <a:pt x="1437286" y="1908483"/>
                </a:cubicBezTo>
                <a:cubicBezTo>
                  <a:pt x="1447222" y="1901604"/>
                  <a:pt x="1457922" y="1897783"/>
                  <a:pt x="1468240" y="1897783"/>
                </a:cubicBezTo>
                <a:cubicBezTo>
                  <a:pt x="1481998" y="1897783"/>
                  <a:pt x="1495755" y="1904280"/>
                  <a:pt x="1509513" y="1916509"/>
                </a:cubicBezTo>
                <a:lnTo>
                  <a:pt x="1743774" y="2104147"/>
                </a:lnTo>
                <a:lnTo>
                  <a:pt x="2321975" y="1569894"/>
                </a:lnTo>
                <a:cubicBezTo>
                  <a:pt x="2322357" y="1569894"/>
                  <a:pt x="2340700" y="1553079"/>
                  <a:pt x="2362101" y="1553079"/>
                </a:cubicBezTo>
                <a:close/>
                <a:moveTo>
                  <a:pt x="476930" y="1102135"/>
                </a:moveTo>
                <a:cubicBezTo>
                  <a:pt x="518202" y="1102135"/>
                  <a:pt x="551832" y="1135765"/>
                  <a:pt x="552214" y="1177419"/>
                </a:cubicBezTo>
                <a:cubicBezTo>
                  <a:pt x="552214" y="1219074"/>
                  <a:pt x="518584" y="1252704"/>
                  <a:pt x="476930" y="1252704"/>
                </a:cubicBezTo>
                <a:cubicBezTo>
                  <a:pt x="435275" y="1252704"/>
                  <a:pt x="401645" y="1219074"/>
                  <a:pt x="401645" y="1177419"/>
                </a:cubicBezTo>
                <a:cubicBezTo>
                  <a:pt x="401645" y="1135765"/>
                  <a:pt x="435275" y="1102135"/>
                  <a:pt x="476930" y="1102135"/>
                </a:cubicBezTo>
                <a:close/>
                <a:moveTo>
                  <a:pt x="752846" y="1101753"/>
                </a:moveTo>
                <a:lnTo>
                  <a:pt x="1704413" y="1101753"/>
                </a:lnTo>
                <a:cubicBezTo>
                  <a:pt x="1731928" y="1101753"/>
                  <a:pt x="1753329" y="1124682"/>
                  <a:pt x="1753329" y="1152198"/>
                </a:cubicBezTo>
                <a:lnTo>
                  <a:pt x="1753329" y="1201878"/>
                </a:lnTo>
                <a:lnTo>
                  <a:pt x="1754093" y="1201878"/>
                </a:lnTo>
                <a:cubicBezTo>
                  <a:pt x="1754093" y="1230157"/>
                  <a:pt x="1731546" y="1251940"/>
                  <a:pt x="1704413" y="1251940"/>
                </a:cubicBezTo>
                <a:lnTo>
                  <a:pt x="752846" y="1251940"/>
                </a:lnTo>
                <a:cubicBezTo>
                  <a:pt x="724948" y="1251940"/>
                  <a:pt x="701637" y="1230157"/>
                  <a:pt x="701637" y="1202260"/>
                </a:cubicBezTo>
                <a:lnTo>
                  <a:pt x="701637" y="1152198"/>
                </a:lnTo>
                <a:cubicBezTo>
                  <a:pt x="701637" y="1124682"/>
                  <a:pt x="725331" y="1101753"/>
                  <a:pt x="752846" y="1101753"/>
                </a:cubicBezTo>
                <a:close/>
                <a:moveTo>
                  <a:pt x="476930" y="551068"/>
                </a:moveTo>
                <a:cubicBezTo>
                  <a:pt x="518202" y="551068"/>
                  <a:pt x="551832" y="584698"/>
                  <a:pt x="552214" y="625970"/>
                </a:cubicBezTo>
                <a:cubicBezTo>
                  <a:pt x="552214" y="667625"/>
                  <a:pt x="518584" y="701255"/>
                  <a:pt x="476930" y="701255"/>
                </a:cubicBezTo>
                <a:cubicBezTo>
                  <a:pt x="435275" y="701255"/>
                  <a:pt x="401645" y="667243"/>
                  <a:pt x="401645" y="625970"/>
                </a:cubicBezTo>
                <a:cubicBezTo>
                  <a:pt x="401645" y="584698"/>
                  <a:pt x="435275" y="551068"/>
                  <a:pt x="476930" y="551068"/>
                </a:cubicBezTo>
                <a:close/>
                <a:moveTo>
                  <a:pt x="752464" y="550686"/>
                </a:moveTo>
                <a:lnTo>
                  <a:pt x="1704031" y="550686"/>
                </a:lnTo>
                <a:cubicBezTo>
                  <a:pt x="1731546" y="550686"/>
                  <a:pt x="1752947" y="573615"/>
                  <a:pt x="1752947" y="601130"/>
                </a:cubicBezTo>
                <a:lnTo>
                  <a:pt x="1752947" y="651575"/>
                </a:lnTo>
                <a:cubicBezTo>
                  <a:pt x="1752947" y="679090"/>
                  <a:pt x="1731546" y="701255"/>
                  <a:pt x="1704031" y="701255"/>
                </a:cubicBezTo>
                <a:lnTo>
                  <a:pt x="1704031" y="700873"/>
                </a:lnTo>
                <a:lnTo>
                  <a:pt x="752464" y="700873"/>
                </a:lnTo>
                <a:cubicBezTo>
                  <a:pt x="724566" y="700873"/>
                  <a:pt x="701255" y="678708"/>
                  <a:pt x="701255" y="651193"/>
                </a:cubicBezTo>
                <a:lnTo>
                  <a:pt x="701255" y="601130"/>
                </a:lnTo>
                <a:cubicBezTo>
                  <a:pt x="701255" y="573615"/>
                  <a:pt x="724949" y="550686"/>
                  <a:pt x="752464" y="550686"/>
                </a:cubicBezTo>
                <a:close/>
                <a:moveTo>
                  <a:pt x="101271" y="0"/>
                </a:moveTo>
                <a:lnTo>
                  <a:pt x="2054848" y="0"/>
                </a:lnTo>
                <a:cubicBezTo>
                  <a:pt x="2109878" y="0"/>
                  <a:pt x="2153826" y="45094"/>
                  <a:pt x="2153826" y="100507"/>
                </a:cubicBezTo>
                <a:lnTo>
                  <a:pt x="2153826" y="1403275"/>
                </a:lnTo>
                <a:cubicBezTo>
                  <a:pt x="2153826" y="1402510"/>
                  <a:pt x="2151151" y="1402510"/>
                  <a:pt x="2149623" y="1401746"/>
                </a:cubicBezTo>
                <a:cubicBezTo>
                  <a:pt x="2139687" y="1431554"/>
                  <a:pt x="2112936" y="1453337"/>
                  <a:pt x="2079688" y="1453337"/>
                </a:cubicBezTo>
                <a:cubicBezTo>
                  <a:pt x="2038415" y="1453337"/>
                  <a:pt x="2004404" y="1419707"/>
                  <a:pt x="2004404" y="1378052"/>
                </a:cubicBezTo>
                <a:cubicBezTo>
                  <a:pt x="2004404" y="1372320"/>
                  <a:pt x="2006314" y="1367352"/>
                  <a:pt x="2007461" y="1362002"/>
                </a:cubicBezTo>
                <a:cubicBezTo>
                  <a:pt x="2006314" y="1361620"/>
                  <a:pt x="2006696" y="1361620"/>
                  <a:pt x="2003639" y="1361238"/>
                </a:cubicBezTo>
                <a:lnTo>
                  <a:pt x="2003639" y="150187"/>
                </a:lnTo>
                <a:lnTo>
                  <a:pt x="150187" y="150187"/>
                </a:lnTo>
                <a:lnTo>
                  <a:pt x="150187" y="2304014"/>
                </a:lnTo>
                <a:lnTo>
                  <a:pt x="1439960" y="2304014"/>
                </a:lnTo>
                <a:lnTo>
                  <a:pt x="1439960" y="2304397"/>
                </a:lnTo>
                <a:cubicBezTo>
                  <a:pt x="1479322" y="2307072"/>
                  <a:pt x="1509895" y="2339555"/>
                  <a:pt x="1510277" y="2379299"/>
                </a:cubicBezTo>
                <a:cubicBezTo>
                  <a:pt x="1510277" y="2420572"/>
                  <a:pt x="1476647" y="2454201"/>
                  <a:pt x="1435375" y="2454201"/>
                </a:cubicBezTo>
                <a:lnTo>
                  <a:pt x="101271" y="2454201"/>
                </a:lnTo>
                <a:cubicBezTo>
                  <a:pt x="45859" y="2454201"/>
                  <a:pt x="0" y="2409871"/>
                  <a:pt x="0" y="2354459"/>
                </a:cubicBezTo>
                <a:lnTo>
                  <a:pt x="0" y="100507"/>
                </a:lnTo>
                <a:cubicBezTo>
                  <a:pt x="0" y="45094"/>
                  <a:pt x="45859" y="0"/>
                  <a:pt x="101271" y="0"/>
                </a:cubicBezTo>
                <a:close/>
              </a:path>
            </a:pathLst>
          </a:custGeom>
          <a:solidFill>
            <a:schemeClr val="accent2"/>
          </a:solidFill>
          <a:ln w="380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347210" y="1527175"/>
                <a:ext cx="7306310" cy="364109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l">
                  <a:lnSpc>
                    <a:spcPct val="120000"/>
                  </a:lnSpc>
                </a:pPr>
                <a:endParaRPr lang="zh-CN" altLang="en-US" sz="1500">
                  <a:latin typeface="+mn-ea"/>
                  <a:cs typeface="+mn-ea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sz="1600">
                    <a:latin typeface="+mn-ea"/>
                    <a:cs typeface="+mn-ea"/>
                  </a:rPr>
                  <a:t>给定</a:t>
                </a:r>
                <a:r>
                  <a:rPr lang="zh-CN" altLang="en-US" sz="1600">
                    <a:solidFill>
                      <a:schemeClr val="accent3"/>
                    </a:solidFill>
                    <a:latin typeface="+mn-ea"/>
                    <a:cs typeface="+mn-ea"/>
                  </a:rPr>
                  <a:t>时序知识图谱</a:t>
                </a:r>
                <a:r>
                  <a:rPr lang="en-US" altLang="zh-CN" sz="1500">
                    <a:latin typeface="+mn-ea"/>
                    <a:cs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𝑜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𝜏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500">
                    <a:latin typeface="+mn-ea"/>
                    <a:cs typeface="+mn-ea"/>
                  </a:rPr>
                  <a:t> ,</a:t>
                </a:r>
                <a:endParaRPr lang="en-US" altLang="zh-CN" sz="1500">
                  <a:latin typeface="+mn-ea"/>
                  <a:cs typeface="+mn-ea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sz="1600">
                    <a:latin typeface="+mn-ea"/>
                    <a:cs typeface="+mn-ea"/>
                  </a:rPr>
                  <a:t>其中</a:t>
                </a:r>
                <a:r>
                  <a:rPr lang="en-US" altLang="zh-CN" sz="1500">
                    <a:latin typeface="+mn-ea"/>
                    <a:cs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charset="0"/>
                        <a:cs typeface="Cambria Math" panose="02040503050406030204" charset="0"/>
                      </a:rPr>
                      <m:t>s</m:t>
                    </m:r>
                  </m:oMath>
                </a14:m>
                <a:r>
                  <a:rPr lang="en-US" altLang="zh-CN" sz="1600">
                    <a:latin typeface="+mn-ea"/>
                    <a:cs typeface="+mn-ea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charset="0"/>
                        <a:cs typeface="Cambria Math" panose="02040503050406030204" charset="0"/>
                      </a:rPr>
                      <m:t>r</m:t>
                    </m:r>
                  </m:oMath>
                </a14:m>
                <a:r>
                  <a:rPr lang="en-US" altLang="zh-CN" sz="1600">
                    <a:latin typeface="+mn-ea"/>
                    <a:cs typeface="+mn-ea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charset="0"/>
                        <a:cs typeface="Cambria Math" panose="02040503050406030204" charset="0"/>
                      </a:rPr>
                      <m:t>o</m:t>
                    </m:r>
                  </m:oMath>
                </a14:m>
                <a:r>
                  <a:rPr lang="en-US" altLang="zh-CN" sz="1600">
                    <a:latin typeface="+mn-ea"/>
                    <a:cs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𝜏</m:t>
                    </m:r>
                  </m:oMath>
                </a14:m>
                <a:r>
                  <a:rPr lang="en-US" altLang="zh-CN" sz="1600">
                    <a:latin typeface="+mn-ea"/>
                    <a:cs typeface="+mn-ea"/>
                  </a:rPr>
                  <a:t> </a:t>
                </a:r>
                <a:r>
                  <a:rPr lang="zh-CN" altLang="en-US" sz="1600">
                    <a:latin typeface="+mn-ea"/>
                    <a:cs typeface="+mn-ea"/>
                  </a:rPr>
                  <a:t>分别表⽰主体、关系、客体和时间戳</a:t>
                </a:r>
                <a:r>
                  <a:rPr lang="zh-CN" altLang="en-US" sz="1500">
                    <a:latin typeface="+mn-ea"/>
                    <a:cs typeface="+mn-ea"/>
                  </a:rPr>
                  <a:t>。</a:t>
                </a:r>
                <a:endParaRPr lang="zh-CN" altLang="en-US" sz="1500">
                  <a:latin typeface="+mn-ea"/>
                  <a:cs typeface="+mn-ea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sz="1600">
                    <a:latin typeface="+mn-ea"/>
                    <a:cs typeface="+mn-ea"/>
                  </a:rPr>
                  <a:t>对于⾃然语⾔问题</a:t>
                </a:r>
                <a:r>
                  <a:rPr lang="zh-CN" altLang="en-US" sz="1500">
                    <a:latin typeface="+mn-ea"/>
                    <a:cs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charset="0"/>
                        <a:cs typeface="Cambria Math" panose="02040503050406030204" charset="0"/>
                      </a:rPr>
                      <m:t>q</m:t>
                    </m:r>
                  </m:oMath>
                </a14:m>
                <a:r>
                  <a:rPr lang="zh-CN" altLang="en-US" sz="1500">
                    <a:latin typeface="+mn-ea"/>
                    <a:cs typeface="+mn-ea"/>
                  </a:rPr>
                  <a:t>，</a:t>
                </a:r>
                <a:r>
                  <a:rPr lang="zh-CN" altLang="en-US" sz="1600">
                    <a:latin typeface="+mn-ea"/>
                    <a:cs typeface="+mn-ea"/>
                  </a:rPr>
                  <a:t>时序知识图谱问答的</a:t>
                </a:r>
                <a:r>
                  <a:rPr lang="zh-CN" altLang="en-US" sz="1600">
                    <a:solidFill>
                      <a:schemeClr val="accent3"/>
                    </a:solidFill>
                    <a:latin typeface="+mn-ea"/>
                    <a:cs typeface="+mn-ea"/>
                  </a:rPr>
                  <a:t>⽬标是基于</a:t>
                </a:r>
                <a:r>
                  <a:rPr lang="zh-CN" altLang="en-US" sz="1500">
                    <a:solidFill>
                      <a:schemeClr val="accent3"/>
                    </a:solidFill>
                    <a:latin typeface="+mn-ea"/>
                    <a:cs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𝒢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zh-CN" sz="1500">
                    <a:solidFill>
                      <a:schemeClr val="accent3"/>
                    </a:solidFill>
                    <a:latin typeface="+mn-ea"/>
                    <a:cs typeface="+mn-ea"/>
                  </a:rPr>
                  <a:t> </a:t>
                </a:r>
                <a:r>
                  <a:rPr lang="zh-CN" altLang="en-US" sz="1600">
                    <a:solidFill>
                      <a:schemeClr val="accent3"/>
                    </a:solidFill>
                    <a:latin typeface="+mn-ea"/>
                    <a:cs typeface="+mn-ea"/>
                  </a:rPr>
                  <a:t>中与问题相关的时序</a:t>
                </a:r>
                <a:endParaRPr lang="zh-CN" altLang="en-US" sz="1600">
                  <a:solidFill>
                    <a:schemeClr val="accent3"/>
                  </a:solidFill>
                  <a:latin typeface="+mn-ea"/>
                  <a:cs typeface="+mn-ea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zh-CN" altLang="en-US" sz="1600">
                    <a:solidFill>
                      <a:schemeClr val="accent3"/>
                    </a:solidFill>
                    <a:latin typeface="+mn-ea"/>
                    <a:cs typeface="+mn-ea"/>
                  </a:rPr>
                  <a:t>事实预测答案</a:t>
                </a:r>
                <a:r>
                  <a:rPr lang="zh-CN" altLang="en-US" sz="1500">
                    <a:solidFill>
                      <a:schemeClr val="accent3"/>
                    </a:solidFill>
                    <a:latin typeface="+mn-ea"/>
                    <a:cs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accent3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a</m:t>
                    </m:r>
                  </m:oMath>
                </a14:m>
                <a:r>
                  <a:rPr lang="en-US" altLang="zh-CN" sz="1500">
                    <a:solidFill>
                      <a:schemeClr val="accent3"/>
                    </a:solidFill>
                    <a:latin typeface="+mn-ea"/>
                    <a:cs typeface="+mn-ea"/>
                  </a:rPr>
                  <a:t> </a:t>
                </a:r>
                <a:r>
                  <a:rPr lang="zh-CN" altLang="en-US" sz="1500">
                    <a:latin typeface="+mn-ea"/>
                    <a:cs typeface="+mn-ea"/>
                  </a:rPr>
                  <a:t>。</a:t>
                </a:r>
                <a:endParaRPr lang="zh-CN" altLang="en-US" sz="1500">
                  <a:latin typeface="+mn-ea"/>
                  <a:cs typeface="+mn-ea"/>
                </a:endParaRPr>
              </a:p>
              <a:p>
                <a:pPr algn="l">
                  <a:lnSpc>
                    <a:spcPct val="120000"/>
                  </a:lnSpc>
                </a:pPr>
                <a:endParaRPr lang="zh-CN" altLang="en-US" sz="1500">
                  <a:latin typeface="+mn-ea"/>
                  <a:cs typeface="+mn-ea"/>
                </a:endParaRPr>
              </a:p>
              <a:p>
                <a:pPr algn="l">
                  <a:lnSpc>
                    <a:spcPct val="120000"/>
                  </a:lnSpc>
                </a:pPr>
                <a:endParaRPr lang="zh-CN" altLang="en-US" sz="1500">
                  <a:latin typeface="+mn-ea"/>
                  <a:cs typeface="+mn-ea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Wingdings" panose="05000000000000000000" charset="0"/>
                  <a:buChar char="l"/>
                </a:pPr>
                <a:r>
                  <a:rPr lang="zh-CN" altLang="en-US" sz="1600">
                    <a:latin typeface="+mn-ea"/>
                    <a:cs typeface="+mn-ea"/>
                  </a:rPr>
                  <a:t>现有</a:t>
                </a:r>
                <a:r>
                  <a:rPr lang="zh-CN" altLang="en-US" sz="1600">
                    <a:solidFill>
                      <a:schemeClr val="accent3"/>
                    </a:solidFill>
                    <a:latin typeface="+mn-ea"/>
                    <a:cs typeface="+mn-ea"/>
                  </a:rPr>
                  <a:t>基于路径的推理⽅法</a:t>
                </a:r>
                <a:r>
                  <a:rPr lang="zh-CN" altLang="en-US" sz="1600">
                    <a:latin typeface="+mn-ea"/>
                    <a:cs typeface="+mn-ea"/>
                  </a:rPr>
                  <a:t>通常</a:t>
                </a:r>
                <a:r>
                  <a:rPr lang="zh-CN" altLang="en-US" sz="1600">
                    <a:solidFill>
                      <a:schemeClr val="accent3"/>
                    </a:solidFill>
                    <a:latin typeface="+mn-ea"/>
                    <a:cs typeface="+mn-ea"/>
                  </a:rPr>
                  <a:t>将⼀条完整证据链视为单⼀推理对象</a:t>
                </a:r>
                <a:r>
                  <a:rPr lang="zh-CN" altLang="en-US" sz="1600">
                    <a:latin typeface="+mn-ea"/>
                    <a:cs typeface="+mn-ea"/>
                  </a:rPr>
                  <a:t>，在路径</a:t>
                </a:r>
                <a:br>
                  <a:rPr lang="zh-CN" altLang="en-US" sz="1600">
                    <a:latin typeface="+mn-ea"/>
                    <a:cs typeface="+mn-ea"/>
                  </a:rPr>
                </a:br>
                <a:r>
                  <a:rPr lang="zh-CN" altLang="en-US" sz="1600">
                    <a:latin typeface="+mn-ea"/>
                    <a:cs typeface="+mn-ea"/>
                  </a:rPr>
                  <a:t>构造结束后赋予整体评分。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Wingdings" panose="05000000000000000000" charset="0"/>
                  <a:buChar char="l"/>
                </a:pPr>
                <a:r>
                  <a:rPr lang="zh-CN" altLang="en-US" sz="1600">
                    <a:latin typeface="+mn-ea"/>
                    <a:cs typeface="+mn-ea"/>
                  </a:rPr>
                  <a:t>该⽅式能够判断“</a:t>
                </a:r>
                <a:r>
                  <a:rPr lang="zh-CN" altLang="en-US" sz="1600">
                    <a:solidFill>
                      <a:schemeClr val="accent3"/>
                    </a:solidFill>
                    <a:latin typeface="+mn-ea"/>
                    <a:cs typeface="+mn-ea"/>
                  </a:rPr>
                  <a:t>哪条完整路径更可信</a:t>
                </a:r>
                <a:r>
                  <a:rPr lang="zh-CN" altLang="en-US" sz="1600">
                    <a:latin typeface="+mn-ea"/>
                    <a:cs typeface="+mn-ea"/>
                  </a:rPr>
                  <a:t>”，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Wingdings" panose="05000000000000000000" charset="0"/>
                  <a:buChar char="l"/>
                </a:pPr>
                <a:r>
                  <a:rPr lang="zh-CN" altLang="en-US" sz="1600">
                    <a:latin typeface="+mn-ea"/>
                    <a:cs typeface="+mn-ea"/>
                  </a:rPr>
                  <a:t>但</a:t>
                </a:r>
                <a:r>
                  <a:rPr lang="zh-CN" altLang="en-US" sz="1600">
                    <a:solidFill>
                      <a:schemeClr val="accent3"/>
                    </a:solidFill>
                    <a:latin typeface="+mn-ea"/>
                    <a:cs typeface="+mn-ea"/>
                  </a:rPr>
                  <a:t>难以进⼀步描述证据在推理过程中如何逐步形成</a:t>
                </a:r>
                <a:r>
                  <a:rPr lang="zh-CN" altLang="en-US" sz="1600">
                    <a:latin typeface="+mn-ea"/>
                    <a:cs typeface="+mn-ea"/>
                  </a:rPr>
                  <a:t>：例如，某⼀事实的加⼊</a:t>
                </a:r>
                <a:br>
                  <a:rPr lang="zh-CN" altLang="en-US" sz="1600">
                    <a:latin typeface="+mn-ea"/>
                    <a:cs typeface="+mn-ea"/>
                  </a:rPr>
                </a:br>
                <a:r>
                  <a:rPr lang="zh-CN" altLang="en-US" sz="1600">
                    <a:latin typeface="+mn-ea"/>
                    <a:cs typeface="+mn-ea"/>
                  </a:rPr>
                  <a:t>是否增强了当前证据、当前前缀是否已经⾜以⽀持答案，以及继续扩展是否</a:t>
                </a:r>
                <a:br>
                  <a:rPr lang="zh-CN" altLang="en-US" sz="1600">
                    <a:latin typeface="+mn-ea"/>
                    <a:cs typeface="+mn-ea"/>
                  </a:rPr>
                </a:br>
                <a:r>
                  <a:rPr lang="zh-CN" altLang="en-US" sz="1600">
                    <a:latin typeface="+mn-ea"/>
                    <a:cs typeface="+mn-ea"/>
                  </a:rPr>
                  <a:t>引⼊了⽆关信息。</a:t>
                </a:r>
                <a:endParaRPr lang="zh-CN" altLang="en-US" sz="1600">
                  <a:latin typeface="+mn-ea"/>
                  <a:cs typeface="+mn-ea"/>
                </a:endParaRPr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4347210" y="1527175"/>
                <a:ext cx="7306310" cy="3641090"/>
              </a:xfrm>
              <a:prstGeom prst="rect">
                <a:avLst/>
              </a:prstGeom>
              <a:blipFill rotWithShape="1">
                <a:blip r:embed="rId12"/>
                <a:stretch>
                  <a:fillRect b="-4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9272270" y="1789430"/>
            <a:ext cx="1503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问题</a:t>
            </a:r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定义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9272270" y="3105785"/>
            <a:ext cx="1503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现有</a:t>
            </a:r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方法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4" grpId="0" bldLvl="0" animBg="1"/>
      <p:bldP spid="27" grpId="0"/>
      <p:bldP spid="28" grpId="0"/>
      <p:bldP spid="29" grpId="0"/>
      <p:bldP spid="21" grpId="1" animBg="1"/>
      <p:bldP spid="24" grpId="1" animBg="1"/>
      <p:bldP spid="27" grpId="1"/>
      <p:bldP spid="28" grpId="1"/>
      <p:bldP spid="2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figur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6355" y="772795"/>
            <a:ext cx="8329295" cy="5628005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660400" y="6421869"/>
            <a:ext cx="2189816" cy="234085"/>
            <a:chOff x="1044148" y="5205146"/>
            <a:chExt cx="2189816" cy="234085"/>
          </a:xfrm>
        </p:grpSpPr>
        <p:sp>
          <p:nvSpPr>
            <p:cNvPr id="33" name="任意多边形: 形状 32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36" name="图形 35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1377632" y="207136"/>
            <a:ext cx="36902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背景</a:t>
            </a:r>
            <a:r>
              <a:rPr lang="zh-CN" altLang="en-US" sz="2800" b="1" spc="120">
                <a:latin typeface="+mj-ea"/>
                <a:ea typeface="+mj-ea"/>
              </a:rPr>
              <a:t>问题</a:t>
            </a:r>
            <a:endParaRPr lang="zh-CN" altLang="en-US" sz="2800" b="1" spc="120">
              <a:latin typeface="+mj-ea"/>
              <a:ea typeface="+mj-ea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91402" y="237914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01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1" name="矩形: 圆角 13"/>
          <p:cNvSpPr/>
          <p:nvPr/>
        </p:nvSpPr>
        <p:spPr>
          <a:xfrm>
            <a:off x="597535" y="1360805"/>
            <a:ext cx="7571105" cy="4136390"/>
          </a:xfrm>
          <a:prstGeom prst="roundRect">
            <a:avLst>
              <a:gd name="adj" fmla="val 2983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 descr="7b0a202020202262756c6c6574223a20227b5c2263617465676f727949645c223a5c225c222c5c2274656d706c61746549645c223a32303233313731337d220a7d0a"/>
          <p:cNvSpPr txBox="1"/>
          <p:nvPr>
            <p:custDataLst>
              <p:tags r:id="rId6"/>
            </p:custDataLst>
          </p:nvPr>
        </p:nvSpPr>
        <p:spPr>
          <a:xfrm>
            <a:off x="597535" y="2078990"/>
            <a:ext cx="7528560" cy="32778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20000"/>
              </a:lnSpc>
            </a:pPr>
            <a:endParaRPr lang="zh-CN" altLang="en-US" sz="1500">
              <a:latin typeface="+mn-ea"/>
              <a:cs typeface="+mn-ea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>
                <a:latin typeface="+mn-ea"/>
                <a:cs typeface="+mn-ea"/>
              </a:rPr>
              <a:t>将传统的完整路径静态评分转化为</a:t>
            </a:r>
            <a:r>
              <a:rPr lang="zh-CN" altLang="en-US" sz="1600">
                <a:solidFill>
                  <a:schemeClr val="accent3"/>
                </a:solidFill>
                <a:latin typeface="+mn-ea"/>
                <a:cs typeface="+mn-ea"/>
              </a:rPr>
              <a:t>证据前缀的动态演化建模</a:t>
            </a:r>
            <a:r>
              <a:rPr lang="zh-CN" altLang="en-US" sz="1600">
                <a:latin typeface="+mn-ea"/>
                <a:cs typeface="+mn-ea"/>
              </a:rPr>
              <a:t>，逐步刻画证据可靠</a:t>
            </a:r>
            <a:br>
              <a:rPr lang="zh-CN" altLang="en-US" sz="1600">
                <a:latin typeface="+mn-ea"/>
                <a:cs typeface="+mn-ea"/>
              </a:rPr>
            </a:br>
            <a:r>
              <a:rPr lang="zh-CN" altLang="en-US" sz="1600">
                <a:latin typeface="+mn-ea"/>
                <a:cs typeface="+mn-ea"/>
              </a:rPr>
              <a:t>性及其随新事实加入产生的变化。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charset="0"/>
              <a:buChar char="u"/>
            </a:pPr>
            <a:endParaRPr lang="zh-CN" altLang="en-US" sz="1600">
              <a:latin typeface="+mn-ea"/>
              <a:cs typeface="+mn-ea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>
                <a:latin typeface="+mn-ea"/>
                <a:cs typeface="+mn-ea"/>
              </a:rPr>
              <a:t>将每个合法前缀视为潜在决策点，同时</a:t>
            </a:r>
            <a:r>
              <a:rPr lang="zh-CN" altLang="en-US" sz="1600">
                <a:solidFill>
                  <a:schemeClr val="accent3"/>
                </a:solidFill>
                <a:latin typeface="+mn-ea"/>
                <a:cs typeface="+mn-ea"/>
              </a:rPr>
              <a:t>估计证据可靠性、证据充分性与答案支持</a:t>
            </a:r>
            <a:br>
              <a:rPr lang="zh-CN" altLang="en-US" sz="1600">
                <a:solidFill>
                  <a:schemeClr val="accent3"/>
                </a:solidFill>
                <a:latin typeface="+mn-ea"/>
                <a:cs typeface="+mn-ea"/>
              </a:rPr>
            </a:br>
            <a:r>
              <a:rPr lang="zh-CN" altLang="en-US" sz="1600">
                <a:solidFill>
                  <a:schemeClr val="accent3"/>
                </a:solidFill>
                <a:latin typeface="+mn-ea"/>
                <a:cs typeface="+mn-ea"/>
              </a:rPr>
              <a:t>程度</a:t>
            </a:r>
            <a:r>
              <a:rPr lang="zh-CN" altLang="en-US" sz="1600">
                <a:latin typeface="+mn-ea"/>
                <a:cs typeface="+mn-ea"/>
              </a:rPr>
              <a:t>，避免无效扩展或过早结束。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charset="0"/>
              <a:buChar char="u"/>
            </a:pPr>
            <a:endParaRPr lang="zh-CN" altLang="en-US" sz="1600">
              <a:latin typeface="+mn-ea"/>
              <a:cs typeface="+mn-ea"/>
            </a:endParaRPr>
          </a:p>
          <a:p>
            <a:pPr marL="285750" indent="-285750" algn="l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>
                <a:latin typeface="+mn-ea"/>
                <a:cs typeface="+mn-ea"/>
              </a:rPr>
              <a:t>进一步</a:t>
            </a:r>
            <a:r>
              <a:rPr lang="zh-CN" altLang="en-US" sz="1600">
                <a:solidFill>
                  <a:schemeClr val="accent3"/>
                </a:solidFill>
                <a:latin typeface="+mn-ea"/>
                <a:cs typeface="+mn-ea"/>
              </a:rPr>
              <a:t>建模同答案证据链的协同与异答案证据链的竞争</a:t>
            </a:r>
            <a:r>
              <a:rPr lang="zh-CN" altLang="en-US" sz="1600">
                <a:latin typeface="+mn-ea"/>
                <a:cs typeface="+mn-ea"/>
              </a:rPr>
              <a:t>，并结合</a:t>
            </a:r>
            <a:r>
              <a:rPr lang="zh-CN" altLang="en-US" sz="1600">
                <a:solidFill>
                  <a:schemeClr val="accent3"/>
                </a:solidFill>
                <a:latin typeface="+mn-ea"/>
                <a:cs typeface="+mn-ea"/>
              </a:rPr>
              <a:t>弱监督与反事实</a:t>
            </a:r>
            <a:br>
              <a:rPr lang="zh-CN" altLang="en-US" sz="1600">
                <a:solidFill>
                  <a:schemeClr val="accent3"/>
                </a:solidFill>
                <a:latin typeface="+mn-ea"/>
                <a:cs typeface="+mn-ea"/>
              </a:rPr>
            </a:br>
            <a:r>
              <a:rPr lang="zh-CN" altLang="en-US" sz="1600">
                <a:solidFill>
                  <a:schemeClr val="accent3"/>
                </a:solidFill>
                <a:latin typeface="+mn-ea"/>
                <a:cs typeface="+mn-ea"/>
              </a:rPr>
              <a:t>学习</a:t>
            </a:r>
            <a:r>
              <a:rPr lang="zh-CN" altLang="en-US" sz="1600">
                <a:latin typeface="+mn-ea"/>
                <a:cs typeface="+mn-ea"/>
              </a:rPr>
              <a:t>提升对干扰路径的辨别能力。</a:t>
            </a:r>
            <a:endParaRPr lang="zh-CN" altLang="en-US" sz="1600">
              <a:latin typeface="+mn-ea"/>
              <a:cs typeface="+mn-ea"/>
            </a:endParaRPr>
          </a:p>
        </p:txBody>
      </p:sp>
      <p:sp>
        <p:nvSpPr>
          <p:cNvPr id="56" name="任意多边形: 形状 55"/>
          <p:cNvSpPr/>
          <p:nvPr>
            <p:custDataLst>
              <p:tags r:id="rId7"/>
            </p:custDataLst>
          </p:nvPr>
        </p:nvSpPr>
        <p:spPr>
          <a:xfrm>
            <a:off x="2103618" y="1476316"/>
            <a:ext cx="604668" cy="602059"/>
          </a:xfrm>
          <a:custGeom>
            <a:avLst/>
            <a:gdLst>
              <a:gd name="connsiteX0" fmla="*/ 223965 w 593293"/>
              <a:gd name="connsiteY0" fmla="*/ 135855 h 590732"/>
              <a:gd name="connsiteX1" fmla="*/ 230553 w 593293"/>
              <a:gd name="connsiteY1" fmla="*/ 139675 h 590732"/>
              <a:gd name="connsiteX2" fmla="*/ 262479 w 593293"/>
              <a:gd name="connsiteY2" fmla="*/ 297413 h 590732"/>
              <a:gd name="connsiteX3" fmla="*/ 286100 w 593293"/>
              <a:gd name="connsiteY3" fmla="*/ 184148 h 590732"/>
              <a:gd name="connsiteX4" fmla="*/ 291987 w 593293"/>
              <a:gd name="connsiteY4" fmla="*/ 179627 h 590732"/>
              <a:gd name="connsiteX5" fmla="*/ 301484 w 593293"/>
              <a:gd name="connsiteY5" fmla="*/ 179522 h 590732"/>
              <a:gd name="connsiteX6" fmla="*/ 308283 w 593293"/>
              <a:gd name="connsiteY6" fmla="*/ 183447 h 590732"/>
              <a:gd name="connsiteX7" fmla="*/ 324509 w 593293"/>
              <a:gd name="connsiteY7" fmla="*/ 234998 h 590732"/>
              <a:gd name="connsiteX8" fmla="*/ 368701 w 593293"/>
              <a:gd name="connsiteY8" fmla="*/ 234998 h 590732"/>
              <a:gd name="connsiteX9" fmla="*/ 374273 w 593293"/>
              <a:gd name="connsiteY9" fmla="*/ 240535 h 590732"/>
              <a:gd name="connsiteX10" fmla="*/ 374273 w 593293"/>
              <a:gd name="connsiteY10" fmla="*/ 251644 h 590732"/>
              <a:gd name="connsiteX11" fmla="*/ 368701 w 593293"/>
              <a:gd name="connsiteY11" fmla="*/ 257181 h 590732"/>
              <a:gd name="connsiteX12" fmla="*/ 313750 w 593293"/>
              <a:gd name="connsiteY12" fmla="*/ 257111 h 590732"/>
              <a:gd name="connsiteX13" fmla="*/ 306951 w 593293"/>
              <a:gd name="connsiteY13" fmla="*/ 253186 h 590732"/>
              <a:gd name="connsiteX14" fmla="*/ 298681 w 593293"/>
              <a:gd name="connsiteY14" fmla="*/ 226797 h 590732"/>
              <a:gd name="connsiteX15" fmla="*/ 272677 w 593293"/>
              <a:gd name="connsiteY15" fmla="*/ 348684 h 590732"/>
              <a:gd name="connsiteX16" fmla="*/ 268682 w 593293"/>
              <a:gd name="connsiteY16" fmla="*/ 355097 h 590732"/>
              <a:gd name="connsiteX17" fmla="*/ 259325 w 593293"/>
              <a:gd name="connsiteY17" fmla="*/ 355203 h 590732"/>
              <a:gd name="connsiteX18" fmla="*/ 252737 w 593293"/>
              <a:gd name="connsiteY18" fmla="*/ 351418 h 590732"/>
              <a:gd name="connsiteX19" fmla="*/ 220530 w 593293"/>
              <a:gd name="connsiteY19" fmla="*/ 192453 h 590732"/>
              <a:gd name="connsiteX20" fmla="*/ 196103 w 593293"/>
              <a:gd name="connsiteY20" fmla="*/ 307296 h 590732"/>
              <a:gd name="connsiteX21" fmla="*/ 189024 w 593293"/>
              <a:gd name="connsiteY21" fmla="*/ 311817 h 590732"/>
              <a:gd name="connsiteX22" fmla="*/ 180368 w 593293"/>
              <a:gd name="connsiteY22" fmla="*/ 311922 h 590732"/>
              <a:gd name="connsiteX23" fmla="*/ 173429 w 593293"/>
              <a:gd name="connsiteY23" fmla="*/ 307962 h 590732"/>
              <a:gd name="connsiteX24" fmla="*/ 157133 w 593293"/>
              <a:gd name="connsiteY24" fmla="*/ 257146 h 590732"/>
              <a:gd name="connsiteX25" fmla="*/ 113151 w 593293"/>
              <a:gd name="connsiteY25" fmla="*/ 257146 h 590732"/>
              <a:gd name="connsiteX26" fmla="*/ 107614 w 593293"/>
              <a:gd name="connsiteY26" fmla="*/ 251609 h 590732"/>
              <a:gd name="connsiteX27" fmla="*/ 107614 w 593293"/>
              <a:gd name="connsiteY27" fmla="*/ 240500 h 590732"/>
              <a:gd name="connsiteX28" fmla="*/ 113151 w 593293"/>
              <a:gd name="connsiteY28" fmla="*/ 234963 h 590732"/>
              <a:gd name="connsiteX29" fmla="*/ 167821 w 593293"/>
              <a:gd name="connsiteY29" fmla="*/ 234788 h 590732"/>
              <a:gd name="connsiteX30" fmla="*/ 174760 w 593293"/>
              <a:gd name="connsiteY30" fmla="*/ 238047 h 590732"/>
              <a:gd name="connsiteX31" fmla="*/ 183241 w 593293"/>
              <a:gd name="connsiteY31" fmla="*/ 264471 h 590732"/>
              <a:gd name="connsiteX32" fmla="*/ 207143 w 593293"/>
              <a:gd name="connsiteY32" fmla="*/ 139781 h 590732"/>
              <a:gd name="connsiteX33" fmla="*/ 212154 w 593293"/>
              <a:gd name="connsiteY33" fmla="*/ 135996 h 590732"/>
              <a:gd name="connsiteX34" fmla="*/ 223965 w 593293"/>
              <a:gd name="connsiteY34" fmla="*/ 135855 h 590732"/>
              <a:gd name="connsiteX35" fmla="*/ 243094 w 593293"/>
              <a:gd name="connsiteY35" fmla="*/ 38535 h 590732"/>
              <a:gd name="connsiteX36" fmla="*/ 38535 w 593293"/>
              <a:gd name="connsiteY36" fmla="*/ 246064 h 590732"/>
              <a:gd name="connsiteX37" fmla="*/ 243094 w 593293"/>
              <a:gd name="connsiteY37" fmla="*/ 453592 h 590732"/>
              <a:gd name="connsiteX38" fmla="*/ 447652 w 593293"/>
              <a:gd name="connsiteY38" fmla="*/ 246064 h 590732"/>
              <a:gd name="connsiteX39" fmla="*/ 243094 w 593293"/>
              <a:gd name="connsiteY39" fmla="*/ 38535 h 590732"/>
              <a:gd name="connsiteX40" fmla="*/ 243094 w 593293"/>
              <a:gd name="connsiteY40" fmla="*/ 0 h 590732"/>
              <a:gd name="connsiteX41" fmla="*/ 483217 w 593293"/>
              <a:gd name="connsiteY41" fmla="*/ 246064 h 590732"/>
              <a:gd name="connsiteX42" fmla="*/ 432800 w 593293"/>
              <a:gd name="connsiteY42" fmla="*/ 394265 h 590732"/>
              <a:gd name="connsiteX43" fmla="*/ 441711 w 593293"/>
              <a:gd name="connsiteY43" fmla="*/ 400205 h 590732"/>
              <a:gd name="connsiteX44" fmla="*/ 586942 w 593293"/>
              <a:gd name="connsiteY44" fmla="*/ 548484 h 590732"/>
              <a:gd name="connsiteX45" fmla="*/ 583972 w 593293"/>
              <a:gd name="connsiteY45" fmla="*/ 584049 h 590732"/>
              <a:gd name="connsiteX46" fmla="*/ 548406 w 593293"/>
              <a:gd name="connsiteY46" fmla="*/ 584049 h 590732"/>
              <a:gd name="connsiteX47" fmla="*/ 406146 w 593293"/>
              <a:gd name="connsiteY47" fmla="*/ 435848 h 590732"/>
              <a:gd name="connsiteX48" fmla="*/ 400205 w 593293"/>
              <a:gd name="connsiteY48" fmla="*/ 429908 h 590732"/>
              <a:gd name="connsiteX49" fmla="*/ 240123 w 593293"/>
              <a:gd name="connsiteY49" fmla="*/ 492127 h 590732"/>
              <a:gd name="connsiteX50" fmla="*/ 0 w 593293"/>
              <a:gd name="connsiteY50" fmla="*/ 246064 h 590732"/>
              <a:gd name="connsiteX51" fmla="*/ 243094 w 593293"/>
              <a:gd name="connsiteY51" fmla="*/ 0 h 590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593293" h="590732">
                <a:moveTo>
                  <a:pt x="223965" y="135855"/>
                </a:moveTo>
                <a:cubicBezTo>
                  <a:pt x="226838" y="135084"/>
                  <a:pt x="229782" y="136802"/>
                  <a:pt x="230553" y="139675"/>
                </a:cubicBezTo>
                <a:lnTo>
                  <a:pt x="262479" y="297413"/>
                </a:lnTo>
                <a:lnTo>
                  <a:pt x="286100" y="184148"/>
                </a:lnTo>
                <a:cubicBezTo>
                  <a:pt x="286871" y="181274"/>
                  <a:pt x="289113" y="178891"/>
                  <a:pt x="291987" y="179627"/>
                </a:cubicBezTo>
                <a:lnTo>
                  <a:pt x="301484" y="179522"/>
                </a:lnTo>
                <a:cubicBezTo>
                  <a:pt x="304428" y="178716"/>
                  <a:pt x="307477" y="180503"/>
                  <a:pt x="308283" y="183447"/>
                </a:cubicBezTo>
                <a:lnTo>
                  <a:pt x="324509" y="234998"/>
                </a:lnTo>
                <a:lnTo>
                  <a:pt x="368701" y="234998"/>
                </a:lnTo>
                <a:cubicBezTo>
                  <a:pt x="371785" y="234998"/>
                  <a:pt x="374273" y="237486"/>
                  <a:pt x="374273" y="240535"/>
                </a:cubicBezTo>
                <a:lnTo>
                  <a:pt x="374273" y="251644"/>
                </a:lnTo>
                <a:cubicBezTo>
                  <a:pt x="374238" y="254693"/>
                  <a:pt x="371785" y="257181"/>
                  <a:pt x="368701" y="257181"/>
                </a:cubicBezTo>
                <a:lnTo>
                  <a:pt x="313750" y="257111"/>
                </a:lnTo>
                <a:cubicBezTo>
                  <a:pt x="310806" y="257917"/>
                  <a:pt x="307757" y="256130"/>
                  <a:pt x="306951" y="253186"/>
                </a:cubicBezTo>
                <a:lnTo>
                  <a:pt x="298681" y="226797"/>
                </a:lnTo>
                <a:lnTo>
                  <a:pt x="272677" y="348684"/>
                </a:lnTo>
                <a:cubicBezTo>
                  <a:pt x="272677" y="348684"/>
                  <a:pt x="272152" y="355097"/>
                  <a:pt x="268682" y="355097"/>
                </a:cubicBezTo>
                <a:cubicBezTo>
                  <a:pt x="265213" y="355097"/>
                  <a:pt x="259325" y="355203"/>
                  <a:pt x="259325" y="355203"/>
                </a:cubicBezTo>
                <a:cubicBezTo>
                  <a:pt x="256451" y="355974"/>
                  <a:pt x="253508" y="354256"/>
                  <a:pt x="252737" y="351418"/>
                </a:cubicBezTo>
                <a:lnTo>
                  <a:pt x="220530" y="192453"/>
                </a:lnTo>
                <a:lnTo>
                  <a:pt x="196103" y="307296"/>
                </a:lnTo>
                <a:cubicBezTo>
                  <a:pt x="195332" y="310170"/>
                  <a:pt x="191967" y="312588"/>
                  <a:pt x="189024" y="311817"/>
                </a:cubicBezTo>
                <a:lnTo>
                  <a:pt x="180368" y="311922"/>
                </a:lnTo>
                <a:cubicBezTo>
                  <a:pt x="177354" y="312728"/>
                  <a:pt x="174200" y="310941"/>
                  <a:pt x="173429" y="307962"/>
                </a:cubicBezTo>
                <a:lnTo>
                  <a:pt x="157133" y="257146"/>
                </a:lnTo>
                <a:lnTo>
                  <a:pt x="113151" y="257146"/>
                </a:lnTo>
                <a:cubicBezTo>
                  <a:pt x="110102" y="257146"/>
                  <a:pt x="107614" y="254658"/>
                  <a:pt x="107614" y="251609"/>
                </a:cubicBezTo>
                <a:lnTo>
                  <a:pt x="107614" y="240500"/>
                </a:lnTo>
                <a:cubicBezTo>
                  <a:pt x="107614" y="237451"/>
                  <a:pt x="110102" y="234963"/>
                  <a:pt x="113151" y="234963"/>
                </a:cubicBezTo>
                <a:lnTo>
                  <a:pt x="167821" y="234788"/>
                </a:lnTo>
                <a:cubicBezTo>
                  <a:pt x="171151" y="234683"/>
                  <a:pt x="173989" y="235033"/>
                  <a:pt x="174760" y="238047"/>
                </a:cubicBezTo>
                <a:lnTo>
                  <a:pt x="183241" y="264471"/>
                </a:lnTo>
                <a:lnTo>
                  <a:pt x="207143" y="139781"/>
                </a:lnTo>
                <a:cubicBezTo>
                  <a:pt x="207143" y="139781"/>
                  <a:pt x="208299" y="135996"/>
                  <a:pt x="212154" y="135996"/>
                </a:cubicBezTo>
                <a:cubicBezTo>
                  <a:pt x="215939" y="136031"/>
                  <a:pt x="223965" y="135855"/>
                  <a:pt x="223965" y="135855"/>
                </a:cubicBezTo>
                <a:close/>
                <a:moveTo>
                  <a:pt x="243094" y="38535"/>
                </a:moveTo>
                <a:cubicBezTo>
                  <a:pt x="130458" y="38535"/>
                  <a:pt x="38535" y="130457"/>
                  <a:pt x="38535" y="246064"/>
                </a:cubicBezTo>
                <a:cubicBezTo>
                  <a:pt x="38535" y="361670"/>
                  <a:pt x="130458" y="453592"/>
                  <a:pt x="243094" y="453592"/>
                </a:cubicBezTo>
                <a:cubicBezTo>
                  <a:pt x="355729" y="453592"/>
                  <a:pt x="444681" y="361670"/>
                  <a:pt x="447652" y="246064"/>
                </a:cubicBezTo>
                <a:cubicBezTo>
                  <a:pt x="447652" y="130457"/>
                  <a:pt x="355729" y="38535"/>
                  <a:pt x="243094" y="38535"/>
                </a:cubicBezTo>
                <a:close/>
                <a:moveTo>
                  <a:pt x="243094" y="0"/>
                </a:moveTo>
                <a:cubicBezTo>
                  <a:pt x="376521" y="0"/>
                  <a:pt x="483217" y="109665"/>
                  <a:pt x="483217" y="246064"/>
                </a:cubicBezTo>
                <a:cubicBezTo>
                  <a:pt x="483217" y="302342"/>
                  <a:pt x="462425" y="352759"/>
                  <a:pt x="432800" y="394265"/>
                </a:cubicBezTo>
                <a:cubicBezTo>
                  <a:pt x="435771" y="397235"/>
                  <a:pt x="438741" y="397235"/>
                  <a:pt x="441711" y="400205"/>
                </a:cubicBezTo>
                <a:lnTo>
                  <a:pt x="586942" y="548484"/>
                </a:lnTo>
                <a:cubicBezTo>
                  <a:pt x="595853" y="557317"/>
                  <a:pt x="595853" y="575138"/>
                  <a:pt x="583972" y="584049"/>
                </a:cubicBezTo>
                <a:cubicBezTo>
                  <a:pt x="575061" y="592960"/>
                  <a:pt x="557317" y="592960"/>
                  <a:pt x="548406" y="584049"/>
                </a:cubicBezTo>
                <a:lnTo>
                  <a:pt x="406146" y="435848"/>
                </a:lnTo>
                <a:cubicBezTo>
                  <a:pt x="403176" y="435848"/>
                  <a:pt x="400205" y="432878"/>
                  <a:pt x="400205" y="429908"/>
                </a:cubicBezTo>
                <a:cubicBezTo>
                  <a:pt x="355729" y="468443"/>
                  <a:pt x="302343" y="492127"/>
                  <a:pt x="240123" y="492127"/>
                </a:cubicBezTo>
                <a:cubicBezTo>
                  <a:pt x="106695" y="492127"/>
                  <a:pt x="0" y="382462"/>
                  <a:pt x="0" y="246064"/>
                </a:cubicBezTo>
                <a:cubicBezTo>
                  <a:pt x="0" y="109665"/>
                  <a:pt x="109666" y="0"/>
                  <a:pt x="243094" y="0"/>
                </a:cubicBezTo>
                <a:close/>
              </a:path>
            </a:pathLst>
          </a:custGeom>
          <a:solidFill>
            <a:schemeClr val="accent1"/>
          </a:solidFill>
          <a:ln w="3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00075" y="1617980"/>
            <a:ext cx="1503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本文方法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7" grpId="0"/>
      <p:bldP spid="56" grpId="0" bldLvl="0" animBg="1"/>
      <p:bldP spid="29" grpId="0"/>
      <p:bldP spid="21" grpId="1" animBg="1"/>
      <p:bldP spid="27" grpId="1"/>
      <p:bldP spid="56" grpId="1" animBg="1"/>
      <p:bldP spid="2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1597" y="6176874"/>
            <a:ext cx="1591895" cy="357857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8509" y="6149975"/>
            <a:ext cx="309840" cy="406400"/>
          </a:xfrm>
          <a:prstGeom prst="rect">
            <a:avLst/>
          </a:prstGeom>
        </p:spPr>
      </p:pic>
      <p:pic>
        <p:nvPicPr>
          <p:cNvPr id="11" name="图片占位符 10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7" r="9487"/>
          <a:stretch>
            <a:fillRect/>
          </a:stretch>
        </p:blipFill>
        <p:spPr/>
      </p:pic>
      <p:sp>
        <p:nvSpPr>
          <p:cNvPr id="12" name="矩形 11"/>
          <p:cNvSpPr/>
          <p:nvPr/>
        </p:nvSpPr>
        <p:spPr>
          <a:xfrm>
            <a:off x="0" y="0"/>
            <a:ext cx="12192000" cy="5848350"/>
          </a:xfrm>
          <a:prstGeom prst="rect">
            <a:avLst/>
          </a:prstGeom>
          <a:gradFill>
            <a:gsLst>
              <a:gs pos="49000">
                <a:schemeClr val="accent1">
                  <a:alpha val="70000"/>
                </a:schemeClr>
              </a:gs>
              <a:gs pos="0">
                <a:schemeClr val="accent1">
                  <a:alpha val="3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3905250" y="733425"/>
            <a:ext cx="4381500" cy="4381500"/>
          </a:xfrm>
          <a:prstGeom prst="roundRect">
            <a:avLst>
              <a:gd name="adj" fmla="val 608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243844" y="1354515"/>
            <a:ext cx="168656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>
                <a:gradFill>
                  <a:gsLst>
                    <a:gs pos="27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3000000" scaled="0"/>
                </a:gradFill>
                <a:latin typeface="+mj-ea"/>
                <a:ea typeface="+mj-ea"/>
              </a:rPr>
              <a:t>02</a:t>
            </a:r>
            <a:endParaRPr lang="zh-CN" altLang="en-US" sz="9600" b="1">
              <a:gradFill>
                <a:gsLst>
                  <a:gs pos="27000">
                    <a:schemeClr val="accent1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3000000" scaled="0"/>
              </a:gradFill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689974" y="2924175"/>
            <a:ext cx="812053" cy="133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180573" y="3271749"/>
            <a:ext cx="18694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spc="120">
                <a:solidFill>
                  <a:schemeClr val="accent1"/>
                </a:solidFill>
                <a:latin typeface="+mj-ea"/>
                <a:ea typeface="+mj-ea"/>
              </a:rPr>
              <a:t>本文</a:t>
            </a:r>
            <a:r>
              <a:rPr lang="zh-CN" altLang="en-US" sz="3200" b="1" spc="120">
                <a:solidFill>
                  <a:schemeClr val="accent1"/>
                </a:solidFill>
                <a:latin typeface="+mj-ea"/>
                <a:ea typeface="+mj-ea"/>
              </a:rPr>
              <a:t>方法</a:t>
            </a:r>
            <a:endParaRPr lang="zh-CN" altLang="en-US" sz="3200" b="1" spc="12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77315" y="207010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本文方法</a:t>
            </a:r>
            <a:endParaRPr lang="zh-CN" altLang="en-US" sz="2800" b="1" spc="120">
              <a:latin typeface="+mj-ea"/>
              <a:ea typeface="+mj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1402" y="237914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02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60400" y="6421869"/>
            <a:ext cx="2189816" cy="234085"/>
            <a:chOff x="1044148" y="5205146"/>
            <a:chExt cx="2189816" cy="234085"/>
          </a:xfrm>
        </p:grpSpPr>
        <p:sp>
          <p:nvSpPr>
            <p:cNvPr id="17" name="任意多边形: 形状 21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22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28" name="图形 24"/>
            <p:cNvPicPr>
              <a:picLocks noChangeAspect="1"/>
            </p:cNvPicPr>
            <p:nvPr userDrawn="1"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29" name="图形 25"/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pic>
        <p:nvPicPr>
          <p:cNvPr id="2" name="图片 1" descr="model2_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8955" y="737235"/>
            <a:ext cx="8677275" cy="5664835"/>
          </a:xfrm>
          <a:prstGeom prst="rect">
            <a:avLst/>
          </a:prstGeom>
        </p:spPr>
      </p:pic>
      <p:sp>
        <p:nvSpPr>
          <p:cNvPr id="4" name="圆角矩形 3"/>
          <p:cNvSpPr/>
          <p:nvPr>
            <p:custDataLst>
              <p:tags r:id="rId6"/>
            </p:custDataLst>
          </p:nvPr>
        </p:nvSpPr>
        <p:spPr>
          <a:xfrm>
            <a:off x="215265" y="4807585"/>
            <a:ext cx="2996565" cy="982980"/>
          </a:xfrm>
          <a:prstGeom prst="roundRect">
            <a:avLst>
              <a:gd name="adj" fmla="val 9968"/>
            </a:avLst>
          </a:prstGeom>
          <a:solidFill>
            <a:schemeClr val="accent2">
              <a:lumMod val="20000"/>
              <a:lumOff val="80000"/>
            </a:schemeClr>
          </a:solidFill>
          <a:ln w="15875"/>
          <a:effectLst>
            <a:outerShdw blurRad="50800" dist="38100" dir="18900000" sx="101000" sy="101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5778500" y="2301240"/>
            <a:ext cx="3345180" cy="4120515"/>
          </a:xfrm>
          <a:prstGeom prst="wedgeRectCallout">
            <a:avLst>
              <a:gd name="adj1" fmla="val -129878"/>
              <a:gd name="adj2" fmla="val 25157"/>
            </a:avLst>
          </a:prstGeom>
          <a:ln w="19050">
            <a:solidFill>
              <a:srgbClr val="9E4E0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307975" y="4885032"/>
            <a:ext cx="110236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创新点</a:t>
            </a:r>
            <a:r>
              <a:rPr lang="en-US" altLang="zh-CN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1</a:t>
            </a:r>
            <a:endParaRPr lang="en-US" altLang="zh-CN" sz="24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508318" y="5277803"/>
            <a:ext cx="2292350" cy="386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indent="0" algn="l">
              <a:lnSpc>
                <a:spcPct val="140000"/>
              </a:lnSpc>
              <a:buFont typeface="+mj-lt"/>
              <a:buNone/>
            </a:pPr>
            <a:r>
              <a:rPr lang="zh-CN" altLang="en-US" b="1"/>
              <a:t>证据前缀动态演化推理</a:t>
            </a:r>
            <a:endParaRPr lang="zh-CN" altLang="en-US" b="1"/>
          </a:p>
        </p:txBody>
      </p:sp>
      <p:sp>
        <p:nvSpPr>
          <p:cNvPr id="34" name="矩形标注 33"/>
          <p:cNvSpPr/>
          <p:nvPr/>
        </p:nvSpPr>
        <p:spPr>
          <a:xfrm>
            <a:off x="3001645" y="725170"/>
            <a:ext cx="6124575" cy="1576070"/>
          </a:xfrm>
          <a:prstGeom prst="wedgeRectCallout">
            <a:avLst>
              <a:gd name="adj1" fmla="val -50031"/>
              <a:gd name="adj2" fmla="val 68372"/>
            </a:avLst>
          </a:prstGeom>
          <a:ln w="190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6" name="圆角矩形 15"/>
          <p:cNvSpPr/>
          <p:nvPr>
            <p:custDataLst>
              <p:tags r:id="rId9"/>
            </p:custDataLst>
          </p:nvPr>
        </p:nvSpPr>
        <p:spPr>
          <a:xfrm>
            <a:off x="6129655" y="35560"/>
            <a:ext cx="2996565" cy="728345"/>
          </a:xfrm>
          <a:prstGeom prst="roundRect">
            <a:avLst>
              <a:gd name="adj" fmla="val 9968"/>
            </a:avLst>
          </a:prstGeom>
          <a:solidFill>
            <a:schemeClr val="accent2">
              <a:lumMod val="20000"/>
              <a:lumOff val="80000"/>
            </a:schemeClr>
          </a:solidFill>
          <a:ln w="15875"/>
          <a:effectLst>
            <a:outerShdw blurRad="50800" dist="38100" dir="18900000" sx="101000" sy="101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6222365" y="71097"/>
            <a:ext cx="110236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创新点</a:t>
            </a:r>
            <a:r>
              <a:rPr lang="en-US" altLang="zh-CN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2</a:t>
            </a:r>
            <a:endParaRPr lang="en-US" altLang="zh-CN" sz="24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6227128" y="338138"/>
            <a:ext cx="2750820" cy="386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indent="0" algn="l">
              <a:lnSpc>
                <a:spcPct val="140000"/>
              </a:lnSpc>
              <a:buFont typeface="+mj-lt"/>
              <a:buNone/>
            </a:pPr>
            <a:r>
              <a:rPr lang="zh-CN" altLang="en-US" b="1">
                <a:sym typeface="+mn-ea"/>
              </a:rPr>
              <a:t>答案中⼼的多链协同—竞争</a:t>
            </a:r>
            <a:endParaRPr lang="zh-CN" altLang="en-US" b="1"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215265" y="2526665"/>
            <a:ext cx="2996565" cy="1262380"/>
          </a:xfrm>
          <a:prstGeom prst="roundRect">
            <a:avLst>
              <a:gd name="adj" fmla="val 9968"/>
            </a:avLst>
          </a:prstGeom>
          <a:solidFill>
            <a:schemeClr val="accent2">
              <a:lumMod val="20000"/>
              <a:lumOff val="80000"/>
            </a:schemeClr>
          </a:solidFill>
          <a:ln w="15875"/>
          <a:effectLst>
            <a:outerShdw blurRad="50800" dist="38100" dir="18900000" sx="101000" sy="101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07975" y="2568552"/>
            <a:ext cx="110236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创新点</a:t>
            </a:r>
            <a:r>
              <a:rPr lang="en-US" altLang="zh-CN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endParaRPr lang="en-US" altLang="zh-CN" sz="24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54368" y="2964498"/>
            <a:ext cx="2292350" cy="7740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indent="0" algn="l">
              <a:lnSpc>
                <a:spcPct val="140000"/>
              </a:lnSpc>
              <a:buFont typeface="+mj-lt"/>
              <a:buNone/>
            </a:pPr>
            <a:r>
              <a:rPr lang="zh-CN" altLang="en-US" b="1">
                <a:sym typeface="+mn-ea"/>
              </a:rPr>
              <a:t>面向前缀状态的弱监督</a:t>
            </a:r>
            <a:endParaRPr lang="zh-CN" altLang="en-US" b="1">
              <a:sym typeface="+mn-ea"/>
            </a:endParaRPr>
          </a:p>
          <a:p>
            <a:pPr indent="0" algn="l">
              <a:lnSpc>
                <a:spcPct val="140000"/>
              </a:lnSpc>
              <a:buFont typeface="+mj-lt"/>
              <a:buNone/>
            </a:pPr>
            <a:r>
              <a:rPr lang="en-US" altLang="zh-CN" b="1">
                <a:sym typeface="+mn-ea"/>
              </a:rPr>
              <a:t>     </a:t>
            </a:r>
            <a:r>
              <a:rPr lang="zh-CN" altLang="en-US" b="1">
                <a:sym typeface="+mn-ea"/>
              </a:rPr>
              <a:t>与反事实学习</a:t>
            </a:r>
            <a:endParaRPr lang="zh-CN" altLang="en-US" b="1"/>
          </a:p>
        </p:txBody>
      </p:sp>
      <p:sp>
        <p:nvSpPr>
          <p:cNvPr id="12" name="矩形标注 11"/>
          <p:cNvSpPr/>
          <p:nvPr/>
        </p:nvSpPr>
        <p:spPr>
          <a:xfrm>
            <a:off x="9189720" y="697865"/>
            <a:ext cx="2613025" cy="5711825"/>
          </a:xfrm>
          <a:prstGeom prst="wedgeRectCallout">
            <a:avLst>
              <a:gd name="adj1" fmla="val -51263"/>
              <a:gd name="adj2" fmla="val -54424"/>
            </a:avLst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/>
      <p:bldP spid="13" grpId="0"/>
      <p:bldP spid="4" grpId="1" animBg="1"/>
      <p:bldP spid="10" grpId="1"/>
      <p:bldP spid="13" grpId="1"/>
      <p:bldP spid="16" grpId="0" bldLvl="0" animBg="1"/>
      <p:bldP spid="21" grpId="0"/>
      <p:bldP spid="22" grpId="0"/>
      <p:bldP spid="16" grpId="1" animBg="1"/>
      <p:bldP spid="21" grpId="1"/>
      <p:bldP spid="22" grpId="1"/>
      <p:bldP spid="23" grpId="0" bldLvl="0" animBg="1"/>
      <p:bldP spid="31" grpId="0"/>
      <p:bldP spid="32" grpId="0"/>
      <p:bldP spid="23" grpId="1" animBg="1"/>
      <p:bldP spid="31" grpId="1"/>
      <p:bldP spid="32" grpId="1"/>
      <p:bldP spid="15" grpId="0" bldLvl="0" animBg="1"/>
      <p:bldP spid="15" grpId="1" animBg="1"/>
      <p:bldP spid="12" grpId="0" bldLvl="0" animBg="1"/>
      <p:bldP spid="12" grpId="1" animBg="1"/>
      <p:bldP spid="34" grpId="0" bldLvl="0" animBg="1"/>
      <p:bldP spid="3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model2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055" y="737235"/>
            <a:ext cx="8677275" cy="56648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77315" y="207010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本文方法</a:t>
            </a:r>
            <a:endParaRPr lang="zh-CN" altLang="en-US" sz="2800" b="1" spc="120">
              <a:latin typeface="+mj-ea"/>
              <a:ea typeface="+mj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97535" y="6421869"/>
            <a:ext cx="2189816" cy="234085"/>
            <a:chOff x="1044148" y="5205146"/>
            <a:chExt cx="2189816" cy="234085"/>
          </a:xfrm>
        </p:grpSpPr>
        <p:sp>
          <p:nvSpPr>
            <p:cNvPr id="22" name="任意多边形: 形状 21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25" name="图形 24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sp>
        <p:nvSpPr>
          <p:cNvPr id="18" name="椭圆 17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1402" y="237914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02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95310" y="751840"/>
            <a:ext cx="3254375" cy="5647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69690" y="5377815"/>
            <a:ext cx="4367530" cy="1035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69690" y="744220"/>
            <a:ext cx="4346575" cy="4654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70" name="矩形 69"/>
          <p:cNvSpPr/>
          <p:nvPr>
            <p:custDataLst>
              <p:tags r:id="rId6"/>
            </p:custDataLst>
          </p:nvPr>
        </p:nvSpPr>
        <p:spPr bwMode="auto">
          <a:xfrm>
            <a:off x="4058285" y="438785"/>
            <a:ext cx="1007745" cy="377190"/>
          </a:xfrm>
          <a:prstGeom prst="rect">
            <a:avLst/>
          </a:prstGeom>
          <a:solidFill>
            <a:srgbClr val="2D5C3C"/>
          </a:solidFill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候选构建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947795" y="815975"/>
                <a:ext cx="8116570" cy="5539105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 wrap="square" rtlCol="0">
                <a:noAutofit/>
              </a:bodyPr>
              <a:p>
                <a:pPr marL="342900" lvl="0" indent="-342900" algn="l" fontAlgn="auto" latinLnBrk="1">
                  <a:lnSpc>
                    <a:spcPct val="110000"/>
                  </a:lnSpc>
                  <a:buClrTx/>
                  <a:buSzTx/>
                  <a:buFont typeface="+mj-ea"/>
                  <a:buAutoNum type="circleNumDbPlain"/>
                </a:pPr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给定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问题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𝑞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，首先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提取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主题实体、关系提示、时间约束、时间操作符、答案类型及</a:t>
                </a:r>
                <a:b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答案方向等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结构化信息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，用于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约束后续事实检索与路径扩展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。当前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方法显式解析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𝐸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𝑞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 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𝐸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 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𝑅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𝑞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 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𝑞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 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𝑂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𝑞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 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𝑞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 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𝑌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𝑞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 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𝐷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，从而将自然语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言中的关系语义和时间条件转化为后续</a:t>
                </a:r>
                <a:b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搜索可使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用的约束。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342900" lvl="0" indent="-342900" algn="l" fontAlgn="auto" latinLnBrk="1">
                  <a:lnSpc>
                    <a:spcPct val="110000"/>
                  </a:lnSpc>
                  <a:buClrTx/>
                  <a:buSzTx/>
                  <a:buFont typeface="+mj-ea"/>
                  <a:buAutoNum type="circleNumDbPlain"/>
                </a:pP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342900" lvl="0" indent="-342900" algn="l" fontAlgn="auto" latinLnBrk="1">
                  <a:lnSpc>
                    <a:spcPct val="110000"/>
                  </a:lnSpc>
                  <a:buClrTx/>
                  <a:buSzTx/>
                  <a:buFont typeface="+mj-ea"/>
                  <a:buAutoNum type="circleNumDbPlain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利用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双编码检索器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从知识图谱中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召回与问题相关的事实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，并采用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交叉编码器进⼀步</a:t>
                </a:r>
                <a:b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重排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。双编码器主要保证候选事实的召回范围，交叉编码器则通过问题—事实联合</a:t>
                </a:r>
                <a:b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编码过滤语义相似但不能实际支持当前问题的噪声事实。</a:t>
                </a:r>
                <a:b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当前实现依次保留前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𝑟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96</m:t>
                    </m:r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 </m:t>
                    </m:r>
                    <m:r>
                      <a:rPr lang="zh-CN" altLang="en-US" sz="1600" dirty="0">
                        <a:latin typeface="Times New Roman" panose="02020603050405020304" pitchFamily="18" charset="0"/>
                        <a:ea typeface="微软雅黑" panose="020B0503020204020204" charset="-122"/>
                        <a:sym typeface="+mn-ea"/>
                      </a:rPr>
                      <m:t>和</m:t>
                    </m:r>
                    <m:r>
                      <a:rPr lang="en-US" altLang="zh-CN" sz="1600" dirty="0">
                        <a:latin typeface="Times New Roman" panose="02020603050405020304" pitchFamily="18" charset="0"/>
                        <a:ea typeface="微软雅黑" panose="020B0503020204020204" charset="-122"/>
                        <a:sym typeface="+mn-ea"/>
                      </a:rPr>
                      <m:t> 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𝑥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32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个候选事实。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342900" lvl="0" indent="-342900" algn="l" fontAlgn="auto" latinLnBrk="1">
                  <a:lnSpc>
                    <a:spcPct val="110000"/>
                  </a:lnSpc>
                  <a:buClrTx/>
                  <a:buSzTx/>
                  <a:buFont typeface="+mj-ea"/>
                  <a:buAutoNum type="circleNumDbPlain"/>
                </a:pP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342900" lvl="0" indent="-342900" algn="l" fontAlgn="auto" latinLnBrk="1">
                  <a:lnSpc>
                    <a:spcPct val="110000"/>
                  </a:lnSpc>
                  <a:buClrTx/>
                  <a:buSzTx/>
                  <a:buFont typeface="+mj-ea"/>
                  <a:buAutoNum type="circleNumDbPlain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在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候选事实集合上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，从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主题实体出发执行逐跳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Beam Search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。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对于任意扩展事实，仅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保留满足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图连通性、关系方向、答案角色以及时间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约束的候选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；对于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first 、 last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等</a:t>
                </a:r>
                <a:b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序数型时间问题，则优先按照时间顺序约束候选，再执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行神经排序。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342900" lvl="0" indent="-342900" algn="l" fontAlgn="auto" latinLnBrk="1">
                  <a:lnSpc>
                    <a:spcPct val="110000"/>
                  </a:lnSpc>
                  <a:buClrTx/>
                  <a:buSzTx/>
                  <a:buFont typeface="+mj-ea"/>
                  <a:buAutoNum type="circleNumDbPlain"/>
                </a:pP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342900" lvl="0" indent="-342900" algn="l" fontAlgn="auto" latinLnBrk="1">
                  <a:lnSpc>
                    <a:spcPct val="110000"/>
                  </a:lnSpc>
                  <a:buClrTx/>
                  <a:buSzTx/>
                  <a:buFont typeface="+mj-ea"/>
                  <a:buAutoNum type="circleNumDbPlain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搜索阶段采用由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检索相关性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、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重排相关性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和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时间匹配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共同构成的轻量级分数：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l" fontAlgn="auto" latinLnBrk="1">
                  <a:lnSpc>
                    <a:spcPct val="110000"/>
                  </a:lnSpc>
                  <a:buClrTx/>
                  <a:buSzTx/>
                  <a:buFont typeface="+mj-ea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acc>
                            <m:accPr>
                              <m:chr m:val="̄"/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acc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ℎ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𝜎</m:t>
                      </m:r>
                      <m:d>
                        <m:d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ret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𝜎</m:t>
                          </m:r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rank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𝑠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time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i="1" dirty="0"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  <a:sym typeface="+mn-ea"/>
                </a:endParaRPr>
              </a:p>
              <a:p>
                <a:pPr lvl="0" indent="0" algn="l" fontAlgn="auto" latinLnBrk="1">
                  <a:lnSpc>
                    <a:spcPct val="110000"/>
                  </a:lnSpc>
                  <a:buClrTx/>
                  <a:buSzTx/>
                  <a:buFont typeface="Wingdings" panose="05000000000000000000" charset="0"/>
                  <a:buNone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l" fontAlgn="auto" latinLnBrk="1">
                  <a:lnSpc>
                    <a:spcPct val="110000"/>
                  </a:lnSpc>
                  <a:buClrTx/>
                  <a:buSzTx/>
                  <a:buFont typeface="Wingdings" panose="05000000000000000000" charset="0"/>
                  <a:buNone/>
                </a:pP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该分数仅用于候选空间剪枝，而不作为最终的证据可靠性判断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。当前最大跳数为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3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</a:t>
                </a:r>
                <a:b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Beam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宽度为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16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，同时限制同⼀答案占据过多重复路径，以获得结构多样、规模受控的</a:t>
                </a:r>
                <a:b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候选证据链集合。最终得到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𝑞</m:t>
                        </m:r>
                      </m:sub>
                    </m:sSub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  <a:sym typeface="+mn-ea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600" i="1" dirty="0">
                                <a:solidFill>
                                  <a:srgbClr val="FF0000"/>
                                </a:solidFill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600" i="1" dirty="0">
                  <a:solidFill>
                    <a:srgbClr val="FF0000"/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795" y="815975"/>
                <a:ext cx="8116570" cy="5539105"/>
              </a:xfrm>
              <a:prstGeom prst="rect">
                <a:avLst/>
              </a:prstGeom>
              <a:blipFill rotWithShape="1">
                <a:blip r:embed="rId7"/>
                <a:stretch>
                  <a:fillRect l="-117" t="-172" r="-117" b="-172"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176020" y="711835"/>
            <a:ext cx="2747010" cy="1604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del2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505" y="737235"/>
            <a:ext cx="8677275" cy="56648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77315" y="207010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本文方法</a:t>
            </a:r>
            <a:endParaRPr lang="zh-CN" altLang="en-US" sz="2800" b="1" spc="120">
              <a:latin typeface="+mj-ea"/>
              <a:ea typeface="+mj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97535" y="6421869"/>
            <a:ext cx="2189816" cy="234085"/>
            <a:chOff x="1044148" y="5205146"/>
            <a:chExt cx="2189816" cy="234085"/>
          </a:xfrm>
        </p:grpSpPr>
        <p:sp>
          <p:nvSpPr>
            <p:cNvPr id="22" name="任意多边形: 形状 21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25" name="图形 24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sp>
        <p:nvSpPr>
          <p:cNvPr id="18" name="椭圆 17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1402" y="237914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02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26870" y="725170"/>
            <a:ext cx="2675255" cy="5681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80960" y="751840"/>
            <a:ext cx="3254375" cy="5647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312285" y="2318385"/>
            <a:ext cx="3409315" cy="1796415"/>
          </a:xfrm>
          <a:prstGeom prst="rect">
            <a:avLst/>
          </a:prstGeom>
          <a:ln w="15875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312285" y="4136390"/>
            <a:ext cx="3409315" cy="1983105"/>
          </a:xfrm>
          <a:prstGeom prst="rect">
            <a:avLst/>
          </a:prstGeom>
          <a:ln w="15875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10355" y="691515"/>
            <a:ext cx="6316980" cy="1611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 bwMode="auto">
          <a:xfrm>
            <a:off x="8160385" y="864235"/>
            <a:ext cx="1007745" cy="377190"/>
          </a:xfrm>
          <a:prstGeom prst="rect">
            <a:avLst/>
          </a:prstGeom>
          <a:solidFill>
            <a:srgbClr val="2D5C3C"/>
          </a:solidFill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前缀</a:t>
            </a: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评估</a:t>
            </a:r>
            <a:endParaRPr lang="zh-CN" altLang="en-US" sz="160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7876540" y="1241425"/>
                <a:ext cx="3510280" cy="4622165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 wrap="square" rtlCol="0">
                <a:noAutofit/>
              </a:bodyPr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对于每个证据前缀状态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𝑧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ℎ</m:t>
                        </m:r>
                      </m:sup>
                    </m:sSub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模型进一步结合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时间一致性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与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答案类型一致性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，估计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当前前缀的累积可靠性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𝑟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ℎ</m:t>
                        </m:r>
                      </m:sup>
                    </m:sSub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。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这里的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𝑟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ℎ</m:t>
                        </m:r>
                      </m:sup>
                    </m:sSub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不是对第 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ℎ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个事实单独评分，而是衡量当前完整前缀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ℎ</m:t>
                        </m:r>
                      </m:sup>
                    </m:sSub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作为问题支持路径的可信程度。随着证据逐步加入，可形成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前缀可靠性演化轨迹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：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l">
                  <a:buClrTx/>
                  <a:buSzTx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→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2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→⋯→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.</m:t>
                      </m:r>
                    </m:oMath>
                  </m:oMathPara>
                </a14:m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该轨迹能够反映证据在推理过程中是持续增强还是逐步退化，从而比单一完整路径评分更细致地描述证据质量变化。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540" y="1241425"/>
                <a:ext cx="3510280" cy="4622165"/>
              </a:xfrm>
              <a:prstGeom prst="rect">
                <a:avLst/>
              </a:prstGeom>
              <a:blipFill rotWithShape="1">
                <a:blip r:embed="rId7"/>
                <a:stretch>
                  <a:fillRect l="-271" t="-206" r="-271" b="-206"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 descr="8f27e43a698bdfaf1db98a2effc8539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4161790" y="4060825"/>
            <a:ext cx="188595" cy="188595"/>
          </a:xfrm>
          <a:prstGeom prst="rect">
            <a:avLst/>
          </a:prstGeom>
        </p:spPr>
      </p:pic>
      <p:sp>
        <p:nvSpPr>
          <p:cNvPr id="28" name="矩形 27"/>
          <p:cNvSpPr/>
          <p:nvPr>
            <p:custDataLst>
              <p:tags r:id="rId11"/>
            </p:custDataLst>
          </p:nvPr>
        </p:nvSpPr>
        <p:spPr bwMode="auto">
          <a:xfrm>
            <a:off x="935355" y="941705"/>
            <a:ext cx="1439545" cy="377190"/>
          </a:xfrm>
          <a:prstGeom prst="rect">
            <a:avLst/>
          </a:prstGeom>
          <a:solidFill>
            <a:srgbClr val="2D5C3C"/>
          </a:solidFill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动态前缀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演化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651510" y="1318895"/>
                <a:ext cx="3510280" cy="4754245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 wrap="square" rtlCol="0">
                <a:noAutofit/>
              </a:bodyPr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候选证据链构建完成后，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TACER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不再对完整路径进行一次性评分，而是将其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展开为不同深度的递增前缀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：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ctr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p>
                    </m:sSubSup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 </m:t>
                    </m:r>
                    <m:sSubSup>
                      <m:sSub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sup>
                    </m:sSubSup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 …, </m:t>
                    </m:r>
                    <m:sSubSup>
                      <m:sSub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charset="-122"/>
                                <a:cs typeface="Cambria Math" panose="02040503050406030204" charset="0"/>
                                <a:sym typeface="+mn-ea"/>
                              </a:rPr>
                              <m:t>𝑖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. 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模型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逐跳更新前缀状态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使当前状态同时编码此前已累积的证据信息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，而不是只表示当前事实。随着推理推进，得到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动态演化轨迹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：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→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2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→⋯→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𝑖</m:t>
                              </m:r>
                            </m:sub>
                          </m:sSub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.</m:t>
                      </m:r>
                    </m:oMath>
                  </m:oMathPara>
                </a14:m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该轨迹用于刻画证据在不同推理阶段的逐步增强、充分或退化过程，是本文区别于完整路径静态评分的核心。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10" y="1318895"/>
                <a:ext cx="3510280" cy="4754245"/>
              </a:xfrm>
              <a:prstGeom prst="rect">
                <a:avLst/>
              </a:prstGeom>
              <a:blipFill rotWithShape="1">
                <a:blip r:embed="rId12"/>
                <a:stretch>
                  <a:fillRect l="-271" t="-200" r="-271" b="-200"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图片 29" descr="8f27e43a698bdfaf1db98a2effc8539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7731760" y="2239010"/>
            <a:ext cx="188595" cy="1885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model2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345" y="737235"/>
            <a:ext cx="8677275" cy="56648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77315" y="207010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本文方法</a:t>
            </a:r>
            <a:endParaRPr lang="zh-CN" altLang="en-US" sz="2800" b="1" spc="120">
              <a:latin typeface="+mj-ea"/>
              <a:ea typeface="+mj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97535" y="6421869"/>
            <a:ext cx="2189816" cy="234085"/>
            <a:chOff x="1044148" y="5205146"/>
            <a:chExt cx="2189816" cy="234085"/>
          </a:xfrm>
        </p:grpSpPr>
        <p:sp>
          <p:nvSpPr>
            <p:cNvPr id="22" name="任意多边形: 形状 21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25" name="图形 24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sp>
        <p:nvSpPr>
          <p:cNvPr id="18" name="椭圆 17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1402" y="237914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02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91260" y="2310765"/>
            <a:ext cx="3923665" cy="409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38515" y="697865"/>
            <a:ext cx="3316605" cy="570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35" name="矩形 34"/>
          <p:cNvSpPr/>
          <p:nvPr>
            <p:custDataLst>
              <p:tags r:id="rId6"/>
            </p:custDataLst>
          </p:nvPr>
        </p:nvSpPr>
        <p:spPr bwMode="auto">
          <a:xfrm>
            <a:off x="8669655" y="864235"/>
            <a:ext cx="1638935" cy="377190"/>
          </a:xfrm>
          <a:prstGeom prst="rect">
            <a:avLst/>
          </a:prstGeom>
          <a:solidFill>
            <a:srgbClr val="2D5C3C"/>
          </a:solidFill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反事实前缀</a:t>
            </a: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学习</a:t>
            </a:r>
            <a:endParaRPr lang="zh-CN" altLang="en-US" sz="160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8476615" y="1226820"/>
                <a:ext cx="3649980" cy="5179695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 wrap="square" rtlCol="0">
                <a:noAutofit/>
              </a:bodyPr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仅依赖答案一致性的弱监督，仍可能无法准确识别真正决定证据有效性的关键条件。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对于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弱正前缀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，TACER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进一步构造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结构上相近、但破坏关键推理条件的反事实前缀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：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l">
                  <a:lnSpc>
                    <a:spcPct val="110000"/>
                  </a:lnSpc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time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rel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entity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tail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−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,</m:t>
                      </m:r>
                    </m:oMath>
                  </m:oMathPara>
                </a14:m>
                <a:br>
                  <a:rPr lang="en-US" altLang="zh-CN" sz="1600" i="1" dirty="0"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  <a:sym typeface="+mn-ea"/>
                  </a:rPr>
                </a:b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分别对应对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时间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、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关系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、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实体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以及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链尾 候选答案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的扰动。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通过边界约束：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l">
                  <a:lnSpc>
                    <a:spcPct val="110000"/>
                  </a:lnSpc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    </m:t>
                          </m:r>
                          <m:r>
                            <a:rPr lang="en-US" altLang="zh-CN" sz="16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  <a:sym typeface="+mn-ea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cf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func>
                        <m:func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max</m:t>
                              </m:r>
                            </m:e>
                            <m:lim/>
                          </m:limLow>
                        </m:fName>
                        <m:e>
                          <m:d>
                            <m:dPr>
                              <m:ctrlP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  <a:sym typeface="+mn-ea"/>
                                </a:rPr>
                                <m:t>0</m:t>
                              </m:r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  <a:sym typeface="+mn-ea"/>
                                </a:rPr>
                                <m:t>, </m:t>
                              </m:r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𝑚</m:t>
                              </m:r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  <a:sym typeface="+mn-ea"/>
                                </a:rPr>
                                <m:t>−</m:t>
                              </m:r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𝑆</m:t>
                              </m:r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  <a:sym typeface="+mn-ea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  <a:sym typeface="+mn-ea"/>
                                    </a:rPr>
                                    <m:t>+</m:t>
                                  </m:r>
                                </m:sup>
                              </m:sSubSup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  <a:sym typeface="+mn-ea"/>
                                </a:rPr>
                                <m:t>)+</m:t>
                              </m:r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+mn-ea"/>
                                </a:rPr>
                                <m:t>𝑆</m:t>
                              </m:r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  <a:sym typeface="+mn-ea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600" i="1" dirty="0"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  <a:sym typeface="+mn-ea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600" i="1" dirty="0"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  <a:sym typeface="+mn-ea"/>
                                    </a:rPr>
                                    <m:t>−</m:t>
                                  </m:r>
                                </m:sup>
                              </m:sSubSup>
                              <m:r>
                                <a:rPr lang="en-US" altLang="zh-CN" sz="1600" i="1" dirty="0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  <a:sym typeface="+mn-ea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altLang="zh-CN" sz="16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</m:oMath>
                  </m:oMathPara>
                </a14:m>
                <a:br>
                  <a:rPr lang="en-US" altLang="zh-CN" sz="1600" i="1" dirty="0">
                    <a:latin typeface="Cambria Math" panose="02040503050406030204" charset="0"/>
                    <a:ea typeface="MS Mincho" charset="0"/>
                    <a:cs typeface="Cambria Math" panose="02040503050406030204" charset="0"/>
                    <a:sym typeface="+mn-ea"/>
                  </a:rPr>
                </a:br>
                <a:r>
                  <a:rPr lang="en-US" altLang="zh-CN" sz="1600" i="1" dirty="0">
                    <a:latin typeface="Cambria Math" panose="02040503050406030204" charset="0"/>
                    <a:ea typeface="MS Mincho" charset="0"/>
                    <a:cs typeface="Cambria Math" panose="02040503050406030204" charset="0"/>
                    <a:sym typeface="+mn-ea"/>
                  </a:rPr>
                  <a:t>     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要求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模型满足：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𝑆</m:t>
                    </m:r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sSubSup>
                      <m:sSubSupPr>
                        <m:ctrl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+</m:t>
                        </m:r>
                      </m:sup>
                    </m:sSubSup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)&gt;</m:t>
                    </m:r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𝑆</m:t>
                    </m:r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sSubSup>
                      <m:sSubSupPr>
                        <m:ctrlP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−</m:t>
                        </m:r>
                      </m:sup>
                    </m:sSubSup>
                    <m:r>
                      <a:rPr lang="en-US" altLang="zh-CN" sz="1600" i="1" dirty="0">
                        <a:solidFill>
                          <a:srgbClr val="FF000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)</m:t>
                    </m:r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.</m:t>
                    </m:r>
                  </m:oMath>
                </a14:m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让模型进一步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学习“当时间、关系、实体或答案支持等关键条件被破坏时，该证据为什么不再成立”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615" y="1226820"/>
                <a:ext cx="3649980" cy="5179695"/>
              </a:xfrm>
              <a:prstGeom prst="rect">
                <a:avLst/>
              </a:prstGeom>
              <a:blipFill rotWithShape="1">
                <a:blip r:embed="rId7"/>
                <a:stretch>
                  <a:fillRect l="-261" t="-184" r="-261" b="-184"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>
            <p:custDataLst>
              <p:tags r:id="rId8"/>
            </p:custDataLst>
          </p:nvPr>
        </p:nvSpPr>
        <p:spPr bwMode="auto">
          <a:xfrm>
            <a:off x="203200" y="1908175"/>
            <a:ext cx="1449070" cy="426085"/>
          </a:xfrm>
          <a:prstGeom prst="rect">
            <a:avLst/>
          </a:prstGeom>
          <a:solidFill>
            <a:srgbClr val="2D5C3C"/>
          </a:solidFill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弱</a:t>
            </a: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正前缀学习</a:t>
            </a:r>
            <a:endParaRPr lang="zh-CN" altLang="en-US" sz="160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5725" y="2348230"/>
                <a:ext cx="4975225" cy="4023360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 wrap="square" rtlCol="0">
                <a:noAutofit/>
              </a:bodyPr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MultiTQ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并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未提供人工标注的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gold evidence chain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无法直接获得每一个中间 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prefix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的标准监督信号。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本文利用训练答案以及时序约束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构造前缀级弱监督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对于前缀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ℎ</m:t>
                        </m:r>
                      </m:sup>
                    </m:sSubSup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，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若其同时满足：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AnswerSupport</m:t>
                      </m:r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ℎ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sSup>
                        <m:s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∗</m:t>
                          </m:r>
                        </m:sup>
                      </m:s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)∧ 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TemporalConsistency</m:t>
                      </m:r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ℎ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𝑞</m:t>
                      </m:r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)  ∧ </m:t>
                      </m:r>
                      <m:r>
                        <m:rPr>
                          <m:sty m:val="p"/>
                        </m:rP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TypeConsistency</m:t>
                      </m:r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 dirty="0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+mn-ea"/>
                            </a:rPr>
                            <m:t>ℎ</m:t>
                          </m:r>
                        </m:sup>
                      </m:sSubSup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𝑞</m:t>
                      </m:r>
                      <m:r>
                        <a:rPr lang="en-US" altLang="zh-CN" sz="1600" i="1" dirty="0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+mn-ea"/>
                        </a:rPr>
                        <m:t>),</m:t>
                      </m:r>
                    </m:oMath>
                  </m:oMathPara>
                </a14:m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lvl="0" indent="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     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则将其视为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弱正前缀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  <a:p>
                <a:pPr marL="285750" lvl="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通过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前缀可靠性损失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：</a:t>
                </a:r>
                <a:b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prefix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BCE</m:t>
                    </m:r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rel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𝑦</m:t>
                    </m:r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, </a:t>
                </a:r>
                <a:br>
                  <a:rPr lang="en-US" altLang="zh-CN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</a:b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模型能够在缺乏人工推理链标注的情况下，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学习哪些中间状态更可能形成有效证据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charset="-122"/>
                    <a:sym typeface="+mn-ea"/>
                  </a:rPr>
                  <a:t>。</a:t>
                </a:r>
                <a:endParaRPr lang="zh-CN" altLang="en-US" sz="1600" dirty="0">
                  <a:latin typeface="Times New Roman" panose="02020603050405020304" pitchFamily="18" charset="0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" y="2348230"/>
                <a:ext cx="4975225" cy="4023360"/>
              </a:xfrm>
              <a:prstGeom prst="rect">
                <a:avLst/>
              </a:prstGeom>
              <a:blipFill rotWithShape="1">
                <a:blip r:embed="rId9"/>
                <a:stretch>
                  <a:fillRect l="-191" t="-237" r="-1519" b="-237"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右箭头 12"/>
          <p:cNvSpPr/>
          <p:nvPr/>
        </p:nvSpPr>
        <p:spPr>
          <a:xfrm flipH="1">
            <a:off x="8301355" y="1732280"/>
            <a:ext cx="180000" cy="11160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cxnSp>
        <p:nvCxnSpPr>
          <p:cNvPr id="16" name="肘形连接符 15"/>
          <p:cNvCxnSpPr/>
          <p:nvPr/>
        </p:nvCxnSpPr>
        <p:spPr>
          <a:xfrm rot="16200000">
            <a:off x="3582957" y="-640087"/>
            <a:ext cx="1224000" cy="4752000"/>
          </a:xfrm>
          <a:prstGeom prst="bentConnector2">
            <a:avLst/>
          </a:prstGeom>
          <a:ln w="25400" cmpd="thickThin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model2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345" y="737235"/>
            <a:ext cx="8677275" cy="56648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77315" y="207010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本文方法</a:t>
            </a:r>
            <a:endParaRPr lang="zh-CN" altLang="en-US" sz="2800" b="1" spc="120">
              <a:latin typeface="+mj-ea"/>
              <a:ea typeface="+mj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97535" y="6421869"/>
            <a:ext cx="2189816" cy="234085"/>
            <a:chOff x="1044148" y="5205146"/>
            <a:chExt cx="2189816" cy="234085"/>
          </a:xfrm>
        </p:grpSpPr>
        <p:sp>
          <p:nvSpPr>
            <p:cNvPr id="22" name="任意多边形: 形状 21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25" name="图形 24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sp>
        <p:nvSpPr>
          <p:cNvPr id="18" name="椭圆 17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1402" y="237914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02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62735" y="698500"/>
            <a:ext cx="6889115" cy="5708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69690" y="5377815"/>
            <a:ext cx="4367530" cy="1035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69690" y="744220"/>
            <a:ext cx="4346575" cy="4654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 bwMode="auto">
          <a:xfrm>
            <a:off x="467360" y="800735"/>
            <a:ext cx="1206500" cy="426085"/>
          </a:xfrm>
          <a:prstGeom prst="rect">
            <a:avLst/>
          </a:prstGeom>
          <a:solidFill>
            <a:srgbClr val="2D5C3C"/>
          </a:solidFill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协同</a:t>
            </a:r>
            <a:r>
              <a:rPr lang="en-US" altLang="zh-CN" sz="1600" b="1" dirty="0">
                <a:solidFill>
                  <a:schemeClr val="bg1"/>
                </a:solidFill>
                <a:ea typeface="黑体" panose="02010609060101010101" pitchFamily="2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竞争</a:t>
            </a:r>
            <a:endParaRPr lang="zh-CN" altLang="en-US" sz="160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5275" y="1227455"/>
            <a:ext cx="8051800" cy="3025775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txBody>
          <a:bodyPr wrap="square" rtlCol="0">
            <a:noAutofit/>
          </a:bodyPr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同一道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TKGQA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问题通常会产生多条候选证据链，这些路径之间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可能并不是彼此独立的。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TACER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围绕候选答案对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多条证据链进行联合建模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：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指向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同一答案的不同路径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形成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协同证据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，指向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不同答案的路径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则形成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竞争证据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每条候选链的评价不仅取决于自身是否可靠，还会综合考虑：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是否存在其他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协同证据链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；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竞争答案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是否具有更强的证据支持；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当前链在整个候选证据集合中的相对优势。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使得最终判断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更加关注多条证据之间的协同与竞争关系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，而不是孤立地评价单条路径。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 bwMode="auto">
          <a:xfrm>
            <a:off x="467360" y="4315460"/>
            <a:ext cx="1206500" cy="426085"/>
          </a:xfrm>
          <a:prstGeom prst="rect">
            <a:avLst/>
          </a:prstGeom>
          <a:solidFill>
            <a:srgbClr val="2D5C3C"/>
          </a:solidFill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答案</a:t>
            </a:r>
            <a:r>
              <a:rPr lang="zh-CN" altLang="en-US" sz="1600" b="1" dirty="0">
                <a:solidFill>
                  <a:schemeClr val="bg1"/>
                </a:solidFill>
                <a:ea typeface="黑体" panose="02010609060101010101" pitchFamily="2" charset="-122"/>
              </a:rPr>
              <a:t>聚合</a:t>
            </a:r>
            <a:endParaRPr lang="zh-CN" altLang="en-US" sz="1600" b="1" dirty="0">
              <a:solidFill>
                <a:schemeClr val="bg1"/>
              </a:solidFill>
              <a:ea typeface="黑体" panose="0201060906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5275" y="4742180"/>
            <a:ext cx="8051800" cy="1642745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txBody>
          <a:bodyPr wrap="square" rtlCol="0">
            <a:noAutofit/>
          </a:bodyPr>
          <a:p>
            <a:pPr lvl="0"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多链推理中，不同候选答案对应的证据路径数量通常并不均衡。若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直接累加多条路径分数，容易使路径数量多的答案获得额外优势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，即使这些路径只是高度重复的冗余证据。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  <a:p>
            <a:pPr lvl="0" indent="0" algn="l">
              <a:lnSpc>
                <a:spcPct val="13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为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降低这一偏置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TACER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对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同一答案对应的多条路径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采用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answer-level max pooling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使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最终答案评分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主要取决于其中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最强且一致的支持证据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，而不是该答案拥有多少条重复路径。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3" name="文本框 262"/>
              <p:cNvSpPr txBox="1"/>
              <p:nvPr/>
            </p:nvSpPr>
            <p:spPr>
              <a:xfrm>
                <a:off x="4980940" y="856615"/>
                <a:ext cx="3147060" cy="370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2 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ℓ</m:t>
                        </m:r>
                      </m:e>
                      <m:sub>
                        <m: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int</m:t>
                        </m:r>
                      </m:sub>
                    </m:sSub>
                    <m:r>
                      <a:rPr lang="en-US" altLang="zh-CN" i="1" baseline="3000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𝑀𝐿𝑃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int</m:t>
                        </m:r>
                      </m:sub>
                    </m:sSub>
                    <m:d>
                      <m:dPr>
                        <m:ctrlP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; </m:t>
                        </m:r>
                        <m:sSubSup>
                          <m:sSubSupPr>
                            <m:ctrlP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; </m:t>
                        </m:r>
                        <m:sSubSup>
                          <m:sSubSupPr>
                            <m:ctrlP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i="1" baseline="30000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ea typeface="MS Mincho" charset="0"/>
                                <a:cs typeface="Cambria Math" panose="02040503050406030204" charset="0"/>
                              </a:rPr>
                              <m:t>−</m:t>
                            </m:r>
                          </m:sup>
                        </m:sSubSup>
                        <m:r>
                          <a:rPr lang="en-US" altLang="zh-CN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]</m:t>
                        </m:r>
                      </m:e>
                    </m:d>
                  </m:oMath>
                </a14:m>
                <a:endParaRPr lang="en-US" altLang="zh-CN" i="1" baseline="3000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3" name="文本框 2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940" y="856615"/>
                <a:ext cx="3147060" cy="370840"/>
              </a:xfrm>
              <a:prstGeom prst="rect">
                <a:avLst/>
              </a:prstGeom>
              <a:blipFill rotWithShape="1">
                <a:blip r:embed="rId8"/>
                <a:stretch>
                  <a:fillRect t="-3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model2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345" y="737235"/>
            <a:ext cx="8677275" cy="56648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77315" y="207010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本文方法</a:t>
            </a:r>
            <a:endParaRPr lang="zh-CN" altLang="en-US" sz="2800" b="1" spc="120">
              <a:latin typeface="+mj-ea"/>
              <a:ea typeface="+mj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1402" y="237914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02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60400" y="6421869"/>
            <a:ext cx="2189816" cy="234085"/>
            <a:chOff x="1044148" y="5205146"/>
            <a:chExt cx="2189816" cy="234085"/>
          </a:xfrm>
        </p:grpSpPr>
        <p:sp>
          <p:nvSpPr>
            <p:cNvPr id="17" name="任意多边形: 形状 21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22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28" name="图形 24"/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29" name="图形 25"/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sp>
        <p:nvSpPr>
          <p:cNvPr id="31" name="矩形 30"/>
          <p:cNvSpPr/>
          <p:nvPr/>
        </p:nvSpPr>
        <p:spPr>
          <a:xfrm>
            <a:off x="187960" y="1237615"/>
            <a:ext cx="11812905" cy="4840605"/>
          </a:xfrm>
          <a:prstGeom prst="rect">
            <a:avLst/>
          </a:prstGeom>
          <a:solidFill>
            <a:schemeClr val="bg1"/>
          </a:solidFill>
          <a:ln w="15875"/>
          <a:effectLst>
            <a:outerShdw blurRad="50800" dist="635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86715" y="1375387"/>
            <a:ext cx="18288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总体框架</a:t>
            </a:r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回顾</a:t>
            </a:r>
            <a:endParaRPr lang="zh-CN" altLang="en-US" sz="24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1"/>
              <p:nvPr/>
            </p:nvSpPr>
            <p:spPr>
              <a:xfrm>
                <a:off x="391795" y="1806575"/>
                <a:ext cx="11500485" cy="41192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1600">
                    <a:latin typeface="+mn-ea"/>
                  </a:rPr>
                  <a:t>将证据推理由完整链静态评分转化为</a:t>
                </a:r>
                <a:r>
                  <a:rPr lang="zh-CN" altLang="en-US" sz="1600">
                    <a:solidFill>
                      <a:schemeClr val="accent3"/>
                    </a:solidFill>
                    <a:latin typeface="+mn-ea"/>
                  </a:rPr>
                  <a:t>证据前缀的动态状态建模</a:t>
                </a:r>
                <a:r>
                  <a:rPr lang="zh-CN" altLang="en-US" sz="1600"/>
                  <a:t>。</a:t>
                </a:r>
                <a:endParaRPr lang="zh-CN" altLang="en-US" sz="1600"/>
              </a:p>
              <a:p>
                <a:pPr algn="l">
                  <a:lnSpc>
                    <a:spcPct val="120000"/>
                  </a:lnSpc>
                </a:pPr>
                <a:endParaRPr lang="zh-CN" altLang="en-US" sz="1600"/>
              </a:p>
              <a:p>
                <a:pPr marL="342900" indent="-342900" algn="l">
                  <a:lnSpc>
                    <a:spcPct val="120000"/>
                  </a:lnSpc>
                  <a:buClr>
                    <a:srgbClr val="000000"/>
                  </a:buClr>
                  <a:buSzPct val="90000"/>
                  <a:buFont typeface="+mj-ea"/>
                  <a:buAutoNum type="circleNumDbPlain"/>
                </a:pPr>
                <a:r>
                  <a:rPr lang="zh-CN" altLang="en-US" sz="1600"/>
                  <a:t>对于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候选证据链</a:t>
                </a:r>
                <a:r>
                  <a:rPr lang="en-US" altLang="zh-CN" sz="160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accent3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CN" sz="1600" i="1">
                                    <a:solidFill>
                                      <a:schemeClr val="accent3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solidFill>
                                      <a:schemeClr val="accent3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solidFill>
                                      <a:schemeClr val="accent3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d>
                  </m:oMath>
                </a14:m>
                <a:r>
                  <a:rPr lang="zh-CN" altLang="en-US" sz="1600"/>
                  <a:t>，不只学习其最终表⽰，⽽是显式构造不同深度下的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证据前缀</a:t>
                </a:r>
                <a:r>
                  <a:rPr lang="en-US" altLang="zh-CN" sz="160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ℎ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accent3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</m:t>
                            </m:r>
                          </m:sup>
                        </m:sSubSup>
                      </m:e>
                    </m:d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ℎ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1600"/>
              </a:p>
              <a:p>
                <a:pPr marL="342900" indent="-342900" algn="l">
                  <a:lnSpc>
                    <a:spcPct val="120000"/>
                  </a:lnSpc>
                  <a:buClr>
                    <a:srgbClr val="000000"/>
                  </a:buClr>
                  <a:buSzPct val="90000"/>
                  <a:buFont typeface="+mj-ea"/>
                  <a:buAutoNum type="circleNumDbPlain"/>
                </a:pPr>
                <a:r>
                  <a:rPr lang="zh-CN" altLang="en-US" sz="1600"/>
                  <a:t>并建模其随推理深度变化的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状态轨迹</a:t>
                </a:r>
                <a:r>
                  <a:rPr lang="en-US" altLang="zh-CN" sz="1600">
                    <a:solidFill>
                      <a:schemeClr val="accent3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accent3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sSubSup>
                      <m:sSubSupPr>
                        <m:ctrlP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bSup>
                    <m:r>
                      <a:rPr lang="en-US" altLang="zh-CN" sz="1600" i="1">
                        <a:solidFill>
                          <a:schemeClr val="accent3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→⋯→</m:t>
                    </m:r>
                    <m:sSubSup>
                      <m:sSubSupPr>
                        <m:ctrlP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accent3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</m:oMath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 algn="l">
                  <a:lnSpc>
                    <a:spcPct val="120000"/>
                  </a:lnSpc>
                  <a:buClr>
                    <a:srgbClr val="000000"/>
                  </a:buClr>
                  <a:buSzPct val="90000"/>
                  <a:buFont typeface="+mj-ea"/>
                  <a:buAutoNum type="circleNumDbPlain"/>
                </a:pPr>
                <a:endParaRPr lang="en-US" altLang="zh-CN" sz="1600"/>
              </a:p>
              <a:p>
                <a:pPr marL="342900" indent="-342900" algn="l">
                  <a:lnSpc>
                    <a:spcPct val="120000"/>
                  </a:lnSpc>
                  <a:buClr>
                    <a:srgbClr val="000000"/>
                  </a:buClr>
                  <a:buSzPct val="90000"/>
                  <a:buFont typeface="+mj-ea"/>
                  <a:buAutoNum type="circleNumDbPlain"/>
                </a:pPr>
                <a:r>
                  <a:rPr lang="zh-CN" altLang="en-US" sz="1600"/>
                  <a:t>在此基础上，模型分别估计当前前缀的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可靠性</a:t>
                </a:r>
                <a:r>
                  <a:rPr lang="zh-CN" altLang="en-US" sz="1600"/>
                  <a:t>、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证据充分性</a:t>
                </a:r>
                <a:r>
                  <a:rPr lang="zh-CN" altLang="en-US" sz="1600"/>
                  <a:t>以及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对候选答案的⽀持程度</a:t>
                </a:r>
                <a:r>
                  <a:rPr lang="zh-CN" altLang="en-US" sz="1600"/>
                  <a:t>，从⽽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显式刻画证据从局部事实逐步累积为答案依据的过程</a:t>
                </a:r>
                <a:r>
                  <a:rPr lang="zh-CN" altLang="en-US" sz="1600"/>
                  <a:t>。</a:t>
                </a:r>
                <a:endParaRPr lang="zh-CN" altLang="en-US" sz="1600"/>
              </a:p>
              <a:p>
                <a:pPr algn="l">
                  <a:lnSpc>
                    <a:spcPct val="120000"/>
                  </a:lnSpc>
                </a:pPr>
                <a:endParaRPr lang="zh-CN" altLang="en-US" sz="1600"/>
              </a:p>
              <a:p>
                <a:pPr marL="285750" indent="-285750" algn="l">
                  <a:lnSpc>
                    <a:spcPct val="120000"/>
                  </a:lnSpc>
                  <a:buFont typeface="Wingdings" panose="05000000000000000000" charset="0"/>
                  <a:buChar char="l"/>
                </a:pPr>
                <a:r>
                  <a:rPr lang="zh-CN" altLang="en-US" sz="1600"/>
                  <a:t>⽅法本⾝采⽤“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候选链搜索—神经前缀重评分</a:t>
                </a:r>
                <a:r>
                  <a:rPr lang="zh-CN" altLang="en-US" sz="1600"/>
                  <a:t>”的两阶段设计：⾸先⽣成规模受控且满⾜结构与时间约束的候选链，随后利⽤动态链推理器重新评价其中所有合法前缀。</a:t>
                </a:r>
                <a:endParaRPr lang="zh-CN" altLang="en-US" sz="1600"/>
              </a:p>
              <a:p>
                <a:pPr marL="285750" indent="-285750" algn="l">
                  <a:lnSpc>
                    <a:spcPct val="120000"/>
                  </a:lnSpc>
                  <a:buFont typeface="Wingdings" panose="05000000000000000000" charset="0"/>
                  <a:buChar char="l"/>
                </a:pPr>
                <a:endParaRPr lang="zh-CN" altLang="en-US" sz="1600"/>
              </a:p>
              <a:p>
                <a:pPr marL="285750" indent="-285750" algn="l">
                  <a:lnSpc>
                    <a:spcPct val="120000"/>
                  </a:lnSpc>
                  <a:buFont typeface="Wingdings" panose="05000000000000000000" charset="0"/>
                  <a:buChar char="l"/>
                </a:pPr>
                <a:r>
                  <a:rPr lang="zh-CN" altLang="en-US" sz="1600"/>
                  <a:t>整体过程可概括为：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accent3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𝑞</m:t>
                    </m:r>
                    <m:r>
                      <a:rPr lang="en-US" altLang="zh-CN" sz="1600" i="1">
                        <a:solidFill>
                          <a:schemeClr val="accent3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→候选证据构建→前缀动态推理→多链协同与竞争→答案聚合</m:t>
                    </m:r>
                  </m:oMath>
                </a14:m>
                <a:br>
                  <a:rPr lang="en-US" altLang="zh-CN" sz="1600" i="1">
                    <a:latin typeface="Cambria Math" panose="02040503050406030204" charset="0"/>
                    <a:cs typeface="Cambria Math" panose="02040503050406030204" charset="0"/>
                  </a:rPr>
                </a:br>
                <a:r>
                  <a:rPr lang="zh-CN" altLang="en-US" sz="1600"/>
                  <a:t>其中，候选证据构建负责控制推理空间，⽽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前缀动态推理</a:t>
                </a:r>
                <a:r>
                  <a:rPr lang="zh-CN" altLang="en-US" sz="1600"/>
                  <a:t>及其</a:t>
                </a:r>
                <a:r>
                  <a:rPr lang="zh-CN" altLang="en-US" sz="1600">
                    <a:solidFill>
                      <a:schemeClr val="accent3"/>
                    </a:solidFill>
                  </a:rPr>
                  <a:t>跨链交互</a:t>
                </a:r>
                <a:r>
                  <a:rPr lang="zh-CN" altLang="en-US" sz="1600"/>
                  <a:t>构成本⽂的核⼼⽅法。</a:t>
                </a:r>
                <a:endParaRPr lang="zh-CN" altLang="en-US" sz="1600"/>
              </a:p>
            </p:txBody>
          </p:sp>
        </mc:Choice>
        <mc:Fallback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95" y="1806575"/>
                <a:ext cx="11500485" cy="41192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2" grpId="0"/>
      <p:bldP spid="33" grpId="0"/>
      <p:bldP spid="31" grpId="1" animBg="1"/>
      <p:bldP spid="32" grpId="1"/>
      <p:bldP spid="3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1597" y="6176874"/>
            <a:ext cx="1591895" cy="357857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8509" y="6149975"/>
            <a:ext cx="309840" cy="406400"/>
          </a:xfrm>
          <a:prstGeom prst="rect">
            <a:avLst/>
          </a:prstGeom>
        </p:spPr>
      </p:pic>
      <p:pic>
        <p:nvPicPr>
          <p:cNvPr id="11" name="图片占位符 10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7" r="9487"/>
          <a:stretch>
            <a:fillRect/>
          </a:stretch>
        </p:blipFill>
        <p:spPr/>
      </p:pic>
      <p:sp>
        <p:nvSpPr>
          <p:cNvPr id="12" name="矩形 11"/>
          <p:cNvSpPr/>
          <p:nvPr/>
        </p:nvSpPr>
        <p:spPr>
          <a:xfrm>
            <a:off x="0" y="0"/>
            <a:ext cx="12192000" cy="5848350"/>
          </a:xfrm>
          <a:prstGeom prst="rect">
            <a:avLst/>
          </a:prstGeom>
          <a:gradFill>
            <a:gsLst>
              <a:gs pos="49000">
                <a:schemeClr val="accent1">
                  <a:alpha val="70000"/>
                </a:schemeClr>
              </a:gs>
              <a:gs pos="0">
                <a:schemeClr val="accent1">
                  <a:alpha val="3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3905250" y="733425"/>
            <a:ext cx="4381500" cy="4381500"/>
          </a:xfrm>
          <a:prstGeom prst="roundRect">
            <a:avLst>
              <a:gd name="adj" fmla="val 608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243844" y="1354515"/>
            <a:ext cx="168656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>
                <a:gradFill>
                  <a:gsLst>
                    <a:gs pos="27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3000000" scaled="0"/>
                </a:gradFill>
                <a:latin typeface="+mj-ea"/>
                <a:ea typeface="+mj-ea"/>
              </a:rPr>
              <a:t>03</a:t>
            </a:r>
            <a:endParaRPr lang="zh-CN" altLang="en-US" sz="9600" b="1">
              <a:gradFill>
                <a:gsLst>
                  <a:gs pos="27000">
                    <a:schemeClr val="accent1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3000000" scaled="0"/>
              </a:gradFill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689974" y="2924175"/>
            <a:ext cx="812053" cy="133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93323" y="3271749"/>
            <a:ext cx="10261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spc="120">
                <a:solidFill>
                  <a:schemeClr val="accent1"/>
                </a:solidFill>
                <a:latin typeface="+mj-ea"/>
                <a:ea typeface="+mj-ea"/>
              </a:rPr>
              <a:t>实验</a:t>
            </a:r>
            <a:endParaRPr lang="zh-CN" altLang="en-US" sz="3200" b="1" spc="12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77315" y="207010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实验</a:t>
            </a:r>
            <a:endParaRPr lang="zh-CN" altLang="en-US" sz="2800" b="1" spc="120">
              <a:latin typeface="+mj-ea"/>
              <a:ea typeface="+mj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1402" y="237914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03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60400" y="6421869"/>
            <a:ext cx="2189816" cy="234085"/>
            <a:chOff x="1044148" y="5205146"/>
            <a:chExt cx="2189816" cy="234085"/>
          </a:xfrm>
        </p:grpSpPr>
        <p:sp>
          <p:nvSpPr>
            <p:cNvPr id="17" name="任意多边形: 形状 21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22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28" name="图形 24"/>
            <p:cNvPicPr>
              <a:picLocks noChangeAspect="1"/>
            </p:cNvPicPr>
            <p:nvPr userDrawn="1"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29" name="图形 25"/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70" y="817880"/>
            <a:ext cx="10758170" cy="39103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205" y="4785995"/>
            <a:ext cx="5906135" cy="16243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170" y="4728210"/>
            <a:ext cx="4863465" cy="16821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38810" y="4404360"/>
            <a:ext cx="10594340" cy="306070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 userDrawn="1"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1597" y="6176874"/>
            <a:ext cx="1591895" cy="357857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8509" y="6149975"/>
            <a:ext cx="309840" cy="406400"/>
          </a:xfrm>
          <a:prstGeom prst="rect">
            <a:avLst/>
          </a:prstGeom>
        </p:spPr>
      </p:pic>
      <p:pic>
        <p:nvPicPr>
          <p:cNvPr id="11" name="图片占位符 10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7" r="9487"/>
          <a:stretch>
            <a:fillRect/>
          </a:stretch>
        </p:blipFill>
        <p:spPr/>
      </p:pic>
      <p:sp>
        <p:nvSpPr>
          <p:cNvPr id="12" name="矩形 11"/>
          <p:cNvSpPr/>
          <p:nvPr/>
        </p:nvSpPr>
        <p:spPr>
          <a:xfrm>
            <a:off x="0" y="0"/>
            <a:ext cx="12192000" cy="5848350"/>
          </a:xfrm>
          <a:prstGeom prst="rect">
            <a:avLst/>
          </a:prstGeom>
          <a:gradFill>
            <a:gsLst>
              <a:gs pos="49000">
                <a:schemeClr val="accent1">
                  <a:alpha val="70000"/>
                </a:schemeClr>
              </a:gs>
              <a:gs pos="0">
                <a:schemeClr val="accent1">
                  <a:alpha val="3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3905250" y="733425"/>
            <a:ext cx="4381500" cy="4381500"/>
          </a:xfrm>
          <a:prstGeom prst="roundRect">
            <a:avLst>
              <a:gd name="adj" fmla="val 6085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243844" y="1354515"/>
            <a:ext cx="168656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>
                <a:gradFill>
                  <a:gsLst>
                    <a:gs pos="27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3000000" scaled="0"/>
                </a:gradFill>
                <a:latin typeface="+mj-ea"/>
                <a:ea typeface="+mj-ea"/>
              </a:rPr>
              <a:t>04</a:t>
            </a:r>
            <a:endParaRPr lang="zh-CN" altLang="en-US" sz="9600" b="1">
              <a:gradFill>
                <a:gsLst>
                  <a:gs pos="27000">
                    <a:schemeClr val="accent1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3000000" scaled="0"/>
              </a:gradFill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689974" y="2924175"/>
            <a:ext cx="812053" cy="133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99673" y="3271749"/>
            <a:ext cx="10261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spc="120">
                <a:solidFill>
                  <a:schemeClr val="accent1"/>
                </a:solidFill>
                <a:latin typeface="+mj-ea"/>
                <a:ea typeface="+mj-ea"/>
              </a:rPr>
              <a:t>总结</a:t>
            </a:r>
            <a:endParaRPr lang="zh-CN" altLang="en-US" sz="3200" b="1" spc="12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77315" y="207010"/>
            <a:ext cx="2025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120">
                <a:latin typeface="+mj-ea"/>
                <a:ea typeface="+mj-ea"/>
              </a:rPr>
              <a:t>总结</a:t>
            </a:r>
            <a:endParaRPr lang="zh-CN" altLang="en-US" sz="2800" b="1" spc="120">
              <a:latin typeface="+mj-ea"/>
              <a:ea typeface="+mj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63156" y="176646"/>
            <a:ext cx="584200" cy="584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1402" y="237914"/>
            <a:ext cx="52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04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60400" y="6421869"/>
            <a:ext cx="2189816" cy="234085"/>
            <a:chOff x="1044148" y="5205146"/>
            <a:chExt cx="2189816" cy="234085"/>
          </a:xfrm>
        </p:grpSpPr>
        <p:sp>
          <p:nvSpPr>
            <p:cNvPr id="17" name="任意多边形: 形状 21"/>
            <p:cNvSpPr/>
            <p:nvPr userDrawn="1"/>
          </p:nvSpPr>
          <p:spPr>
            <a:xfrm>
              <a:off x="2200985" y="5215657"/>
              <a:ext cx="1032979" cy="213063"/>
            </a:xfrm>
            <a:custGeom>
              <a:avLst/>
              <a:gdLst>
                <a:gd name="connsiteX0" fmla="*/ 1224031 w 1929473"/>
                <a:gd name="connsiteY0" fmla="*/ 304120 h 397974"/>
                <a:gd name="connsiteX1" fmla="*/ 1163207 w 1929473"/>
                <a:gd name="connsiteY1" fmla="*/ 319836 h 397974"/>
                <a:gd name="connsiteX2" fmla="*/ 1156064 w 1929473"/>
                <a:gd name="connsiteY2" fmla="*/ 331266 h 397974"/>
                <a:gd name="connsiteX3" fmla="*/ 1208111 w 1929473"/>
                <a:gd name="connsiteY3" fmla="*/ 315346 h 397974"/>
                <a:gd name="connsiteX4" fmla="*/ 1247708 w 1929473"/>
                <a:gd name="connsiteY4" fmla="*/ 318612 h 397974"/>
                <a:gd name="connsiteX5" fmla="*/ 1224031 w 1929473"/>
                <a:gd name="connsiteY5" fmla="*/ 304120 h 397974"/>
                <a:gd name="connsiteX6" fmla="*/ 152672 w 1929473"/>
                <a:gd name="connsiteY6" fmla="*/ 269218 h 397974"/>
                <a:gd name="connsiteX7" fmla="*/ 176349 w 1929473"/>
                <a:gd name="connsiteY7" fmla="*/ 276362 h 397974"/>
                <a:gd name="connsiteX8" fmla="*/ 158795 w 1929473"/>
                <a:gd name="connsiteY8" fmla="*/ 307182 h 397974"/>
                <a:gd name="connsiteX9" fmla="*/ 93889 w 1929473"/>
                <a:gd name="connsiteY9" fmla="*/ 320245 h 397974"/>
                <a:gd name="connsiteX10" fmla="*/ 46741 w 1929473"/>
                <a:gd name="connsiteY10" fmla="*/ 334736 h 397974"/>
                <a:gd name="connsiteX11" fmla="*/ 5511 w 1929473"/>
                <a:gd name="connsiteY11" fmla="*/ 324327 h 397974"/>
                <a:gd name="connsiteX12" fmla="*/ 0 w 1929473"/>
                <a:gd name="connsiteY12" fmla="*/ 311876 h 397974"/>
                <a:gd name="connsiteX13" fmla="*/ 8368 w 1929473"/>
                <a:gd name="connsiteY13" fmla="*/ 311264 h 397974"/>
                <a:gd name="connsiteX14" fmla="*/ 2245 w 1929473"/>
                <a:gd name="connsiteY14" fmla="*/ 306978 h 397974"/>
                <a:gd name="connsiteX15" fmla="*/ 4082 w 1929473"/>
                <a:gd name="connsiteY15" fmla="*/ 301671 h 397974"/>
                <a:gd name="connsiteX16" fmla="*/ 49802 w 1929473"/>
                <a:gd name="connsiteY16" fmla="*/ 297589 h 397974"/>
                <a:gd name="connsiteX17" fmla="*/ 109606 w 1929473"/>
                <a:gd name="connsiteY17" fmla="*/ 278607 h 397974"/>
                <a:gd name="connsiteX18" fmla="*/ 152672 w 1929473"/>
                <a:gd name="connsiteY18" fmla="*/ 269218 h 397974"/>
                <a:gd name="connsiteX19" fmla="*/ 569255 w 1929473"/>
                <a:gd name="connsiteY19" fmla="*/ 203699 h 397974"/>
                <a:gd name="connsiteX20" fmla="*/ 543742 w 1929473"/>
                <a:gd name="connsiteY20" fmla="*/ 204923 h 397974"/>
                <a:gd name="connsiteX21" fmla="*/ 549048 w 1929473"/>
                <a:gd name="connsiteY21" fmla="*/ 248806 h 397974"/>
                <a:gd name="connsiteX22" fmla="*/ 571296 w 1929473"/>
                <a:gd name="connsiteY22" fmla="*/ 232070 h 397974"/>
                <a:gd name="connsiteX23" fmla="*/ 569255 w 1929473"/>
                <a:gd name="connsiteY23" fmla="*/ 203699 h 397974"/>
                <a:gd name="connsiteX24" fmla="*/ 562724 w 1929473"/>
                <a:gd name="connsiteY24" fmla="*/ 133282 h 397974"/>
                <a:gd name="connsiteX25" fmla="*/ 552314 w 1929473"/>
                <a:gd name="connsiteY25" fmla="*/ 164714 h 397974"/>
                <a:gd name="connsiteX26" fmla="*/ 567010 w 1929473"/>
                <a:gd name="connsiteY26" fmla="*/ 168388 h 397974"/>
                <a:gd name="connsiteX27" fmla="*/ 562724 w 1929473"/>
                <a:gd name="connsiteY27" fmla="*/ 133282 h 397974"/>
                <a:gd name="connsiteX28" fmla="*/ 1665514 w 1929473"/>
                <a:gd name="connsiteY28" fmla="*/ 131649 h 397974"/>
                <a:gd name="connsiteX29" fmla="*/ 1648574 w 1929473"/>
                <a:gd name="connsiteY29" fmla="*/ 162673 h 397974"/>
                <a:gd name="connsiteX30" fmla="*/ 1664494 w 1929473"/>
                <a:gd name="connsiteY30" fmla="*/ 153693 h 397974"/>
                <a:gd name="connsiteX31" fmla="*/ 1665514 w 1929473"/>
                <a:gd name="connsiteY31" fmla="*/ 131649 h 397974"/>
                <a:gd name="connsiteX32" fmla="*/ 1502025 w 1929473"/>
                <a:gd name="connsiteY32" fmla="*/ 121852 h 397974"/>
                <a:gd name="connsiteX33" fmla="*/ 1544683 w 1929473"/>
                <a:gd name="connsiteY33" fmla="*/ 170838 h 397974"/>
                <a:gd name="connsiteX34" fmla="*/ 1527334 w 1929473"/>
                <a:gd name="connsiteY34" fmla="*/ 178187 h 397974"/>
                <a:gd name="connsiteX35" fmla="*/ 1511618 w 1929473"/>
                <a:gd name="connsiteY35" fmla="*/ 193699 h 397974"/>
                <a:gd name="connsiteX36" fmla="*/ 1515088 w 1929473"/>
                <a:gd name="connsiteY36" fmla="*/ 158387 h 397974"/>
                <a:gd name="connsiteX37" fmla="*/ 1504883 w 1929473"/>
                <a:gd name="connsiteY37" fmla="*/ 151243 h 397974"/>
                <a:gd name="connsiteX38" fmla="*/ 1502025 w 1929473"/>
                <a:gd name="connsiteY38" fmla="*/ 121852 h 397974"/>
                <a:gd name="connsiteX39" fmla="*/ 1237094 w 1929473"/>
                <a:gd name="connsiteY39" fmla="*/ 68376 h 397974"/>
                <a:gd name="connsiteX40" fmla="*/ 1178515 w 1929473"/>
                <a:gd name="connsiteY40" fmla="*/ 112668 h 397974"/>
                <a:gd name="connsiteX41" fmla="*/ 1171780 w 1929473"/>
                <a:gd name="connsiteY41" fmla="*/ 124302 h 397974"/>
                <a:gd name="connsiteX42" fmla="*/ 1209131 w 1929473"/>
                <a:gd name="connsiteY42" fmla="*/ 127363 h 397974"/>
                <a:gd name="connsiteX43" fmla="*/ 1206070 w 1929473"/>
                <a:gd name="connsiteY43" fmla="*/ 152469 h 397974"/>
                <a:gd name="connsiteX44" fmla="*/ 1179128 w 1929473"/>
                <a:gd name="connsiteY44" fmla="*/ 180023 h 397974"/>
                <a:gd name="connsiteX45" fmla="*/ 1213214 w 1929473"/>
                <a:gd name="connsiteY45" fmla="*/ 176757 h 397974"/>
                <a:gd name="connsiteX46" fmla="*/ 1207703 w 1929473"/>
                <a:gd name="connsiteY46" fmla="*/ 199005 h 397974"/>
                <a:gd name="connsiteX47" fmla="*/ 1173821 w 1929473"/>
                <a:gd name="connsiteY47" fmla="*/ 234724 h 397974"/>
                <a:gd name="connsiteX48" fmla="*/ 1223827 w 1929473"/>
                <a:gd name="connsiteY48" fmla="*/ 229825 h 397974"/>
                <a:gd name="connsiteX49" fmla="*/ 1227297 w 1929473"/>
                <a:gd name="connsiteY49" fmla="*/ 216762 h 397974"/>
                <a:gd name="connsiteX50" fmla="*/ 1229134 w 1929473"/>
                <a:gd name="connsiteY50" fmla="*/ 156755 h 397974"/>
                <a:gd name="connsiteX51" fmla="*/ 1232604 w 1929473"/>
                <a:gd name="connsiteY51" fmla="*/ 117770 h 397974"/>
                <a:gd name="connsiteX52" fmla="*/ 1237094 w 1929473"/>
                <a:gd name="connsiteY52" fmla="*/ 68376 h 397974"/>
                <a:gd name="connsiteX53" fmla="*/ 95037 w 1929473"/>
                <a:gd name="connsiteY53" fmla="*/ 63988 h 397974"/>
                <a:gd name="connsiteX54" fmla="*/ 116953 w 1929473"/>
                <a:gd name="connsiteY54" fmla="*/ 76337 h 397974"/>
                <a:gd name="connsiteX55" fmla="*/ 138384 w 1929473"/>
                <a:gd name="connsiteY55" fmla="*/ 113892 h 397974"/>
                <a:gd name="connsiteX56" fmla="*/ 164918 w 1929473"/>
                <a:gd name="connsiteY56" fmla="*/ 103687 h 397974"/>
                <a:gd name="connsiteX57" fmla="*/ 203904 w 1929473"/>
                <a:gd name="connsiteY57" fmla="*/ 98176 h 397974"/>
                <a:gd name="connsiteX58" fmla="*/ 233908 w 1929473"/>
                <a:gd name="connsiteY58" fmla="*/ 116546 h 397974"/>
                <a:gd name="connsiteX59" fmla="*/ 231867 w 1929473"/>
                <a:gd name="connsiteY59" fmla="*/ 139610 h 397974"/>
                <a:gd name="connsiteX60" fmla="*/ 206761 w 1929473"/>
                <a:gd name="connsiteY60" fmla="*/ 141243 h 397974"/>
                <a:gd name="connsiteX61" fmla="*/ 159408 w 1929473"/>
                <a:gd name="connsiteY61" fmla="*/ 157163 h 397974"/>
                <a:gd name="connsiteX62" fmla="*/ 134098 w 1929473"/>
                <a:gd name="connsiteY62" fmla="*/ 155938 h 397974"/>
                <a:gd name="connsiteX63" fmla="*/ 130424 w 1929473"/>
                <a:gd name="connsiteY63" fmla="*/ 195331 h 397974"/>
                <a:gd name="connsiteX64" fmla="*/ 260850 w 1929473"/>
                <a:gd name="connsiteY64" fmla="*/ 199617 h 397974"/>
                <a:gd name="connsiteX65" fmla="*/ 279219 w 1929473"/>
                <a:gd name="connsiteY65" fmla="*/ 266565 h 397974"/>
                <a:gd name="connsiteX66" fmla="*/ 262891 w 1929473"/>
                <a:gd name="connsiteY66" fmla="*/ 309427 h 397974"/>
                <a:gd name="connsiteX67" fmla="*/ 218191 w 1929473"/>
                <a:gd name="connsiteY67" fmla="*/ 360862 h 397974"/>
                <a:gd name="connsiteX68" fmla="*/ 195535 w 1929473"/>
                <a:gd name="connsiteY68" fmla="*/ 379028 h 397974"/>
                <a:gd name="connsiteX69" fmla="*/ 131241 w 1929473"/>
                <a:gd name="connsiteY69" fmla="*/ 377395 h 397974"/>
                <a:gd name="connsiteX70" fmla="*/ 126954 w 1929473"/>
                <a:gd name="connsiteY70" fmla="*/ 366373 h 397974"/>
                <a:gd name="connsiteX71" fmla="*/ 141446 w 1929473"/>
                <a:gd name="connsiteY71" fmla="*/ 360250 h 397974"/>
                <a:gd name="connsiteX72" fmla="*/ 123689 w 1929473"/>
                <a:gd name="connsiteY72" fmla="*/ 360862 h 397974"/>
                <a:gd name="connsiteX73" fmla="*/ 124709 w 1929473"/>
                <a:gd name="connsiteY73" fmla="*/ 355147 h 397974"/>
                <a:gd name="connsiteX74" fmla="*/ 154917 w 1929473"/>
                <a:gd name="connsiteY74" fmla="*/ 342288 h 397974"/>
                <a:gd name="connsiteX75" fmla="*/ 181452 w 1929473"/>
                <a:gd name="connsiteY75" fmla="*/ 331471 h 397974"/>
                <a:gd name="connsiteX76" fmla="*/ 170839 w 1929473"/>
                <a:gd name="connsiteY76" fmla="*/ 330858 h 397974"/>
                <a:gd name="connsiteX77" fmla="*/ 212681 w 1929473"/>
                <a:gd name="connsiteY77" fmla="*/ 300242 h 397974"/>
                <a:gd name="connsiteX78" fmla="*/ 231867 w 1929473"/>
                <a:gd name="connsiteY78" fmla="*/ 251869 h 397974"/>
                <a:gd name="connsiteX79" fmla="*/ 223498 w 1929473"/>
                <a:gd name="connsiteY79" fmla="*/ 226151 h 397974"/>
                <a:gd name="connsiteX80" fmla="*/ 145528 w 1929473"/>
                <a:gd name="connsiteY80" fmla="*/ 234724 h 397974"/>
                <a:gd name="connsiteX81" fmla="*/ 112259 w 1929473"/>
                <a:gd name="connsiteY81" fmla="*/ 260849 h 397974"/>
                <a:gd name="connsiteX82" fmla="*/ 74907 w 1929473"/>
                <a:gd name="connsiteY82" fmla="*/ 260645 h 397974"/>
                <a:gd name="connsiteX83" fmla="*/ 68172 w 1929473"/>
                <a:gd name="connsiteY83" fmla="*/ 225131 h 397974"/>
                <a:gd name="connsiteX84" fmla="*/ 76744 w 1929473"/>
                <a:gd name="connsiteY84" fmla="*/ 166756 h 397974"/>
                <a:gd name="connsiteX85" fmla="*/ 71437 w 1929473"/>
                <a:gd name="connsiteY85" fmla="*/ 80623 h 397974"/>
                <a:gd name="connsiteX86" fmla="*/ 69600 w 1929473"/>
                <a:gd name="connsiteY86" fmla="*/ 65723 h 397974"/>
                <a:gd name="connsiteX87" fmla="*/ 95037 w 1929473"/>
                <a:gd name="connsiteY87" fmla="*/ 63988 h 397974"/>
                <a:gd name="connsiteX88" fmla="*/ 692740 w 1929473"/>
                <a:gd name="connsiteY88" fmla="*/ 52251 h 397974"/>
                <a:gd name="connsiteX89" fmla="*/ 725805 w 1929473"/>
                <a:gd name="connsiteY89" fmla="*/ 52863 h 397974"/>
                <a:gd name="connsiteX90" fmla="*/ 767647 w 1929473"/>
                <a:gd name="connsiteY90" fmla="*/ 97563 h 397974"/>
                <a:gd name="connsiteX91" fmla="*/ 809081 w 1929473"/>
                <a:gd name="connsiteY91" fmla="*/ 100829 h 397974"/>
                <a:gd name="connsiteX92" fmla="*/ 825205 w 1929473"/>
                <a:gd name="connsiteY92" fmla="*/ 117974 h 397974"/>
                <a:gd name="connsiteX93" fmla="*/ 807652 w 1929473"/>
                <a:gd name="connsiteY93" fmla="*/ 139609 h 397974"/>
                <a:gd name="connsiteX94" fmla="*/ 763565 w 1929473"/>
                <a:gd name="connsiteY94" fmla="*/ 146957 h 397974"/>
                <a:gd name="connsiteX95" fmla="*/ 760299 w 1929473"/>
                <a:gd name="connsiteY95" fmla="*/ 183084 h 397974"/>
                <a:gd name="connsiteX96" fmla="*/ 757442 w 1929473"/>
                <a:gd name="connsiteY96" fmla="*/ 376987 h 397974"/>
                <a:gd name="connsiteX97" fmla="*/ 709273 w 1929473"/>
                <a:gd name="connsiteY97" fmla="*/ 390254 h 397974"/>
                <a:gd name="connsiteX98" fmla="*/ 655184 w 1929473"/>
                <a:gd name="connsiteY98" fmla="*/ 356576 h 397974"/>
                <a:gd name="connsiteX99" fmla="*/ 635998 w 1929473"/>
                <a:gd name="connsiteY99" fmla="*/ 325348 h 397974"/>
                <a:gd name="connsiteX100" fmla="*/ 653551 w 1929473"/>
                <a:gd name="connsiteY100" fmla="*/ 328409 h 397974"/>
                <a:gd name="connsiteX101" fmla="*/ 631099 w 1929473"/>
                <a:gd name="connsiteY101" fmla="*/ 308611 h 397974"/>
                <a:gd name="connsiteX102" fmla="*/ 707436 w 1929473"/>
                <a:gd name="connsiteY102" fmla="*/ 330654 h 397974"/>
                <a:gd name="connsiteX103" fmla="*/ 707640 w 1929473"/>
                <a:gd name="connsiteY103" fmla="*/ 266972 h 397974"/>
                <a:gd name="connsiteX104" fmla="*/ 688250 w 1929473"/>
                <a:gd name="connsiteY104" fmla="*/ 274729 h 397974"/>
                <a:gd name="connsiteX105" fmla="*/ 663348 w 1929473"/>
                <a:gd name="connsiteY105" fmla="*/ 258808 h 397974"/>
                <a:gd name="connsiteX106" fmla="*/ 630079 w 1929473"/>
                <a:gd name="connsiteY106" fmla="*/ 200025 h 397974"/>
                <a:gd name="connsiteX107" fmla="*/ 622119 w 1929473"/>
                <a:gd name="connsiteY107" fmla="*/ 199616 h 397974"/>
                <a:gd name="connsiteX108" fmla="*/ 623343 w 1929473"/>
                <a:gd name="connsiteY108" fmla="*/ 193697 h 397974"/>
                <a:gd name="connsiteX109" fmla="*/ 613546 w 1929473"/>
                <a:gd name="connsiteY109" fmla="*/ 192065 h 397974"/>
                <a:gd name="connsiteX110" fmla="*/ 623548 w 1929473"/>
                <a:gd name="connsiteY110" fmla="*/ 205740 h 397974"/>
                <a:gd name="connsiteX111" fmla="*/ 617016 w 1929473"/>
                <a:gd name="connsiteY111" fmla="*/ 238805 h 397974"/>
                <a:gd name="connsiteX112" fmla="*/ 624160 w 1929473"/>
                <a:gd name="connsiteY112" fmla="*/ 293915 h 397974"/>
                <a:gd name="connsiteX113" fmla="*/ 608240 w 1929473"/>
                <a:gd name="connsiteY113" fmla="*/ 328817 h 397974"/>
                <a:gd name="connsiteX114" fmla="*/ 579869 w 1929473"/>
                <a:gd name="connsiteY114" fmla="*/ 315754 h 397974"/>
                <a:gd name="connsiteX115" fmla="*/ 563132 w 1929473"/>
                <a:gd name="connsiteY115" fmla="*/ 286159 h 397974"/>
                <a:gd name="connsiteX116" fmla="*/ 529658 w 1929473"/>
                <a:gd name="connsiteY116" fmla="*/ 311672 h 397974"/>
                <a:gd name="connsiteX117" fmla="*/ 478019 w 1929473"/>
                <a:gd name="connsiteY117" fmla="*/ 294936 h 397974"/>
                <a:gd name="connsiteX118" fmla="*/ 493531 w 1929473"/>
                <a:gd name="connsiteY118" fmla="*/ 285955 h 397974"/>
                <a:gd name="connsiteX119" fmla="*/ 522719 w 1929473"/>
                <a:gd name="connsiteY119" fmla="*/ 272688 h 397974"/>
                <a:gd name="connsiteX120" fmla="*/ 496593 w 1929473"/>
                <a:gd name="connsiteY120" fmla="*/ 252276 h 397974"/>
                <a:gd name="connsiteX121" fmla="*/ 500471 w 1929473"/>
                <a:gd name="connsiteY121" fmla="*/ 149202 h 397974"/>
                <a:gd name="connsiteX122" fmla="*/ 508431 w 1929473"/>
                <a:gd name="connsiteY122" fmla="*/ 99808 h 397974"/>
                <a:gd name="connsiteX123" fmla="*/ 542313 w 1929473"/>
                <a:gd name="connsiteY123" fmla="*/ 106544 h 397974"/>
                <a:gd name="connsiteX124" fmla="*/ 575786 w 1929473"/>
                <a:gd name="connsiteY124" fmla="*/ 84296 h 397974"/>
                <a:gd name="connsiteX125" fmla="*/ 611913 w 1929473"/>
                <a:gd name="connsiteY125" fmla="*/ 89603 h 397974"/>
                <a:gd name="connsiteX126" fmla="*/ 621302 w 1929473"/>
                <a:gd name="connsiteY126" fmla="*/ 112871 h 397974"/>
                <a:gd name="connsiteX127" fmla="*/ 620894 w 1929473"/>
                <a:gd name="connsiteY127" fmla="*/ 131445 h 397974"/>
                <a:gd name="connsiteX128" fmla="*/ 616608 w 1929473"/>
                <a:gd name="connsiteY128" fmla="*/ 179206 h 397974"/>
                <a:gd name="connsiteX129" fmla="*/ 629671 w 1929473"/>
                <a:gd name="connsiteY129" fmla="*/ 167163 h 397974"/>
                <a:gd name="connsiteX130" fmla="*/ 645183 w 1929473"/>
                <a:gd name="connsiteY130" fmla="*/ 191044 h 397974"/>
                <a:gd name="connsiteX131" fmla="*/ 708048 w 1929473"/>
                <a:gd name="connsiteY131" fmla="*/ 247582 h 397974"/>
                <a:gd name="connsiteX132" fmla="*/ 703762 w 1929473"/>
                <a:gd name="connsiteY132" fmla="*/ 173287 h 397974"/>
                <a:gd name="connsiteX133" fmla="*/ 631304 w 1929473"/>
                <a:gd name="connsiteY133" fmla="*/ 165939 h 397974"/>
                <a:gd name="connsiteX134" fmla="*/ 622731 w 1929473"/>
                <a:gd name="connsiteY134" fmla="*/ 149610 h 397974"/>
                <a:gd name="connsiteX135" fmla="*/ 664573 w 1929473"/>
                <a:gd name="connsiteY135" fmla="*/ 132057 h 397974"/>
                <a:gd name="connsiteX136" fmla="*/ 702537 w 1929473"/>
                <a:gd name="connsiteY136" fmla="*/ 115116 h 397974"/>
                <a:gd name="connsiteX137" fmla="*/ 692740 w 1929473"/>
                <a:gd name="connsiteY137" fmla="*/ 52251 h 397974"/>
                <a:gd name="connsiteX138" fmla="*/ 1073401 w 1929473"/>
                <a:gd name="connsiteY138" fmla="*/ 43475 h 397974"/>
                <a:gd name="connsiteX139" fmla="*/ 1090954 w 1929473"/>
                <a:gd name="connsiteY139" fmla="*/ 53068 h 397974"/>
                <a:gd name="connsiteX140" fmla="*/ 1099527 w 1929473"/>
                <a:gd name="connsiteY140" fmla="*/ 86950 h 397974"/>
                <a:gd name="connsiteX141" fmla="*/ 1067482 w 1929473"/>
                <a:gd name="connsiteY141" fmla="*/ 134099 h 397974"/>
                <a:gd name="connsiteX142" fmla="*/ 1079320 w 1929473"/>
                <a:gd name="connsiteY142" fmla="*/ 169001 h 397974"/>
                <a:gd name="connsiteX143" fmla="*/ 1062583 w 1929473"/>
                <a:gd name="connsiteY143" fmla="*/ 221865 h 397974"/>
                <a:gd name="connsiteX144" fmla="*/ 1059522 w 1929473"/>
                <a:gd name="connsiteY144" fmla="*/ 299629 h 397974"/>
                <a:gd name="connsiteX145" fmla="*/ 1068298 w 1929473"/>
                <a:gd name="connsiteY145" fmla="*/ 341063 h 397974"/>
                <a:gd name="connsiteX146" fmla="*/ 1063400 w 1929473"/>
                <a:gd name="connsiteY146" fmla="*/ 385763 h 397974"/>
                <a:gd name="connsiteX147" fmla="*/ 1053194 w 1929473"/>
                <a:gd name="connsiteY147" fmla="*/ 389028 h 397974"/>
                <a:gd name="connsiteX148" fmla="*/ 1029110 w 1929473"/>
                <a:gd name="connsiteY148" fmla="*/ 344533 h 397974"/>
                <a:gd name="connsiteX149" fmla="*/ 1025436 w 1929473"/>
                <a:gd name="connsiteY149" fmla="*/ 273096 h 397974"/>
                <a:gd name="connsiteX150" fmla="*/ 1025640 w 1929473"/>
                <a:gd name="connsiteY150" fmla="*/ 172063 h 397974"/>
                <a:gd name="connsiteX151" fmla="*/ 975633 w 1929473"/>
                <a:gd name="connsiteY151" fmla="*/ 205944 h 397974"/>
                <a:gd name="connsiteX152" fmla="*/ 945629 w 1929473"/>
                <a:gd name="connsiteY152" fmla="*/ 216354 h 397974"/>
                <a:gd name="connsiteX153" fmla="*/ 952569 w 1929473"/>
                <a:gd name="connsiteY153" fmla="*/ 201250 h 397974"/>
                <a:gd name="connsiteX154" fmla="*/ 992165 w 1929473"/>
                <a:gd name="connsiteY154" fmla="*/ 173491 h 397974"/>
                <a:gd name="connsiteX155" fmla="*/ 1017476 w 1929473"/>
                <a:gd name="connsiteY155" fmla="*/ 143692 h 397974"/>
                <a:gd name="connsiteX156" fmla="*/ 1032376 w 1929473"/>
                <a:gd name="connsiteY156" fmla="*/ 119403 h 397974"/>
                <a:gd name="connsiteX157" fmla="*/ 1050745 w 1929473"/>
                <a:gd name="connsiteY157" fmla="*/ 97155 h 397974"/>
                <a:gd name="connsiteX158" fmla="*/ 1065849 w 1929473"/>
                <a:gd name="connsiteY158" fmla="*/ 58171 h 397974"/>
                <a:gd name="connsiteX159" fmla="*/ 1073401 w 1929473"/>
                <a:gd name="connsiteY159" fmla="*/ 43475 h 397974"/>
                <a:gd name="connsiteX160" fmla="*/ 1261485 w 1929473"/>
                <a:gd name="connsiteY160" fmla="*/ 25616 h 397974"/>
                <a:gd name="connsiteX161" fmla="*/ 1279140 w 1929473"/>
                <a:gd name="connsiteY161" fmla="*/ 34699 h 397974"/>
                <a:gd name="connsiteX162" fmla="*/ 1287917 w 1929473"/>
                <a:gd name="connsiteY162" fmla="*/ 37760 h 397974"/>
                <a:gd name="connsiteX163" fmla="*/ 1290774 w 1929473"/>
                <a:gd name="connsiteY163" fmla="*/ 78174 h 397974"/>
                <a:gd name="connsiteX164" fmla="*/ 1275466 w 1929473"/>
                <a:gd name="connsiteY164" fmla="*/ 158592 h 397974"/>
                <a:gd name="connsiteX165" fmla="*/ 1270364 w 1929473"/>
                <a:gd name="connsiteY165" fmla="*/ 266565 h 397974"/>
                <a:gd name="connsiteX166" fmla="*/ 1347312 w 1929473"/>
                <a:gd name="connsiteY166" fmla="*/ 276158 h 397974"/>
                <a:gd name="connsiteX167" fmla="*/ 1360987 w 1929473"/>
                <a:gd name="connsiteY167" fmla="*/ 289220 h 397974"/>
                <a:gd name="connsiteX168" fmla="*/ 1316696 w 1929473"/>
                <a:gd name="connsiteY168" fmla="*/ 304937 h 397974"/>
                <a:gd name="connsiteX169" fmla="*/ 1274242 w 1929473"/>
                <a:gd name="connsiteY169" fmla="*/ 300242 h 397974"/>
                <a:gd name="connsiteX170" fmla="*/ 1252198 w 1929473"/>
                <a:gd name="connsiteY170" fmla="*/ 313713 h 397974"/>
                <a:gd name="connsiteX171" fmla="*/ 1275466 w 1929473"/>
                <a:gd name="connsiteY171" fmla="*/ 329634 h 397974"/>
                <a:gd name="connsiteX172" fmla="*/ 1305878 w 1929473"/>
                <a:gd name="connsiteY172" fmla="*/ 370863 h 397974"/>
                <a:gd name="connsiteX173" fmla="*/ 1295673 w 1929473"/>
                <a:gd name="connsiteY173" fmla="*/ 395560 h 397974"/>
                <a:gd name="connsiteX174" fmla="*/ 1257709 w 1929473"/>
                <a:gd name="connsiteY174" fmla="*/ 373925 h 397974"/>
                <a:gd name="connsiteX175" fmla="*/ 1240564 w 1929473"/>
                <a:gd name="connsiteY175" fmla="*/ 354739 h 397974"/>
                <a:gd name="connsiteX176" fmla="*/ 1256280 w 1929473"/>
                <a:gd name="connsiteY176" fmla="*/ 346575 h 397974"/>
                <a:gd name="connsiteX177" fmla="*/ 1236278 w 1929473"/>
                <a:gd name="connsiteY177" fmla="*/ 327797 h 397974"/>
                <a:gd name="connsiteX178" fmla="*/ 1194027 w 1929473"/>
                <a:gd name="connsiteY178" fmla="*/ 326980 h 397974"/>
                <a:gd name="connsiteX179" fmla="*/ 1167289 w 1929473"/>
                <a:gd name="connsiteY179" fmla="*/ 342901 h 397974"/>
                <a:gd name="connsiteX180" fmla="*/ 1176883 w 1929473"/>
                <a:gd name="connsiteY180" fmla="*/ 354943 h 397974"/>
                <a:gd name="connsiteX181" fmla="*/ 1178311 w 1929473"/>
                <a:gd name="connsiteY181" fmla="*/ 372496 h 397974"/>
                <a:gd name="connsiteX182" fmla="*/ 1162187 w 1929473"/>
                <a:gd name="connsiteY182" fmla="*/ 384130 h 397974"/>
                <a:gd name="connsiteX183" fmla="*/ 1131571 w 1929473"/>
                <a:gd name="connsiteY183" fmla="*/ 354943 h 397974"/>
                <a:gd name="connsiteX184" fmla="*/ 1139531 w 1929473"/>
                <a:gd name="connsiteY184" fmla="*/ 323919 h 397974"/>
                <a:gd name="connsiteX185" fmla="*/ 1080544 w 1929473"/>
                <a:gd name="connsiteY185" fmla="*/ 330654 h 397974"/>
                <a:gd name="connsiteX186" fmla="*/ 1077891 w 1929473"/>
                <a:gd name="connsiteY186" fmla="*/ 295752 h 397974"/>
                <a:gd name="connsiteX187" fmla="*/ 1103608 w 1929473"/>
                <a:gd name="connsiteY187" fmla="*/ 292486 h 397974"/>
                <a:gd name="connsiteX188" fmla="*/ 1107690 w 1929473"/>
                <a:gd name="connsiteY188" fmla="*/ 296160 h 397974"/>
                <a:gd name="connsiteX189" fmla="*/ 1156880 w 1929473"/>
                <a:gd name="connsiteY189" fmla="*/ 283301 h 397974"/>
                <a:gd name="connsiteX190" fmla="*/ 1171984 w 1929473"/>
                <a:gd name="connsiteY190" fmla="*/ 286159 h 397974"/>
                <a:gd name="connsiteX191" fmla="*/ 1200355 w 1929473"/>
                <a:gd name="connsiteY191" fmla="*/ 280240 h 397974"/>
                <a:gd name="connsiteX192" fmla="*/ 1199334 w 1929473"/>
                <a:gd name="connsiteY192" fmla="*/ 273300 h 397974"/>
                <a:gd name="connsiteX193" fmla="*/ 1224235 w 1929473"/>
                <a:gd name="connsiteY193" fmla="*/ 269830 h 397974"/>
                <a:gd name="connsiteX194" fmla="*/ 1223623 w 1929473"/>
                <a:gd name="connsiteY194" fmla="*/ 249624 h 397974"/>
                <a:gd name="connsiteX195" fmla="*/ 1166473 w 1929473"/>
                <a:gd name="connsiteY195" fmla="*/ 276158 h 397974"/>
                <a:gd name="connsiteX196" fmla="*/ 1152798 w 1929473"/>
                <a:gd name="connsiteY196" fmla="*/ 270851 h 397974"/>
                <a:gd name="connsiteX197" fmla="*/ 1112385 w 1929473"/>
                <a:gd name="connsiteY197" fmla="*/ 287792 h 397974"/>
                <a:gd name="connsiteX198" fmla="*/ 1148103 w 1929473"/>
                <a:gd name="connsiteY198" fmla="*/ 262482 h 397974"/>
                <a:gd name="connsiteX199" fmla="*/ 1140143 w 1929473"/>
                <a:gd name="connsiteY199" fmla="*/ 170634 h 397974"/>
                <a:gd name="connsiteX200" fmla="*/ 1137898 w 1929473"/>
                <a:gd name="connsiteY200" fmla="*/ 135936 h 397974"/>
                <a:gd name="connsiteX201" fmla="*/ 1150961 w 1929473"/>
                <a:gd name="connsiteY201" fmla="*/ 66948 h 397974"/>
                <a:gd name="connsiteX202" fmla="*/ 1166677 w 1929473"/>
                <a:gd name="connsiteY202" fmla="*/ 80623 h 397974"/>
                <a:gd name="connsiteX203" fmla="*/ 1241993 w 1929473"/>
                <a:gd name="connsiteY203" fmla="*/ 29392 h 397974"/>
                <a:gd name="connsiteX204" fmla="*/ 1261485 w 1929473"/>
                <a:gd name="connsiteY204" fmla="*/ 25616 h 397974"/>
                <a:gd name="connsiteX205" fmla="*/ 1676740 w 1929473"/>
                <a:gd name="connsiteY205" fmla="*/ 0 h 397974"/>
                <a:gd name="connsiteX206" fmla="*/ 1703070 w 1929473"/>
                <a:gd name="connsiteY206" fmla="*/ 41230 h 397974"/>
                <a:gd name="connsiteX207" fmla="*/ 1736748 w 1929473"/>
                <a:gd name="connsiteY207" fmla="*/ 52047 h 397974"/>
                <a:gd name="connsiteX208" fmla="*/ 1766548 w 1929473"/>
                <a:gd name="connsiteY208" fmla="*/ 84296 h 397974"/>
                <a:gd name="connsiteX209" fmla="*/ 1726747 w 1929473"/>
                <a:gd name="connsiteY209" fmla="*/ 103891 h 397974"/>
                <a:gd name="connsiteX210" fmla="*/ 1715521 w 1929473"/>
                <a:gd name="connsiteY210" fmla="*/ 132874 h 397974"/>
                <a:gd name="connsiteX211" fmla="*/ 1750015 w 1929473"/>
                <a:gd name="connsiteY211" fmla="*/ 145324 h 397974"/>
                <a:gd name="connsiteX212" fmla="*/ 1754301 w 1929473"/>
                <a:gd name="connsiteY212" fmla="*/ 172062 h 397974"/>
                <a:gd name="connsiteX213" fmla="*/ 1712867 w 1929473"/>
                <a:gd name="connsiteY213" fmla="*/ 190432 h 397974"/>
                <a:gd name="connsiteX214" fmla="*/ 1712255 w 1929473"/>
                <a:gd name="connsiteY214" fmla="*/ 246357 h 397974"/>
                <a:gd name="connsiteX215" fmla="*/ 1719399 w 1929473"/>
                <a:gd name="connsiteY215" fmla="*/ 315755 h 397974"/>
                <a:gd name="connsiteX216" fmla="*/ 1709806 w 1929473"/>
                <a:gd name="connsiteY216" fmla="*/ 319837 h 397974"/>
                <a:gd name="connsiteX217" fmla="*/ 1885950 w 1929473"/>
                <a:gd name="connsiteY217" fmla="*/ 341676 h 397974"/>
                <a:gd name="connsiteX218" fmla="*/ 1929017 w 1929473"/>
                <a:gd name="connsiteY218" fmla="*/ 354127 h 397974"/>
                <a:gd name="connsiteX219" fmla="*/ 1916362 w 1929473"/>
                <a:gd name="connsiteY219" fmla="*/ 376783 h 397974"/>
                <a:gd name="connsiteX220" fmla="*/ 1766344 w 1929473"/>
                <a:gd name="connsiteY220" fmla="*/ 385151 h 397974"/>
                <a:gd name="connsiteX221" fmla="*/ 1656330 w 1929473"/>
                <a:gd name="connsiteY221" fmla="*/ 353106 h 397974"/>
                <a:gd name="connsiteX222" fmla="*/ 1564073 w 1929473"/>
                <a:gd name="connsiteY222" fmla="*/ 335349 h 397974"/>
                <a:gd name="connsiteX223" fmla="*/ 1478552 w 1929473"/>
                <a:gd name="connsiteY223" fmla="*/ 322694 h 397974"/>
                <a:gd name="connsiteX224" fmla="*/ 1467326 w 1929473"/>
                <a:gd name="connsiteY224" fmla="*/ 293099 h 397974"/>
                <a:gd name="connsiteX225" fmla="*/ 1498963 w 1929473"/>
                <a:gd name="connsiteY225" fmla="*/ 263502 h 397974"/>
                <a:gd name="connsiteX226" fmla="*/ 1512842 w 1929473"/>
                <a:gd name="connsiteY226" fmla="*/ 239418 h 397974"/>
                <a:gd name="connsiteX227" fmla="*/ 1512026 w 1929473"/>
                <a:gd name="connsiteY227" fmla="*/ 207985 h 397974"/>
                <a:gd name="connsiteX228" fmla="*/ 1519986 w 1929473"/>
                <a:gd name="connsiteY228" fmla="*/ 215945 h 397974"/>
                <a:gd name="connsiteX229" fmla="*/ 1545908 w 1929473"/>
                <a:gd name="connsiteY229" fmla="*/ 260441 h 397974"/>
                <a:gd name="connsiteX230" fmla="*/ 1521007 w 1929473"/>
                <a:gd name="connsiteY230" fmla="*/ 268809 h 397974"/>
                <a:gd name="connsiteX231" fmla="*/ 1483859 w 1929473"/>
                <a:gd name="connsiteY231" fmla="*/ 297181 h 397974"/>
                <a:gd name="connsiteX232" fmla="*/ 1518557 w 1929473"/>
                <a:gd name="connsiteY232" fmla="*/ 299426 h 397974"/>
                <a:gd name="connsiteX233" fmla="*/ 1653268 w 1929473"/>
                <a:gd name="connsiteY233" fmla="*/ 309427 h 397974"/>
                <a:gd name="connsiteX234" fmla="*/ 1668168 w 1929473"/>
                <a:gd name="connsiteY234" fmla="*/ 309836 h 397974"/>
                <a:gd name="connsiteX235" fmla="*/ 1666739 w 1929473"/>
                <a:gd name="connsiteY235" fmla="*/ 279628 h 397974"/>
                <a:gd name="connsiteX236" fmla="*/ 1663473 w 1929473"/>
                <a:gd name="connsiteY236" fmla="*/ 216558 h 397974"/>
                <a:gd name="connsiteX237" fmla="*/ 1646533 w 1929473"/>
                <a:gd name="connsiteY237" fmla="*/ 229008 h 397974"/>
                <a:gd name="connsiteX238" fmla="*/ 1620815 w 1929473"/>
                <a:gd name="connsiteY238" fmla="*/ 281057 h 397974"/>
                <a:gd name="connsiteX239" fmla="*/ 1585505 w 1929473"/>
                <a:gd name="connsiteY239" fmla="*/ 283098 h 397974"/>
                <a:gd name="connsiteX240" fmla="*/ 1554480 w 1929473"/>
                <a:gd name="connsiteY240" fmla="*/ 268197 h 397974"/>
                <a:gd name="connsiteX241" fmla="*/ 1571829 w 1929473"/>
                <a:gd name="connsiteY241" fmla="*/ 266768 h 397974"/>
                <a:gd name="connsiteX242" fmla="*/ 1591220 w 1929473"/>
                <a:gd name="connsiteY242" fmla="*/ 242888 h 397974"/>
                <a:gd name="connsiteX243" fmla="*/ 1574483 w 1929473"/>
                <a:gd name="connsiteY243" fmla="*/ 177369 h 397974"/>
                <a:gd name="connsiteX244" fmla="*/ 1594485 w 1929473"/>
                <a:gd name="connsiteY244" fmla="*/ 164919 h 397974"/>
                <a:gd name="connsiteX245" fmla="*/ 1595914 w 1929473"/>
                <a:gd name="connsiteY245" fmla="*/ 140426 h 397974"/>
                <a:gd name="connsiteX246" fmla="*/ 1561420 w 1929473"/>
                <a:gd name="connsiteY246" fmla="*/ 117566 h 397974"/>
                <a:gd name="connsiteX247" fmla="*/ 1597139 w 1929473"/>
                <a:gd name="connsiteY247" fmla="*/ 96339 h 397974"/>
                <a:gd name="connsiteX248" fmla="*/ 1605099 w 1929473"/>
                <a:gd name="connsiteY248" fmla="*/ 61232 h 397974"/>
                <a:gd name="connsiteX249" fmla="*/ 1615712 w 1929473"/>
                <a:gd name="connsiteY249" fmla="*/ 38984 h 397974"/>
                <a:gd name="connsiteX250" fmla="*/ 1630204 w 1929473"/>
                <a:gd name="connsiteY250" fmla="*/ 44087 h 397974"/>
                <a:gd name="connsiteX251" fmla="*/ 1644900 w 1929473"/>
                <a:gd name="connsiteY251" fmla="*/ 75520 h 397974"/>
                <a:gd name="connsiteX252" fmla="*/ 1664086 w 1929473"/>
                <a:gd name="connsiteY252" fmla="*/ 65110 h 397974"/>
                <a:gd name="connsiteX253" fmla="*/ 1668576 w 1929473"/>
                <a:gd name="connsiteY253" fmla="*/ 27554 h 397974"/>
                <a:gd name="connsiteX254" fmla="*/ 1676740 w 1929473"/>
                <a:gd name="connsiteY254" fmla="*/ 0 h 39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1929473" h="397974">
                  <a:moveTo>
                    <a:pt x="1224031" y="304120"/>
                  </a:moveTo>
                  <a:cubicBezTo>
                    <a:pt x="1202804" y="305753"/>
                    <a:pt x="1181985" y="310652"/>
                    <a:pt x="1163207" y="319836"/>
                  </a:cubicBezTo>
                  <a:cubicBezTo>
                    <a:pt x="1158717" y="321878"/>
                    <a:pt x="1157492" y="327184"/>
                    <a:pt x="1156064" y="331266"/>
                  </a:cubicBezTo>
                  <a:cubicBezTo>
                    <a:pt x="1173413" y="325960"/>
                    <a:pt x="1189537" y="316163"/>
                    <a:pt x="1208111" y="315346"/>
                  </a:cubicBezTo>
                  <a:cubicBezTo>
                    <a:pt x="1221378" y="311876"/>
                    <a:pt x="1234441" y="317591"/>
                    <a:pt x="1247708" y="318612"/>
                  </a:cubicBezTo>
                  <a:cubicBezTo>
                    <a:pt x="1239748" y="313713"/>
                    <a:pt x="1229338" y="312693"/>
                    <a:pt x="1224031" y="304120"/>
                  </a:cubicBezTo>
                  <a:close/>
                  <a:moveTo>
                    <a:pt x="152672" y="269218"/>
                  </a:moveTo>
                  <a:cubicBezTo>
                    <a:pt x="160020" y="273504"/>
                    <a:pt x="170021" y="271055"/>
                    <a:pt x="176349" y="276362"/>
                  </a:cubicBezTo>
                  <a:cubicBezTo>
                    <a:pt x="175532" y="287996"/>
                    <a:pt x="171450" y="303508"/>
                    <a:pt x="158795" y="307182"/>
                  </a:cubicBezTo>
                  <a:cubicBezTo>
                    <a:pt x="136548" y="307998"/>
                    <a:pt x="114096" y="310448"/>
                    <a:pt x="93889" y="320245"/>
                  </a:cubicBezTo>
                  <a:cubicBezTo>
                    <a:pt x="77765" y="324327"/>
                    <a:pt x="63886" y="336777"/>
                    <a:pt x="46741" y="334736"/>
                  </a:cubicBezTo>
                  <a:cubicBezTo>
                    <a:pt x="32657" y="332899"/>
                    <a:pt x="18166" y="331062"/>
                    <a:pt x="5511" y="324327"/>
                  </a:cubicBezTo>
                  <a:cubicBezTo>
                    <a:pt x="1021" y="321878"/>
                    <a:pt x="204" y="316571"/>
                    <a:pt x="0" y="311876"/>
                  </a:cubicBezTo>
                  <a:cubicBezTo>
                    <a:pt x="2858" y="311672"/>
                    <a:pt x="5511" y="311468"/>
                    <a:pt x="8368" y="311264"/>
                  </a:cubicBezTo>
                  <a:cubicBezTo>
                    <a:pt x="6327" y="309835"/>
                    <a:pt x="4286" y="308407"/>
                    <a:pt x="2245" y="306978"/>
                  </a:cubicBezTo>
                  <a:cubicBezTo>
                    <a:pt x="2858" y="305141"/>
                    <a:pt x="3470" y="303508"/>
                    <a:pt x="4082" y="301671"/>
                  </a:cubicBezTo>
                  <a:cubicBezTo>
                    <a:pt x="19390" y="305753"/>
                    <a:pt x="35106" y="301875"/>
                    <a:pt x="49802" y="297589"/>
                  </a:cubicBezTo>
                  <a:cubicBezTo>
                    <a:pt x="68784" y="289425"/>
                    <a:pt x="89603" y="285342"/>
                    <a:pt x="109606" y="278607"/>
                  </a:cubicBezTo>
                  <a:cubicBezTo>
                    <a:pt x="123281" y="272280"/>
                    <a:pt x="138589" y="273504"/>
                    <a:pt x="152672" y="269218"/>
                  </a:cubicBezTo>
                  <a:close/>
                  <a:moveTo>
                    <a:pt x="569255" y="203699"/>
                  </a:moveTo>
                  <a:cubicBezTo>
                    <a:pt x="560683" y="203495"/>
                    <a:pt x="552110" y="203495"/>
                    <a:pt x="543742" y="204923"/>
                  </a:cubicBezTo>
                  <a:cubicBezTo>
                    <a:pt x="546803" y="219211"/>
                    <a:pt x="544150" y="235539"/>
                    <a:pt x="549048" y="248806"/>
                  </a:cubicBezTo>
                  <a:cubicBezTo>
                    <a:pt x="557009" y="245949"/>
                    <a:pt x="564356" y="237580"/>
                    <a:pt x="571296" y="232070"/>
                  </a:cubicBezTo>
                  <a:cubicBezTo>
                    <a:pt x="572113" y="222681"/>
                    <a:pt x="571296" y="212883"/>
                    <a:pt x="569255" y="203699"/>
                  </a:cubicBezTo>
                  <a:close/>
                  <a:moveTo>
                    <a:pt x="562724" y="133282"/>
                  </a:moveTo>
                  <a:cubicBezTo>
                    <a:pt x="555988" y="142466"/>
                    <a:pt x="554151" y="153897"/>
                    <a:pt x="552314" y="164714"/>
                  </a:cubicBezTo>
                  <a:cubicBezTo>
                    <a:pt x="557213" y="165735"/>
                    <a:pt x="562111" y="166959"/>
                    <a:pt x="567010" y="168388"/>
                  </a:cubicBezTo>
                  <a:cubicBezTo>
                    <a:pt x="565989" y="156550"/>
                    <a:pt x="565785" y="144712"/>
                    <a:pt x="562724" y="133282"/>
                  </a:cubicBezTo>
                  <a:close/>
                  <a:moveTo>
                    <a:pt x="1665514" y="131649"/>
                  </a:moveTo>
                  <a:cubicBezTo>
                    <a:pt x="1647961" y="130833"/>
                    <a:pt x="1648982" y="150631"/>
                    <a:pt x="1648574" y="162673"/>
                  </a:cubicBezTo>
                  <a:cubicBezTo>
                    <a:pt x="1654085" y="160020"/>
                    <a:pt x="1659800" y="157979"/>
                    <a:pt x="1664494" y="153693"/>
                  </a:cubicBezTo>
                  <a:cubicBezTo>
                    <a:pt x="1666943" y="146549"/>
                    <a:pt x="1665923" y="138997"/>
                    <a:pt x="1665514" y="131649"/>
                  </a:cubicBezTo>
                  <a:close/>
                  <a:moveTo>
                    <a:pt x="1502025" y="121852"/>
                  </a:moveTo>
                  <a:cubicBezTo>
                    <a:pt x="1521415" y="132057"/>
                    <a:pt x="1541009" y="147774"/>
                    <a:pt x="1544683" y="170838"/>
                  </a:cubicBezTo>
                  <a:cubicBezTo>
                    <a:pt x="1539173" y="174103"/>
                    <a:pt x="1533049" y="175736"/>
                    <a:pt x="1527334" y="178187"/>
                  </a:cubicBezTo>
                  <a:cubicBezTo>
                    <a:pt x="1523048" y="184718"/>
                    <a:pt x="1523048" y="202067"/>
                    <a:pt x="1511618" y="193699"/>
                  </a:cubicBezTo>
                  <a:cubicBezTo>
                    <a:pt x="1514884" y="182269"/>
                    <a:pt x="1517741" y="170225"/>
                    <a:pt x="1515088" y="158387"/>
                  </a:cubicBezTo>
                  <a:cubicBezTo>
                    <a:pt x="1511210" y="156754"/>
                    <a:pt x="1507536" y="154509"/>
                    <a:pt x="1504883" y="151243"/>
                  </a:cubicBezTo>
                  <a:cubicBezTo>
                    <a:pt x="1511210" y="141242"/>
                    <a:pt x="1502637" y="131853"/>
                    <a:pt x="1502025" y="121852"/>
                  </a:cubicBezTo>
                  <a:close/>
                  <a:moveTo>
                    <a:pt x="1237094" y="68376"/>
                  </a:moveTo>
                  <a:cubicBezTo>
                    <a:pt x="1213214" y="76541"/>
                    <a:pt x="1192191" y="92053"/>
                    <a:pt x="1178515" y="112668"/>
                  </a:cubicBezTo>
                  <a:cubicBezTo>
                    <a:pt x="1175454" y="115525"/>
                    <a:pt x="1165861" y="120016"/>
                    <a:pt x="1171780" y="124302"/>
                  </a:cubicBezTo>
                  <a:cubicBezTo>
                    <a:pt x="1184026" y="125322"/>
                    <a:pt x="1198110" y="118587"/>
                    <a:pt x="1209131" y="127363"/>
                  </a:cubicBezTo>
                  <a:cubicBezTo>
                    <a:pt x="1218112" y="133078"/>
                    <a:pt x="1217296" y="149815"/>
                    <a:pt x="1206070" y="152469"/>
                  </a:cubicBezTo>
                  <a:cubicBezTo>
                    <a:pt x="1192599" y="155938"/>
                    <a:pt x="1182597" y="166552"/>
                    <a:pt x="1179128" y="180023"/>
                  </a:cubicBezTo>
                  <a:cubicBezTo>
                    <a:pt x="1190354" y="177778"/>
                    <a:pt x="1201784" y="174104"/>
                    <a:pt x="1213214" y="176757"/>
                  </a:cubicBezTo>
                  <a:cubicBezTo>
                    <a:pt x="1223011" y="182472"/>
                    <a:pt x="1215663" y="195331"/>
                    <a:pt x="1207703" y="199005"/>
                  </a:cubicBezTo>
                  <a:cubicBezTo>
                    <a:pt x="1192803" y="206965"/>
                    <a:pt x="1180148" y="218803"/>
                    <a:pt x="1173821" y="234724"/>
                  </a:cubicBezTo>
                  <a:cubicBezTo>
                    <a:pt x="1190762" y="235948"/>
                    <a:pt x="1206682" y="226764"/>
                    <a:pt x="1223827" y="229825"/>
                  </a:cubicBezTo>
                  <a:cubicBezTo>
                    <a:pt x="1224848" y="225335"/>
                    <a:pt x="1226072" y="221049"/>
                    <a:pt x="1227297" y="216762"/>
                  </a:cubicBezTo>
                  <a:cubicBezTo>
                    <a:pt x="1223419" y="197168"/>
                    <a:pt x="1227501" y="176757"/>
                    <a:pt x="1229134" y="156755"/>
                  </a:cubicBezTo>
                  <a:cubicBezTo>
                    <a:pt x="1231583" y="143896"/>
                    <a:pt x="1235461" y="131037"/>
                    <a:pt x="1232604" y="117770"/>
                  </a:cubicBezTo>
                  <a:cubicBezTo>
                    <a:pt x="1237502" y="101850"/>
                    <a:pt x="1236482" y="84909"/>
                    <a:pt x="1237094" y="68376"/>
                  </a:cubicBezTo>
                  <a:close/>
                  <a:moveTo>
                    <a:pt x="95037" y="63988"/>
                  </a:moveTo>
                  <a:cubicBezTo>
                    <a:pt x="103380" y="65672"/>
                    <a:pt x="111136" y="69703"/>
                    <a:pt x="116953" y="76337"/>
                  </a:cubicBezTo>
                  <a:cubicBezTo>
                    <a:pt x="126750" y="87154"/>
                    <a:pt x="132057" y="101034"/>
                    <a:pt x="138384" y="113892"/>
                  </a:cubicBezTo>
                  <a:cubicBezTo>
                    <a:pt x="147365" y="110831"/>
                    <a:pt x="156550" y="108381"/>
                    <a:pt x="164918" y="103687"/>
                  </a:cubicBezTo>
                  <a:cubicBezTo>
                    <a:pt x="176758" y="96747"/>
                    <a:pt x="190841" y="98788"/>
                    <a:pt x="203904" y="98176"/>
                  </a:cubicBezTo>
                  <a:cubicBezTo>
                    <a:pt x="217171" y="96747"/>
                    <a:pt x="224519" y="109606"/>
                    <a:pt x="233908" y="116546"/>
                  </a:cubicBezTo>
                  <a:cubicBezTo>
                    <a:pt x="234928" y="124098"/>
                    <a:pt x="239623" y="134099"/>
                    <a:pt x="231867" y="139610"/>
                  </a:cubicBezTo>
                  <a:cubicBezTo>
                    <a:pt x="225131" y="146754"/>
                    <a:pt x="215130" y="141855"/>
                    <a:pt x="206761" y="141243"/>
                  </a:cubicBezTo>
                  <a:cubicBezTo>
                    <a:pt x="188800" y="137161"/>
                    <a:pt x="175941" y="153897"/>
                    <a:pt x="159408" y="157163"/>
                  </a:cubicBezTo>
                  <a:cubicBezTo>
                    <a:pt x="151039" y="160021"/>
                    <a:pt x="142467" y="156347"/>
                    <a:pt x="134098" y="155938"/>
                  </a:cubicBezTo>
                  <a:cubicBezTo>
                    <a:pt x="132057" y="169001"/>
                    <a:pt x="133282" y="182268"/>
                    <a:pt x="130424" y="195331"/>
                  </a:cubicBezTo>
                  <a:cubicBezTo>
                    <a:pt x="173084" y="185534"/>
                    <a:pt x="220028" y="180023"/>
                    <a:pt x="260850" y="199617"/>
                  </a:cubicBezTo>
                  <a:cubicBezTo>
                    <a:pt x="284730" y="211251"/>
                    <a:pt x="289221" y="244113"/>
                    <a:pt x="279219" y="266565"/>
                  </a:cubicBezTo>
                  <a:cubicBezTo>
                    <a:pt x="276158" y="281668"/>
                    <a:pt x="268606" y="295344"/>
                    <a:pt x="262891" y="309427"/>
                  </a:cubicBezTo>
                  <a:cubicBezTo>
                    <a:pt x="248807" y="327184"/>
                    <a:pt x="237990" y="348411"/>
                    <a:pt x="218191" y="360862"/>
                  </a:cubicBezTo>
                  <a:cubicBezTo>
                    <a:pt x="209619" y="365761"/>
                    <a:pt x="206149" y="377599"/>
                    <a:pt x="195535" y="379028"/>
                  </a:cubicBezTo>
                  <a:cubicBezTo>
                    <a:pt x="174308" y="381681"/>
                    <a:pt x="152060" y="384947"/>
                    <a:pt x="131241" y="377395"/>
                  </a:cubicBezTo>
                  <a:cubicBezTo>
                    <a:pt x="128587" y="374333"/>
                    <a:pt x="128179" y="370047"/>
                    <a:pt x="126954" y="366373"/>
                  </a:cubicBezTo>
                  <a:cubicBezTo>
                    <a:pt x="132057" y="364944"/>
                    <a:pt x="138384" y="365352"/>
                    <a:pt x="141446" y="360250"/>
                  </a:cubicBezTo>
                  <a:cubicBezTo>
                    <a:pt x="135527" y="360250"/>
                    <a:pt x="129608" y="362087"/>
                    <a:pt x="123689" y="360862"/>
                  </a:cubicBezTo>
                  <a:cubicBezTo>
                    <a:pt x="123893" y="359433"/>
                    <a:pt x="124505" y="356576"/>
                    <a:pt x="124709" y="355147"/>
                  </a:cubicBezTo>
                  <a:cubicBezTo>
                    <a:pt x="134098" y="349228"/>
                    <a:pt x="145528" y="348411"/>
                    <a:pt x="154917" y="342288"/>
                  </a:cubicBezTo>
                  <a:cubicBezTo>
                    <a:pt x="163491" y="338002"/>
                    <a:pt x="174308" y="338614"/>
                    <a:pt x="181452" y="331471"/>
                  </a:cubicBezTo>
                  <a:cubicBezTo>
                    <a:pt x="177982" y="331266"/>
                    <a:pt x="174512" y="331062"/>
                    <a:pt x="170839" y="330858"/>
                  </a:cubicBezTo>
                  <a:cubicBezTo>
                    <a:pt x="180432" y="316979"/>
                    <a:pt x="206353" y="319020"/>
                    <a:pt x="212681" y="300242"/>
                  </a:cubicBezTo>
                  <a:cubicBezTo>
                    <a:pt x="217375" y="283505"/>
                    <a:pt x="230030" y="269626"/>
                    <a:pt x="231867" y="251869"/>
                  </a:cubicBezTo>
                  <a:cubicBezTo>
                    <a:pt x="233908" y="243092"/>
                    <a:pt x="234316" y="229213"/>
                    <a:pt x="223498" y="226151"/>
                  </a:cubicBezTo>
                  <a:cubicBezTo>
                    <a:pt x="197577" y="216966"/>
                    <a:pt x="169818" y="224518"/>
                    <a:pt x="145528" y="234724"/>
                  </a:cubicBezTo>
                  <a:cubicBezTo>
                    <a:pt x="131853" y="239214"/>
                    <a:pt x="117361" y="246358"/>
                    <a:pt x="112259" y="260849"/>
                  </a:cubicBezTo>
                  <a:cubicBezTo>
                    <a:pt x="102870" y="274933"/>
                    <a:pt x="86745" y="263707"/>
                    <a:pt x="74907" y="260645"/>
                  </a:cubicBezTo>
                  <a:cubicBezTo>
                    <a:pt x="62661" y="253502"/>
                    <a:pt x="64089" y="236561"/>
                    <a:pt x="68172" y="225131"/>
                  </a:cubicBezTo>
                  <a:cubicBezTo>
                    <a:pt x="76336" y="206761"/>
                    <a:pt x="74907" y="186350"/>
                    <a:pt x="76744" y="166756"/>
                  </a:cubicBezTo>
                  <a:cubicBezTo>
                    <a:pt x="79397" y="137977"/>
                    <a:pt x="80826" y="108381"/>
                    <a:pt x="71437" y="80623"/>
                  </a:cubicBezTo>
                  <a:cubicBezTo>
                    <a:pt x="70621" y="75928"/>
                    <a:pt x="66539" y="70418"/>
                    <a:pt x="69600" y="65723"/>
                  </a:cubicBezTo>
                  <a:cubicBezTo>
                    <a:pt x="77765" y="62967"/>
                    <a:pt x="86694" y="62304"/>
                    <a:pt x="95037" y="63988"/>
                  </a:cubicBezTo>
                  <a:close/>
                  <a:moveTo>
                    <a:pt x="692740" y="52251"/>
                  </a:moveTo>
                  <a:cubicBezTo>
                    <a:pt x="703558" y="50006"/>
                    <a:pt x="715192" y="49190"/>
                    <a:pt x="725805" y="52863"/>
                  </a:cubicBezTo>
                  <a:cubicBezTo>
                    <a:pt x="743563" y="63273"/>
                    <a:pt x="762545" y="76132"/>
                    <a:pt x="767647" y="97563"/>
                  </a:cubicBezTo>
                  <a:cubicBezTo>
                    <a:pt x="781527" y="94910"/>
                    <a:pt x="795202" y="98379"/>
                    <a:pt x="809081" y="100829"/>
                  </a:cubicBezTo>
                  <a:cubicBezTo>
                    <a:pt x="816837" y="103686"/>
                    <a:pt x="820307" y="112055"/>
                    <a:pt x="825205" y="117974"/>
                  </a:cubicBezTo>
                  <a:cubicBezTo>
                    <a:pt x="825205" y="127975"/>
                    <a:pt x="816633" y="136343"/>
                    <a:pt x="807652" y="139609"/>
                  </a:cubicBezTo>
                  <a:cubicBezTo>
                    <a:pt x="793161" y="141650"/>
                    <a:pt x="776016" y="136956"/>
                    <a:pt x="763565" y="146957"/>
                  </a:cubicBezTo>
                  <a:cubicBezTo>
                    <a:pt x="757442" y="157775"/>
                    <a:pt x="760095" y="171041"/>
                    <a:pt x="760299" y="183084"/>
                  </a:cubicBezTo>
                  <a:cubicBezTo>
                    <a:pt x="761932" y="247990"/>
                    <a:pt x="756217" y="311876"/>
                    <a:pt x="757442" y="376987"/>
                  </a:cubicBezTo>
                  <a:cubicBezTo>
                    <a:pt x="748869" y="395356"/>
                    <a:pt x="725805" y="392907"/>
                    <a:pt x="709273" y="390254"/>
                  </a:cubicBezTo>
                  <a:cubicBezTo>
                    <a:pt x="689678" y="381885"/>
                    <a:pt x="670084" y="372088"/>
                    <a:pt x="655184" y="356576"/>
                  </a:cubicBezTo>
                  <a:cubicBezTo>
                    <a:pt x="644571" y="349228"/>
                    <a:pt x="638447" y="337798"/>
                    <a:pt x="635998" y="325348"/>
                  </a:cubicBezTo>
                  <a:cubicBezTo>
                    <a:pt x="642121" y="324123"/>
                    <a:pt x="647836" y="326980"/>
                    <a:pt x="653551" y="328409"/>
                  </a:cubicBezTo>
                  <a:cubicBezTo>
                    <a:pt x="646612" y="321265"/>
                    <a:pt x="634569" y="318816"/>
                    <a:pt x="631099" y="308611"/>
                  </a:cubicBezTo>
                  <a:cubicBezTo>
                    <a:pt x="655388" y="319428"/>
                    <a:pt x="679677" y="334532"/>
                    <a:pt x="707436" y="330654"/>
                  </a:cubicBezTo>
                  <a:cubicBezTo>
                    <a:pt x="709068" y="309427"/>
                    <a:pt x="708864" y="288200"/>
                    <a:pt x="707640" y="266972"/>
                  </a:cubicBezTo>
                  <a:cubicBezTo>
                    <a:pt x="702333" y="271259"/>
                    <a:pt x="695801" y="278403"/>
                    <a:pt x="688250" y="274729"/>
                  </a:cubicBezTo>
                  <a:cubicBezTo>
                    <a:pt x="679269" y="270647"/>
                    <a:pt x="668859" y="267584"/>
                    <a:pt x="663348" y="258808"/>
                  </a:cubicBezTo>
                  <a:cubicBezTo>
                    <a:pt x="650490" y="240234"/>
                    <a:pt x="645795" y="216761"/>
                    <a:pt x="630079" y="200025"/>
                  </a:cubicBezTo>
                  <a:cubicBezTo>
                    <a:pt x="627426" y="199821"/>
                    <a:pt x="624772" y="199821"/>
                    <a:pt x="622119" y="199616"/>
                  </a:cubicBezTo>
                  <a:cubicBezTo>
                    <a:pt x="622527" y="197575"/>
                    <a:pt x="622935" y="195534"/>
                    <a:pt x="623343" y="193697"/>
                  </a:cubicBezTo>
                  <a:cubicBezTo>
                    <a:pt x="620078" y="193085"/>
                    <a:pt x="616812" y="192473"/>
                    <a:pt x="613546" y="192065"/>
                  </a:cubicBezTo>
                  <a:cubicBezTo>
                    <a:pt x="617016" y="196555"/>
                    <a:pt x="620486" y="201045"/>
                    <a:pt x="623548" y="205740"/>
                  </a:cubicBezTo>
                  <a:cubicBezTo>
                    <a:pt x="616812" y="215333"/>
                    <a:pt x="618445" y="227783"/>
                    <a:pt x="617016" y="238805"/>
                  </a:cubicBezTo>
                  <a:cubicBezTo>
                    <a:pt x="618037" y="257175"/>
                    <a:pt x="617424" y="276566"/>
                    <a:pt x="624160" y="293915"/>
                  </a:cubicBezTo>
                  <a:cubicBezTo>
                    <a:pt x="637019" y="306161"/>
                    <a:pt x="621915" y="325348"/>
                    <a:pt x="608240" y="328817"/>
                  </a:cubicBezTo>
                  <a:cubicBezTo>
                    <a:pt x="597218" y="334736"/>
                    <a:pt x="584767" y="325756"/>
                    <a:pt x="579869" y="315754"/>
                  </a:cubicBezTo>
                  <a:cubicBezTo>
                    <a:pt x="575378" y="305141"/>
                    <a:pt x="568030" y="296364"/>
                    <a:pt x="563132" y="286159"/>
                  </a:cubicBezTo>
                  <a:cubicBezTo>
                    <a:pt x="550885" y="293507"/>
                    <a:pt x="545374" y="310448"/>
                    <a:pt x="529658" y="311672"/>
                  </a:cubicBezTo>
                  <a:cubicBezTo>
                    <a:pt x="511289" y="314938"/>
                    <a:pt x="492919" y="304937"/>
                    <a:pt x="478019" y="294936"/>
                  </a:cubicBezTo>
                  <a:cubicBezTo>
                    <a:pt x="473733" y="285547"/>
                    <a:pt x="487816" y="286363"/>
                    <a:pt x="493531" y="285955"/>
                  </a:cubicBezTo>
                  <a:cubicBezTo>
                    <a:pt x="503737" y="282893"/>
                    <a:pt x="512513" y="275954"/>
                    <a:pt x="522719" y="272688"/>
                  </a:cubicBezTo>
                  <a:cubicBezTo>
                    <a:pt x="515167" y="264727"/>
                    <a:pt x="501491" y="263094"/>
                    <a:pt x="496593" y="252276"/>
                  </a:cubicBezTo>
                  <a:cubicBezTo>
                    <a:pt x="495164" y="217782"/>
                    <a:pt x="493123" y="183084"/>
                    <a:pt x="500471" y="149202"/>
                  </a:cubicBezTo>
                  <a:cubicBezTo>
                    <a:pt x="504553" y="132873"/>
                    <a:pt x="503533" y="115933"/>
                    <a:pt x="508431" y="99808"/>
                  </a:cubicBezTo>
                  <a:cubicBezTo>
                    <a:pt x="520065" y="94297"/>
                    <a:pt x="532107" y="101237"/>
                    <a:pt x="542313" y="106544"/>
                  </a:cubicBezTo>
                  <a:cubicBezTo>
                    <a:pt x="555376" y="101849"/>
                    <a:pt x="561907" y="87562"/>
                    <a:pt x="575786" y="84296"/>
                  </a:cubicBezTo>
                  <a:cubicBezTo>
                    <a:pt x="588033" y="80214"/>
                    <a:pt x="600279" y="86133"/>
                    <a:pt x="611913" y="89603"/>
                  </a:cubicBezTo>
                  <a:cubicBezTo>
                    <a:pt x="620282" y="94705"/>
                    <a:pt x="618037" y="105115"/>
                    <a:pt x="621302" y="112871"/>
                  </a:cubicBezTo>
                  <a:cubicBezTo>
                    <a:pt x="623752" y="118790"/>
                    <a:pt x="623139" y="125526"/>
                    <a:pt x="620894" y="131445"/>
                  </a:cubicBezTo>
                  <a:cubicBezTo>
                    <a:pt x="615179" y="146753"/>
                    <a:pt x="616608" y="163285"/>
                    <a:pt x="616608" y="179206"/>
                  </a:cubicBezTo>
                  <a:cubicBezTo>
                    <a:pt x="622323" y="176552"/>
                    <a:pt x="624160" y="169000"/>
                    <a:pt x="629671" y="167163"/>
                  </a:cubicBezTo>
                  <a:cubicBezTo>
                    <a:pt x="634978" y="175124"/>
                    <a:pt x="635794" y="186350"/>
                    <a:pt x="645183" y="191044"/>
                  </a:cubicBezTo>
                  <a:cubicBezTo>
                    <a:pt x="669472" y="205536"/>
                    <a:pt x="692944" y="223089"/>
                    <a:pt x="708048" y="247582"/>
                  </a:cubicBezTo>
                  <a:cubicBezTo>
                    <a:pt x="708456" y="222681"/>
                    <a:pt x="706619" y="197780"/>
                    <a:pt x="703762" y="173287"/>
                  </a:cubicBezTo>
                  <a:cubicBezTo>
                    <a:pt x="681922" y="188595"/>
                    <a:pt x="650490" y="183084"/>
                    <a:pt x="631304" y="165939"/>
                  </a:cubicBezTo>
                  <a:cubicBezTo>
                    <a:pt x="625793" y="162469"/>
                    <a:pt x="618853" y="157162"/>
                    <a:pt x="622731" y="149610"/>
                  </a:cubicBezTo>
                  <a:cubicBezTo>
                    <a:pt x="634773" y="139609"/>
                    <a:pt x="650898" y="138997"/>
                    <a:pt x="664573" y="132057"/>
                  </a:cubicBezTo>
                  <a:cubicBezTo>
                    <a:pt x="677024" y="126342"/>
                    <a:pt x="691719" y="123485"/>
                    <a:pt x="702537" y="115116"/>
                  </a:cubicBezTo>
                  <a:cubicBezTo>
                    <a:pt x="705395" y="93481"/>
                    <a:pt x="700292" y="72050"/>
                    <a:pt x="692740" y="52251"/>
                  </a:cubicBezTo>
                  <a:close/>
                  <a:moveTo>
                    <a:pt x="1073401" y="43475"/>
                  </a:moveTo>
                  <a:cubicBezTo>
                    <a:pt x="1079728" y="45720"/>
                    <a:pt x="1084627" y="50823"/>
                    <a:pt x="1090954" y="53068"/>
                  </a:cubicBezTo>
                  <a:cubicBezTo>
                    <a:pt x="1104425" y="57354"/>
                    <a:pt x="1111365" y="76949"/>
                    <a:pt x="1099527" y="86950"/>
                  </a:cubicBezTo>
                  <a:cubicBezTo>
                    <a:pt x="1083811" y="98788"/>
                    <a:pt x="1080137" y="119811"/>
                    <a:pt x="1067482" y="134099"/>
                  </a:cubicBezTo>
                  <a:cubicBezTo>
                    <a:pt x="1072993" y="145120"/>
                    <a:pt x="1080749" y="156142"/>
                    <a:pt x="1079320" y="169001"/>
                  </a:cubicBezTo>
                  <a:cubicBezTo>
                    <a:pt x="1077687" y="187575"/>
                    <a:pt x="1067890" y="204107"/>
                    <a:pt x="1062583" y="221865"/>
                  </a:cubicBezTo>
                  <a:cubicBezTo>
                    <a:pt x="1056868" y="247378"/>
                    <a:pt x="1060338" y="273708"/>
                    <a:pt x="1059522" y="299629"/>
                  </a:cubicBezTo>
                  <a:cubicBezTo>
                    <a:pt x="1059114" y="313917"/>
                    <a:pt x="1061155" y="328409"/>
                    <a:pt x="1068298" y="341063"/>
                  </a:cubicBezTo>
                  <a:cubicBezTo>
                    <a:pt x="1076871" y="355963"/>
                    <a:pt x="1061767" y="370251"/>
                    <a:pt x="1063400" y="385763"/>
                  </a:cubicBezTo>
                  <a:cubicBezTo>
                    <a:pt x="1060338" y="387804"/>
                    <a:pt x="1057073" y="390865"/>
                    <a:pt x="1053194" y="389028"/>
                  </a:cubicBezTo>
                  <a:cubicBezTo>
                    <a:pt x="1038295" y="379640"/>
                    <a:pt x="1029518" y="362086"/>
                    <a:pt x="1029110" y="344533"/>
                  </a:cubicBezTo>
                  <a:cubicBezTo>
                    <a:pt x="1030130" y="320448"/>
                    <a:pt x="1023803" y="296976"/>
                    <a:pt x="1025436" y="273096"/>
                  </a:cubicBezTo>
                  <a:cubicBezTo>
                    <a:pt x="1021762" y="239418"/>
                    <a:pt x="1026048" y="205944"/>
                    <a:pt x="1025640" y="172063"/>
                  </a:cubicBezTo>
                  <a:cubicBezTo>
                    <a:pt x="1009515" y="184105"/>
                    <a:pt x="996044" y="200842"/>
                    <a:pt x="975633" y="205944"/>
                  </a:cubicBezTo>
                  <a:cubicBezTo>
                    <a:pt x="965019" y="208189"/>
                    <a:pt x="956447" y="215537"/>
                    <a:pt x="945629" y="216354"/>
                  </a:cubicBezTo>
                  <a:cubicBezTo>
                    <a:pt x="946854" y="211251"/>
                    <a:pt x="945221" y="201862"/>
                    <a:pt x="952569" y="201250"/>
                  </a:cubicBezTo>
                  <a:cubicBezTo>
                    <a:pt x="969305" y="198596"/>
                    <a:pt x="980940" y="184921"/>
                    <a:pt x="992165" y="173491"/>
                  </a:cubicBezTo>
                  <a:cubicBezTo>
                    <a:pt x="1000126" y="163286"/>
                    <a:pt x="1010331" y="154713"/>
                    <a:pt x="1017476" y="143692"/>
                  </a:cubicBezTo>
                  <a:cubicBezTo>
                    <a:pt x="1021762" y="135323"/>
                    <a:pt x="1022170" y="122873"/>
                    <a:pt x="1032376" y="119403"/>
                  </a:cubicBezTo>
                  <a:cubicBezTo>
                    <a:pt x="1042173" y="115933"/>
                    <a:pt x="1045234" y="104911"/>
                    <a:pt x="1050745" y="97155"/>
                  </a:cubicBezTo>
                  <a:cubicBezTo>
                    <a:pt x="1057277" y="85113"/>
                    <a:pt x="1069115" y="73275"/>
                    <a:pt x="1065849" y="58171"/>
                  </a:cubicBezTo>
                  <a:cubicBezTo>
                    <a:pt x="1064012" y="52048"/>
                    <a:pt x="1068911" y="46741"/>
                    <a:pt x="1073401" y="43475"/>
                  </a:cubicBezTo>
                  <a:close/>
                  <a:moveTo>
                    <a:pt x="1261485" y="25616"/>
                  </a:moveTo>
                  <a:cubicBezTo>
                    <a:pt x="1268169" y="26586"/>
                    <a:pt x="1274548" y="29698"/>
                    <a:pt x="1279140" y="34699"/>
                  </a:cubicBezTo>
                  <a:cubicBezTo>
                    <a:pt x="1281998" y="35923"/>
                    <a:pt x="1285059" y="36536"/>
                    <a:pt x="1287917" y="37760"/>
                  </a:cubicBezTo>
                  <a:cubicBezTo>
                    <a:pt x="1291999" y="50619"/>
                    <a:pt x="1294652" y="64907"/>
                    <a:pt x="1290774" y="78174"/>
                  </a:cubicBezTo>
                  <a:cubicBezTo>
                    <a:pt x="1279140" y="103279"/>
                    <a:pt x="1278936" y="131650"/>
                    <a:pt x="1275466" y="158592"/>
                  </a:cubicBezTo>
                  <a:cubicBezTo>
                    <a:pt x="1273017" y="194515"/>
                    <a:pt x="1269343" y="230438"/>
                    <a:pt x="1270364" y="266565"/>
                  </a:cubicBezTo>
                  <a:cubicBezTo>
                    <a:pt x="1296081" y="268197"/>
                    <a:pt x="1321799" y="271463"/>
                    <a:pt x="1347312" y="276158"/>
                  </a:cubicBezTo>
                  <a:cubicBezTo>
                    <a:pt x="1354252" y="277382"/>
                    <a:pt x="1357517" y="283914"/>
                    <a:pt x="1360987" y="289220"/>
                  </a:cubicBezTo>
                  <a:cubicBezTo>
                    <a:pt x="1355680" y="307182"/>
                    <a:pt x="1332412" y="312489"/>
                    <a:pt x="1316696" y="304937"/>
                  </a:cubicBezTo>
                  <a:cubicBezTo>
                    <a:pt x="1303837" y="297997"/>
                    <a:pt x="1288529" y="296772"/>
                    <a:pt x="1274242" y="300242"/>
                  </a:cubicBezTo>
                  <a:cubicBezTo>
                    <a:pt x="1270568" y="309019"/>
                    <a:pt x="1260566" y="311468"/>
                    <a:pt x="1252198" y="313713"/>
                  </a:cubicBezTo>
                  <a:cubicBezTo>
                    <a:pt x="1260975" y="317591"/>
                    <a:pt x="1270364" y="321061"/>
                    <a:pt x="1275466" y="329634"/>
                  </a:cubicBezTo>
                  <a:cubicBezTo>
                    <a:pt x="1285059" y="343717"/>
                    <a:pt x="1298326" y="355351"/>
                    <a:pt x="1305878" y="370863"/>
                  </a:cubicBezTo>
                  <a:cubicBezTo>
                    <a:pt x="1310369" y="379844"/>
                    <a:pt x="1307715" y="395152"/>
                    <a:pt x="1295673" y="395560"/>
                  </a:cubicBezTo>
                  <a:cubicBezTo>
                    <a:pt x="1279752" y="403725"/>
                    <a:pt x="1261383" y="389845"/>
                    <a:pt x="1257709" y="373925"/>
                  </a:cubicBezTo>
                  <a:cubicBezTo>
                    <a:pt x="1255464" y="364944"/>
                    <a:pt x="1246279" y="361066"/>
                    <a:pt x="1240564" y="354739"/>
                  </a:cubicBezTo>
                  <a:cubicBezTo>
                    <a:pt x="1245871" y="352085"/>
                    <a:pt x="1251177" y="349636"/>
                    <a:pt x="1256280" y="346575"/>
                  </a:cubicBezTo>
                  <a:cubicBezTo>
                    <a:pt x="1252810" y="337594"/>
                    <a:pt x="1244646" y="331879"/>
                    <a:pt x="1236278" y="327797"/>
                  </a:cubicBezTo>
                  <a:cubicBezTo>
                    <a:pt x="1223419" y="319836"/>
                    <a:pt x="1208111" y="326368"/>
                    <a:pt x="1194027" y="326980"/>
                  </a:cubicBezTo>
                  <a:cubicBezTo>
                    <a:pt x="1183006" y="327184"/>
                    <a:pt x="1173004" y="333716"/>
                    <a:pt x="1167289" y="342901"/>
                  </a:cubicBezTo>
                  <a:cubicBezTo>
                    <a:pt x="1168514" y="348207"/>
                    <a:pt x="1174229" y="350453"/>
                    <a:pt x="1176883" y="354943"/>
                  </a:cubicBezTo>
                  <a:cubicBezTo>
                    <a:pt x="1177903" y="360658"/>
                    <a:pt x="1177699" y="366577"/>
                    <a:pt x="1178311" y="372496"/>
                  </a:cubicBezTo>
                  <a:cubicBezTo>
                    <a:pt x="1173209" y="376986"/>
                    <a:pt x="1170555" y="388212"/>
                    <a:pt x="1162187" y="384130"/>
                  </a:cubicBezTo>
                  <a:cubicBezTo>
                    <a:pt x="1150349" y="376782"/>
                    <a:pt x="1135857" y="369435"/>
                    <a:pt x="1131571" y="354943"/>
                  </a:cubicBezTo>
                  <a:cubicBezTo>
                    <a:pt x="1129326" y="344125"/>
                    <a:pt x="1135245" y="333512"/>
                    <a:pt x="1139531" y="323919"/>
                  </a:cubicBezTo>
                  <a:cubicBezTo>
                    <a:pt x="1120549" y="328613"/>
                    <a:pt x="1100138" y="335961"/>
                    <a:pt x="1080544" y="330654"/>
                  </a:cubicBezTo>
                  <a:cubicBezTo>
                    <a:pt x="1067073" y="322694"/>
                    <a:pt x="1076462" y="306978"/>
                    <a:pt x="1077891" y="295752"/>
                  </a:cubicBezTo>
                  <a:cubicBezTo>
                    <a:pt x="1086259" y="293711"/>
                    <a:pt x="1095035" y="293711"/>
                    <a:pt x="1103608" y="292486"/>
                  </a:cubicBezTo>
                  <a:cubicBezTo>
                    <a:pt x="1104629" y="293507"/>
                    <a:pt x="1106670" y="295344"/>
                    <a:pt x="1107690" y="296160"/>
                  </a:cubicBezTo>
                  <a:cubicBezTo>
                    <a:pt x="1124223" y="292486"/>
                    <a:pt x="1140551" y="287588"/>
                    <a:pt x="1156880" y="283301"/>
                  </a:cubicBezTo>
                  <a:cubicBezTo>
                    <a:pt x="1162187" y="281668"/>
                    <a:pt x="1166677" y="287179"/>
                    <a:pt x="1171984" y="286159"/>
                  </a:cubicBezTo>
                  <a:cubicBezTo>
                    <a:pt x="1181373" y="284526"/>
                    <a:pt x="1190762" y="281668"/>
                    <a:pt x="1200355" y="280240"/>
                  </a:cubicBezTo>
                  <a:cubicBezTo>
                    <a:pt x="1199947" y="277995"/>
                    <a:pt x="1199538" y="275545"/>
                    <a:pt x="1199334" y="273300"/>
                  </a:cubicBezTo>
                  <a:cubicBezTo>
                    <a:pt x="1207499" y="271463"/>
                    <a:pt x="1215867" y="270238"/>
                    <a:pt x="1224235" y="269830"/>
                  </a:cubicBezTo>
                  <a:cubicBezTo>
                    <a:pt x="1225052" y="263095"/>
                    <a:pt x="1224644" y="256359"/>
                    <a:pt x="1223623" y="249624"/>
                  </a:cubicBezTo>
                  <a:cubicBezTo>
                    <a:pt x="1206478" y="262482"/>
                    <a:pt x="1182393" y="261666"/>
                    <a:pt x="1166473" y="276158"/>
                  </a:cubicBezTo>
                  <a:cubicBezTo>
                    <a:pt x="1161574" y="275749"/>
                    <a:pt x="1157492" y="272075"/>
                    <a:pt x="1152798" y="270851"/>
                  </a:cubicBezTo>
                  <a:cubicBezTo>
                    <a:pt x="1138306" y="274116"/>
                    <a:pt x="1127693" y="287792"/>
                    <a:pt x="1112385" y="287792"/>
                  </a:cubicBezTo>
                  <a:cubicBezTo>
                    <a:pt x="1122182" y="276974"/>
                    <a:pt x="1138102" y="273096"/>
                    <a:pt x="1148103" y="262482"/>
                  </a:cubicBezTo>
                  <a:cubicBezTo>
                    <a:pt x="1146470" y="231866"/>
                    <a:pt x="1138102" y="201658"/>
                    <a:pt x="1140143" y="170634"/>
                  </a:cubicBezTo>
                  <a:cubicBezTo>
                    <a:pt x="1143001" y="158388"/>
                    <a:pt x="1128713" y="146958"/>
                    <a:pt x="1137898" y="135936"/>
                  </a:cubicBezTo>
                  <a:cubicBezTo>
                    <a:pt x="1146062" y="113892"/>
                    <a:pt x="1141164" y="88583"/>
                    <a:pt x="1150961" y="66948"/>
                  </a:cubicBezTo>
                  <a:cubicBezTo>
                    <a:pt x="1158513" y="63274"/>
                    <a:pt x="1161779" y="76337"/>
                    <a:pt x="1166677" y="80623"/>
                  </a:cubicBezTo>
                  <a:cubicBezTo>
                    <a:pt x="1182597" y="53885"/>
                    <a:pt x="1212397" y="36536"/>
                    <a:pt x="1241993" y="29392"/>
                  </a:cubicBezTo>
                  <a:cubicBezTo>
                    <a:pt x="1247810" y="25820"/>
                    <a:pt x="1254801" y="24646"/>
                    <a:pt x="1261485" y="25616"/>
                  </a:cubicBezTo>
                  <a:close/>
                  <a:moveTo>
                    <a:pt x="1676740" y="0"/>
                  </a:moveTo>
                  <a:cubicBezTo>
                    <a:pt x="1687762" y="12042"/>
                    <a:pt x="1691436" y="29391"/>
                    <a:pt x="1703070" y="41230"/>
                  </a:cubicBezTo>
                  <a:cubicBezTo>
                    <a:pt x="1710010" y="53680"/>
                    <a:pt x="1725726" y="47557"/>
                    <a:pt x="1736748" y="52047"/>
                  </a:cubicBezTo>
                  <a:cubicBezTo>
                    <a:pt x="1752668" y="54088"/>
                    <a:pt x="1764098" y="69396"/>
                    <a:pt x="1766548" y="84296"/>
                  </a:cubicBezTo>
                  <a:cubicBezTo>
                    <a:pt x="1757567" y="97359"/>
                    <a:pt x="1740218" y="98176"/>
                    <a:pt x="1726747" y="103891"/>
                  </a:cubicBezTo>
                  <a:cubicBezTo>
                    <a:pt x="1714704" y="106544"/>
                    <a:pt x="1709806" y="123077"/>
                    <a:pt x="1715521" y="132874"/>
                  </a:cubicBezTo>
                  <a:cubicBezTo>
                    <a:pt x="1726951" y="136956"/>
                    <a:pt x="1743075" y="132261"/>
                    <a:pt x="1750015" y="145324"/>
                  </a:cubicBezTo>
                  <a:cubicBezTo>
                    <a:pt x="1751648" y="154101"/>
                    <a:pt x="1762057" y="163898"/>
                    <a:pt x="1754301" y="172062"/>
                  </a:cubicBezTo>
                  <a:cubicBezTo>
                    <a:pt x="1739810" y="176757"/>
                    <a:pt x="1726134" y="183288"/>
                    <a:pt x="1712867" y="190432"/>
                  </a:cubicBezTo>
                  <a:cubicBezTo>
                    <a:pt x="1715929" y="209006"/>
                    <a:pt x="1710214" y="227784"/>
                    <a:pt x="1712255" y="246357"/>
                  </a:cubicBezTo>
                  <a:cubicBezTo>
                    <a:pt x="1714500" y="269627"/>
                    <a:pt x="1714704" y="292895"/>
                    <a:pt x="1719399" y="315755"/>
                  </a:cubicBezTo>
                  <a:cubicBezTo>
                    <a:pt x="1716133" y="316979"/>
                    <a:pt x="1713072" y="318408"/>
                    <a:pt x="1709806" y="319837"/>
                  </a:cubicBezTo>
                  <a:cubicBezTo>
                    <a:pt x="1766752" y="337390"/>
                    <a:pt x="1827780" y="330859"/>
                    <a:pt x="1885950" y="341676"/>
                  </a:cubicBezTo>
                  <a:cubicBezTo>
                    <a:pt x="1900850" y="343922"/>
                    <a:pt x="1913709" y="353310"/>
                    <a:pt x="1929017" y="354127"/>
                  </a:cubicBezTo>
                  <a:cubicBezTo>
                    <a:pt x="1931058" y="363516"/>
                    <a:pt x="1926159" y="374538"/>
                    <a:pt x="1916362" y="376783"/>
                  </a:cubicBezTo>
                  <a:cubicBezTo>
                    <a:pt x="1867173" y="387396"/>
                    <a:pt x="1816554" y="387192"/>
                    <a:pt x="1766344" y="385151"/>
                  </a:cubicBezTo>
                  <a:cubicBezTo>
                    <a:pt x="1727563" y="382498"/>
                    <a:pt x="1693273" y="363108"/>
                    <a:pt x="1656330" y="353106"/>
                  </a:cubicBezTo>
                  <a:cubicBezTo>
                    <a:pt x="1625714" y="346167"/>
                    <a:pt x="1595302" y="339227"/>
                    <a:pt x="1564073" y="335349"/>
                  </a:cubicBezTo>
                  <a:cubicBezTo>
                    <a:pt x="1535090" y="334737"/>
                    <a:pt x="1507331" y="324940"/>
                    <a:pt x="1478552" y="322694"/>
                  </a:cubicBezTo>
                  <a:cubicBezTo>
                    <a:pt x="1464877" y="320041"/>
                    <a:pt x="1466918" y="303508"/>
                    <a:pt x="1467326" y="293099"/>
                  </a:cubicBezTo>
                  <a:cubicBezTo>
                    <a:pt x="1478552" y="284118"/>
                    <a:pt x="1487737" y="272688"/>
                    <a:pt x="1498963" y="263502"/>
                  </a:cubicBezTo>
                  <a:cubicBezTo>
                    <a:pt x="1505699" y="257175"/>
                    <a:pt x="1514475" y="249623"/>
                    <a:pt x="1512842" y="239418"/>
                  </a:cubicBezTo>
                  <a:cubicBezTo>
                    <a:pt x="1511005" y="229008"/>
                    <a:pt x="1511209" y="218599"/>
                    <a:pt x="1512026" y="207985"/>
                  </a:cubicBezTo>
                  <a:cubicBezTo>
                    <a:pt x="1516516" y="208189"/>
                    <a:pt x="1518966" y="211863"/>
                    <a:pt x="1519986" y="215945"/>
                  </a:cubicBezTo>
                  <a:cubicBezTo>
                    <a:pt x="1524068" y="233090"/>
                    <a:pt x="1538560" y="244724"/>
                    <a:pt x="1545908" y="260441"/>
                  </a:cubicBezTo>
                  <a:cubicBezTo>
                    <a:pt x="1545091" y="273300"/>
                    <a:pt x="1529987" y="273709"/>
                    <a:pt x="1521007" y="268809"/>
                  </a:cubicBezTo>
                  <a:cubicBezTo>
                    <a:pt x="1507740" y="276566"/>
                    <a:pt x="1496106" y="287588"/>
                    <a:pt x="1483859" y="297181"/>
                  </a:cubicBezTo>
                  <a:cubicBezTo>
                    <a:pt x="1494881" y="301467"/>
                    <a:pt x="1506923" y="301059"/>
                    <a:pt x="1518557" y="299426"/>
                  </a:cubicBezTo>
                  <a:cubicBezTo>
                    <a:pt x="1563665" y="297181"/>
                    <a:pt x="1608773" y="302692"/>
                    <a:pt x="1653268" y="309427"/>
                  </a:cubicBezTo>
                  <a:cubicBezTo>
                    <a:pt x="1658167" y="309836"/>
                    <a:pt x="1663473" y="312489"/>
                    <a:pt x="1668168" y="309836"/>
                  </a:cubicBezTo>
                  <a:cubicBezTo>
                    <a:pt x="1670005" y="299834"/>
                    <a:pt x="1669801" y="289425"/>
                    <a:pt x="1666739" y="279628"/>
                  </a:cubicBezTo>
                  <a:cubicBezTo>
                    <a:pt x="1663882" y="258808"/>
                    <a:pt x="1668984" y="237172"/>
                    <a:pt x="1663473" y="216558"/>
                  </a:cubicBezTo>
                  <a:cubicBezTo>
                    <a:pt x="1656738" y="218803"/>
                    <a:pt x="1647961" y="220640"/>
                    <a:pt x="1646533" y="229008"/>
                  </a:cubicBezTo>
                  <a:cubicBezTo>
                    <a:pt x="1647757" y="249215"/>
                    <a:pt x="1636327" y="268605"/>
                    <a:pt x="1620815" y="281057"/>
                  </a:cubicBezTo>
                  <a:cubicBezTo>
                    <a:pt x="1610201" y="285955"/>
                    <a:pt x="1596322" y="290037"/>
                    <a:pt x="1585505" y="283098"/>
                  </a:cubicBezTo>
                  <a:cubicBezTo>
                    <a:pt x="1575503" y="277383"/>
                    <a:pt x="1563461" y="275750"/>
                    <a:pt x="1554480" y="268197"/>
                  </a:cubicBezTo>
                  <a:cubicBezTo>
                    <a:pt x="1553460" y="257379"/>
                    <a:pt x="1565910" y="270443"/>
                    <a:pt x="1571829" y="266768"/>
                  </a:cubicBezTo>
                  <a:cubicBezTo>
                    <a:pt x="1583668" y="264931"/>
                    <a:pt x="1589383" y="253705"/>
                    <a:pt x="1591220" y="242888"/>
                  </a:cubicBezTo>
                  <a:cubicBezTo>
                    <a:pt x="1564890" y="234519"/>
                    <a:pt x="1558154" y="197576"/>
                    <a:pt x="1574483" y="177369"/>
                  </a:cubicBezTo>
                  <a:cubicBezTo>
                    <a:pt x="1576932" y="166960"/>
                    <a:pt x="1590811" y="174103"/>
                    <a:pt x="1594485" y="164919"/>
                  </a:cubicBezTo>
                  <a:cubicBezTo>
                    <a:pt x="1599792" y="157775"/>
                    <a:pt x="1597751" y="148386"/>
                    <a:pt x="1595914" y="140426"/>
                  </a:cubicBezTo>
                  <a:cubicBezTo>
                    <a:pt x="1582239" y="138793"/>
                    <a:pt x="1558154" y="137160"/>
                    <a:pt x="1561420" y="117566"/>
                  </a:cubicBezTo>
                  <a:cubicBezTo>
                    <a:pt x="1572033" y="108585"/>
                    <a:pt x="1585096" y="103074"/>
                    <a:pt x="1597139" y="96339"/>
                  </a:cubicBezTo>
                  <a:cubicBezTo>
                    <a:pt x="1600404" y="84704"/>
                    <a:pt x="1601017" y="72662"/>
                    <a:pt x="1605099" y="61232"/>
                  </a:cubicBezTo>
                  <a:cubicBezTo>
                    <a:pt x="1607956" y="53476"/>
                    <a:pt x="1607344" y="43271"/>
                    <a:pt x="1615712" y="38984"/>
                  </a:cubicBezTo>
                  <a:cubicBezTo>
                    <a:pt x="1621019" y="35923"/>
                    <a:pt x="1625918" y="41230"/>
                    <a:pt x="1630204" y="44087"/>
                  </a:cubicBezTo>
                  <a:cubicBezTo>
                    <a:pt x="1629592" y="56334"/>
                    <a:pt x="1639797" y="65110"/>
                    <a:pt x="1644900" y="75520"/>
                  </a:cubicBezTo>
                  <a:cubicBezTo>
                    <a:pt x="1651431" y="72458"/>
                    <a:pt x="1658779" y="70213"/>
                    <a:pt x="1664086" y="65110"/>
                  </a:cubicBezTo>
                  <a:cubicBezTo>
                    <a:pt x="1664290" y="52864"/>
                    <a:pt x="1665106" y="40005"/>
                    <a:pt x="1668576" y="27554"/>
                  </a:cubicBezTo>
                  <a:cubicBezTo>
                    <a:pt x="1668576" y="18574"/>
                    <a:pt x="1665719" y="2653"/>
                    <a:pt x="167674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22"/>
            <p:cNvSpPr/>
            <p:nvPr userDrawn="1"/>
          </p:nvSpPr>
          <p:spPr>
            <a:xfrm>
              <a:off x="1044148" y="5205146"/>
              <a:ext cx="1005574" cy="234085"/>
            </a:xfrm>
            <a:custGeom>
              <a:avLst/>
              <a:gdLst>
                <a:gd name="connsiteX0" fmla="*/ 160331 w 1878283"/>
                <a:gd name="connsiteY0" fmla="*/ 356422 h 437241"/>
                <a:gd name="connsiteX1" fmla="*/ 175232 w 1878283"/>
                <a:gd name="connsiteY1" fmla="*/ 365404 h 437241"/>
                <a:gd name="connsiteX2" fmla="*/ 173599 w 1878283"/>
                <a:gd name="connsiteY2" fmla="*/ 376425 h 437241"/>
                <a:gd name="connsiteX3" fmla="*/ 160331 w 1878283"/>
                <a:gd name="connsiteY3" fmla="*/ 356422 h 437241"/>
                <a:gd name="connsiteX4" fmla="*/ 608142 w 1878283"/>
                <a:gd name="connsiteY4" fmla="*/ 349074 h 437241"/>
                <a:gd name="connsiteX5" fmla="*/ 611612 w 1878283"/>
                <a:gd name="connsiteY5" fmla="*/ 354177 h 437241"/>
                <a:gd name="connsiteX6" fmla="*/ 608142 w 1878283"/>
                <a:gd name="connsiteY6" fmla="*/ 349074 h 437241"/>
                <a:gd name="connsiteX7" fmla="*/ 1199416 w 1878283"/>
                <a:gd name="connsiteY7" fmla="*/ 313892 h 437241"/>
                <a:gd name="connsiteX8" fmla="*/ 1226383 w 1878283"/>
                <a:gd name="connsiteY8" fmla="*/ 321724 h 437241"/>
                <a:gd name="connsiteX9" fmla="*/ 1227404 w 1878283"/>
                <a:gd name="connsiteY9" fmla="*/ 331113 h 437241"/>
                <a:gd name="connsiteX10" fmla="*/ 1232507 w 1878283"/>
                <a:gd name="connsiteY10" fmla="*/ 333766 h 437241"/>
                <a:gd name="connsiteX11" fmla="*/ 1217607 w 1878283"/>
                <a:gd name="connsiteY11" fmla="*/ 346217 h 437241"/>
                <a:gd name="connsiteX12" fmla="*/ 1162906 w 1878283"/>
                <a:gd name="connsiteY12" fmla="*/ 351115 h 437241"/>
                <a:gd name="connsiteX13" fmla="*/ 1077180 w 1878283"/>
                <a:gd name="connsiteY13" fmla="*/ 372955 h 437241"/>
                <a:gd name="connsiteX14" fmla="*/ 1006763 w 1878283"/>
                <a:gd name="connsiteY14" fmla="*/ 342339 h 437241"/>
                <a:gd name="connsiteX15" fmla="*/ 1117594 w 1878283"/>
                <a:gd name="connsiteY15" fmla="*/ 327643 h 437241"/>
                <a:gd name="connsiteX16" fmla="*/ 1171070 w 1878283"/>
                <a:gd name="connsiteY16" fmla="*/ 316009 h 437241"/>
                <a:gd name="connsiteX17" fmla="*/ 1199416 w 1878283"/>
                <a:gd name="connsiteY17" fmla="*/ 313892 h 437241"/>
                <a:gd name="connsiteX18" fmla="*/ 1118282 w 1878283"/>
                <a:gd name="connsiteY18" fmla="*/ 222834 h 437241"/>
                <a:gd name="connsiteX19" fmla="*/ 1128615 w 1878283"/>
                <a:gd name="connsiteY19" fmla="*/ 226406 h 437241"/>
                <a:gd name="connsiteX20" fmla="*/ 1134942 w 1878283"/>
                <a:gd name="connsiteY20" fmla="*/ 253144 h 437241"/>
                <a:gd name="connsiteX21" fmla="*/ 1217810 w 1878283"/>
                <a:gd name="connsiteY21" fmla="*/ 242530 h 437241"/>
                <a:gd name="connsiteX22" fmla="*/ 1222096 w 1878283"/>
                <a:gd name="connsiteY22" fmla="*/ 238040 h 437241"/>
                <a:gd name="connsiteX23" fmla="*/ 1293942 w 1878283"/>
                <a:gd name="connsiteY23" fmla="*/ 250286 h 437241"/>
                <a:gd name="connsiteX24" fmla="*/ 1314761 w 1878283"/>
                <a:gd name="connsiteY24" fmla="*/ 275801 h 437241"/>
                <a:gd name="connsiteX25" fmla="*/ 1297820 w 1878283"/>
                <a:gd name="connsiteY25" fmla="*/ 355402 h 437241"/>
                <a:gd name="connsiteX26" fmla="*/ 1253937 w 1878283"/>
                <a:gd name="connsiteY26" fmla="*/ 411532 h 437241"/>
                <a:gd name="connsiteX27" fmla="*/ 1215973 w 1878283"/>
                <a:gd name="connsiteY27" fmla="*/ 416022 h 437241"/>
                <a:gd name="connsiteX28" fmla="*/ 1179846 w 1878283"/>
                <a:gd name="connsiteY28" fmla="*/ 405000 h 437241"/>
                <a:gd name="connsiteX29" fmla="*/ 1153108 w 1878283"/>
                <a:gd name="connsiteY29" fmla="*/ 393774 h 437241"/>
                <a:gd name="connsiteX30" fmla="*/ 1161885 w 1878283"/>
                <a:gd name="connsiteY30" fmla="*/ 391938 h 437241"/>
                <a:gd name="connsiteX31" fmla="*/ 1152292 w 1878283"/>
                <a:gd name="connsiteY31" fmla="*/ 385406 h 437241"/>
                <a:gd name="connsiteX32" fmla="*/ 1150659 w 1878283"/>
                <a:gd name="connsiteY32" fmla="*/ 378875 h 437241"/>
                <a:gd name="connsiteX33" fmla="*/ 1157394 w 1878283"/>
                <a:gd name="connsiteY33" fmla="*/ 377650 h 437241"/>
                <a:gd name="connsiteX34" fmla="*/ 1191480 w 1878283"/>
                <a:gd name="connsiteY34" fmla="*/ 371935 h 437241"/>
                <a:gd name="connsiteX35" fmla="*/ 1225566 w 1878283"/>
                <a:gd name="connsiteY35" fmla="*/ 362750 h 437241"/>
                <a:gd name="connsiteX36" fmla="*/ 1256386 w 1878283"/>
                <a:gd name="connsiteY36" fmla="*/ 288047 h 437241"/>
                <a:gd name="connsiteX37" fmla="*/ 1205359 w 1878283"/>
                <a:gd name="connsiteY37" fmla="*/ 287026 h 437241"/>
                <a:gd name="connsiteX38" fmla="*/ 1143311 w 1878283"/>
                <a:gd name="connsiteY38" fmla="*/ 302947 h 437241"/>
                <a:gd name="connsiteX39" fmla="*/ 1114736 w 1878283"/>
                <a:gd name="connsiteY39" fmla="*/ 313356 h 437241"/>
                <a:gd name="connsiteX40" fmla="*/ 1085957 w 1878283"/>
                <a:gd name="connsiteY40" fmla="*/ 273964 h 437241"/>
                <a:gd name="connsiteX41" fmla="*/ 1108408 w 1878283"/>
                <a:gd name="connsiteY41" fmla="*/ 224773 h 437241"/>
                <a:gd name="connsiteX42" fmla="*/ 1118282 w 1878283"/>
                <a:gd name="connsiteY42" fmla="*/ 222834 h 437241"/>
                <a:gd name="connsiteX43" fmla="*/ 154003 w 1878283"/>
                <a:gd name="connsiteY43" fmla="*/ 178646 h 437241"/>
                <a:gd name="connsiteX44" fmla="*/ 151554 w 1878283"/>
                <a:gd name="connsiteY44" fmla="*/ 200894 h 437241"/>
                <a:gd name="connsiteX45" fmla="*/ 186457 w 1878283"/>
                <a:gd name="connsiteY45" fmla="*/ 200690 h 437241"/>
                <a:gd name="connsiteX46" fmla="*/ 186253 w 1878283"/>
                <a:gd name="connsiteY46" fmla="*/ 178646 h 437241"/>
                <a:gd name="connsiteX47" fmla="*/ 154003 w 1878283"/>
                <a:gd name="connsiteY47" fmla="*/ 178646 h 437241"/>
                <a:gd name="connsiteX48" fmla="*/ 186866 w 1878283"/>
                <a:gd name="connsiteY48" fmla="*/ 143948 h 437241"/>
                <a:gd name="connsiteX49" fmla="*/ 157677 w 1878283"/>
                <a:gd name="connsiteY49" fmla="*/ 165583 h 437241"/>
                <a:gd name="connsiteX50" fmla="*/ 187478 w 1878283"/>
                <a:gd name="connsiteY50" fmla="*/ 156603 h 437241"/>
                <a:gd name="connsiteX51" fmla="*/ 186866 w 1878283"/>
                <a:gd name="connsiteY51" fmla="*/ 143948 h 437241"/>
                <a:gd name="connsiteX52" fmla="*/ 251772 w 1878283"/>
                <a:gd name="connsiteY52" fmla="*/ 119250 h 437241"/>
                <a:gd name="connsiteX53" fmla="*/ 223809 w 1878283"/>
                <a:gd name="connsiteY53" fmla="*/ 126395 h 437241"/>
                <a:gd name="connsiteX54" fmla="*/ 221768 w 1878283"/>
                <a:gd name="connsiteY54" fmla="*/ 143540 h 437241"/>
                <a:gd name="connsiteX55" fmla="*/ 237688 w 1878283"/>
                <a:gd name="connsiteY55" fmla="*/ 147010 h 437241"/>
                <a:gd name="connsiteX56" fmla="*/ 244424 w 1878283"/>
                <a:gd name="connsiteY56" fmla="*/ 163134 h 437241"/>
                <a:gd name="connsiteX57" fmla="*/ 218094 w 1878283"/>
                <a:gd name="connsiteY57" fmla="*/ 187015 h 437241"/>
                <a:gd name="connsiteX58" fmla="*/ 221768 w 1878283"/>
                <a:gd name="connsiteY58" fmla="*/ 189260 h 437241"/>
                <a:gd name="connsiteX59" fmla="*/ 239117 w 1878283"/>
                <a:gd name="connsiteY59" fmla="*/ 186810 h 437241"/>
                <a:gd name="connsiteX60" fmla="*/ 241158 w 1878283"/>
                <a:gd name="connsiteY60" fmla="*/ 182320 h 437241"/>
                <a:gd name="connsiteX61" fmla="*/ 245240 w 1878283"/>
                <a:gd name="connsiteY61" fmla="*/ 181504 h 437241"/>
                <a:gd name="connsiteX62" fmla="*/ 246669 w 1878283"/>
                <a:gd name="connsiteY62" fmla="*/ 186810 h 437241"/>
                <a:gd name="connsiteX63" fmla="*/ 256466 w 1878283"/>
                <a:gd name="connsiteY63" fmla="*/ 197628 h 437241"/>
                <a:gd name="connsiteX64" fmla="*/ 219319 w 1878283"/>
                <a:gd name="connsiteY64" fmla="*/ 216406 h 437241"/>
                <a:gd name="connsiteX65" fmla="*/ 218910 w 1878283"/>
                <a:gd name="connsiteY65" fmla="*/ 237429 h 437241"/>
                <a:gd name="connsiteX66" fmla="*/ 254221 w 1878283"/>
                <a:gd name="connsiteY66" fmla="*/ 243144 h 437241"/>
                <a:gd name="connsiteX67" fmla="*/ 257895 w 1878283"/>
                <a:gd name="connsiteY67" fmla="*/ 224570 h 437241"/>
                <a:gd name="connsiteX68" fmla="*/ 259324 w 1878283"/>
                <a:gd name="connsiteY68" fmla="*/ 137621 h 437241"/>
                <a:gd name="connsiteX69" fmla="*/ 251772 w 1878283"/>
                <a:gd name="connsiteY69" fmla="*/ 119250 h 437241"/>
                <a:gd name="connsiteX70" fmla="*/ 1616433 w 1878283"/>
                <a:gd name="connsiteY70" fmla="*/ 114963 h 437241"/>
                <a:gd name="connsiteX71" fmla="*/ 1645620 w 1878283"/>
                <a:gd name="connsiteY71" fmla="*/ 131292 h 437241"/>
                <a:gd name="connsiteX72" fmla="*/ 1627250 w 1878283"/>
                <a:gd name="connsiteY72" fmla="*/ 188442 h 437241"/>
                <a:gd name="connsiteX73" fmla="*/ 1612759 w 1878283"/>
                <a:gd name="connsiteY73" fmla="*/ 213547 h 437241"/>
                <a:gd name="connsiteX74" fmla="*/ 1600716 w 1878283"/>
                <a:gd name="connsiteY74" fmla="*/ 264778 h 437241"/>
                <a:gd name="connsiteX75" fmla="*/ 1608472 w 1878283"/>
                <a:gd name="connsiteY75" fmla="*/ 314988 h 437241"/>
                <a:gd name="connsiteX76" fmla="*/ 1613167 w 1878283"/>
                <a:gd name="connsiteY76" fmla="*/ 335603 h 437241"/>
                <a:gd name="connsiteX77" fmla="*/ 1601125 w 1878283"/>
                <a:gd name="connsiteY77" fmla="*/ 349686 h 437241"/>
                <a:gd name="connsiteX78" fmla="*/ 1569284 w 1878283"/>
                <a:gd name="connsiteY78" fmla="*/ 327847 h 437241"/>
                <a:gd name="connsiteX79" fmla="*/ 1556833 w 1878283"/>
                <a:gd name="connsiteY79" fmla="*/ 274371 h 437241"/>
                <a:gd name="connsiteX80" fmla="*/ 1553568 w 1878283"/>
                <a:gd name="connsiteY80" fmla="*/ 243346 h 437241"/>
                <a:gd name="connsiteX81" fmla="*/ 1502948 w 1878283"/>
                <a:gd name="connsiteY81" fmla="*/ 257022 h 437241"/>
                <a:gd name="connsiteX82" fmla="*/ 1509888 w 1878283"/>
                <a:gd name="connsiteY82" fmla="*/ 247633 h 437241"/>
                <a:gd name="connsiteX83" fmla="*/ 1493763 w 1878283"/>
                <a:gd name="connsiteY83" fmla="*/ 254368 h 437241"/>
                <a:gd name="connsiteX84" fmla="*/ 1495396 w 1878283"/>
                <a:gd name="connsiteY84" fmla="*/ 261920 h 437241"/>
                <a:gd name="connsiteX85" fmla="*/ 1488048 w 1878283"/>
                <a:gd name="connsiteY85" fmla="*/ 257226 h 437241"/>
                <a:gd name="connsiteX86" fmla="*/ 1478863 w 1878283"/>
                <a:gd name="connsiteY86" fmla="*/ 255185 h 437241"/>
                <a:gd name="connsiteX87" fmla="*/ 1486619 w 1878283"/>
                <a:gd name="connsiteY87" fmla="*/ 248449 h 437241"/>
                <a:gd name="connsiteX88" fmla="*/ 1478047 w 1878283"/>
                <a:gd name="connsiteY88" fmla="*/ 244367 h 437241"/>
                <a:gd name="connsiteX89" fmla="*/ 1498049 w 1878283"/>
                <a:gd name="connsiteY89" fmla="*/ 233753 h 437241"/>
                <a:gd name="connsiteX90" fmla="*/ 1488048 w 1878283"/>
                <a:gd name="connsiteY90" fmla="*/ 248245 h 437241"/>
                <a:gd name="connsiteX91" fmla="*/ 1500295 w 1878283"/>
                <a:gd name="connsiteY91" fmla="*/ 247429 h 437241"/>
                <a:gd name="connsiteX92" fmla="*/ 1532748 w 1878283"/>
                <a:gd name="connsiteY92" fmla="*/ 218445 h 437241"/>
                <a:gd name="connsiteX93" fmla="*/ 1559283 w 1878283"/>
                <a:gd name="connsiteY93" fmla="*/ 184972 h 437241"/>
                <a:gd name="connsiteX94" fmla="*/ 1566426 w 1878283"/>
                <a:gd name="connsiteY94" fmla="*/ 161908 h 437241"/>
                <a:gd name="connsiteX95" fmla="*/ 1583571 w 1878283"/>
                <a:gd name="connsiteY95" fmla="*/ 169868 h 437241"/>
                <a:gd name="connsiteX96" fmla="*/ 1616433 w 1878283"/>
                <a:gd name="connsiteY96" fmla="*/ 114963 h 437241"/>
                <a:gd name="connsiteX97" fmla="*/ 188294 w 1878283"/>
                <a:gd name="connsiteY97" fmla="*/ 108841 h 437241"/>
                <a:gd name="connsiteX98" fmla="*/ 160739 w 1878283"/>
                <a:gd name="connsiteY98" fmla="*/ 144152 h 437241"/>
                <a:gd name="connsiteX99" fmla="*/ 189314 w 1878283"/>
                <a:gd name="connsiteY99" fmla="*/ 125782 h 437241"/>
                <a:gd name="connsiteX100" fmla="*/ 188294 w 1878283"/>
                <a:gd name="connsiteY100" fmla="*/ 108841 h 437241"/>
                <a:gd name="connsiteX101" fmla="*/ 720402 w 1878283"/>
                <a:gd name="connsiteY101" fmla="*/ 64957 h 437241"/>
                <a:gd name="connsiteX102" fmla="*/ 674070 w 1878283"/>
                <a:gd name="connsiteY102" fmla="*/ 75367 h 437241"/>
                <a:gd name="connsiteX103" fmla="*/ 683663 w 1878283"/>
                <a:gd name="connsiteY103" fmla="*/ 107616 h 437241"/>
                <a:gd name="connsiteX104" fmla="*/ 720402 w 1878283"/>
                <a:gd name="connsiteY104" fmla="*/ 64957 h 437241"/>
                <a:gd name="connsiteX105" fmla="*/ 1238834 w 1878283"/>
                <a:gd name="connsiteY105" fmla="*/ 62303 h 437241"/>
                <a:gd name="connsiteX106" fmla="*/ 1233527 w 1878283"/>
                <a:gd name="connsiteY106" fmla="*/ 71488 h 437241"/>
                <a:gd name="connsiteX107" fmla="*/ 1245161 w 1878283"/>
                <a:gd name="connsiteY107" fmla="*/ 66385 h 437241"/>
                <a:gd name="connsiteX108" fmla="*/ 1238834 w 1878283"/>
                <a:gd name="connsiteY108" fmla="*/ 62303 h 437241"/>
                <a:gd name="connsiteX109" fmla="*/ 1777064 w 1878283"/>
                <a:gd name="connsiteY109" fmla="*/ 54547 h 437241"/>
                <a:gd name="connsiteX110" fmla="*/ 1816252 w 1878283"/>
                <a:gd name="connsiteY110" fmla="*/ 60670 h 437241"/>
                <a:gd name="connsiteX111" fmla="*/ 1831764 w 1878283"/>
                <a:gd name="connsiteY111" fmla="*/ 77815 h 437241"/>
                <a:gd name="connsiteX112" fmla="*/ 1819314 w 1878283"/>
                <a:gd name="connsiteY112" fmla="*/ 105166 h 437241"/>
                <a:gd name="connsiteX113" fmla="*/ 1793800 w 1878283"/>
                <a:gd name="connsiteY113" fmla="*/ 108023 h 437241"/>
                <a:gd name="connsiteX114" fmla="*/ 1750734 w 1878283"/>
                <a:gd name="connsiteY114" fmla="*/ 121494 h 437241"/>
                <a:gd name="connsiteX115" fmla="*/ 1719914 w 1878283"/>
                <a:gd name="connsiteY115" fmla="*/ 138027 h 437241"/>
                <a:gd name="connsiteX116" fmla="*/ 1677051 w 1878283"/>
                <a:gd name="connsiteY116" fmla="*/ 175787 h 437241"/>
                <a:gd name="connsiteX117" fmla="*/ 1725016 w 1878283"/>
                <a:gd name="connsiteY117" fmla="*/ 163540 h 437241"/>
                <a:gd name="connsiteX118" fmla="*/ 1842786 w 1878283"/>
                <a:gd name="connsiteY118" fmla="*/ 137211 h 437241"/>
                <a:gd name="connsiteX119" fmla="*/ 1874831 w 1878283"/>
                <a:gd name="connsiteY119" fmla="*/ 147008 h 437241"/>
                <a:gd name="connsiteX120" fmla="*/ 1877280 w 1878283"/>
                <a:gd name="connsiteY120" fmla="*/ 177216 h 437241"/>
                <a:gd name="connsiteX121" fmla="*/ 1866258 w 1878283"/>
                <a:gd name="connsiteY121" fmla="*/ 180277 h 437241"/>
                <a:gd name="connsiteX122" fmla="*/ 1862789 w 1878283"/>
                <a:gd name="connsiteY122" fmla="*/ 187217 h 437241"/>
                <a:gd name="connsiteX123" fmla="*/ 1788902 w 1878283"/>
                <a:gd name="connsiteY123" fmla="*/ 197218 h 437241"/>
                <a:gd name="connsiteX124" fmla="*/ 1798495 w 1878283"/>
                <a:gd name="connsiteY124" fmla="*/ 244979 h 437241"/>
                <a:gd name="connsiteX125" fmla="*/ 1799515 w 1878283"/>
                <a:gd name="connsiteY125" fmla="*/ 324173 h 437241"/>
                <a:gd name="connsiteX126" fmla="*/ 1793800 w 1878283"/>
                <a:gd name="connsiteY126" fmla="*/ 387650 h 437241"/>
                <a:gd name="connsiteX127" fmla="*/ 1772369 w 1878283"/>
                <a:gd name="connsiteY127" fmla="*/ 433574 h 437241"/>
                <a:gd name="connsiteX128" fmla="*/ 1717464 w 1878283"/>
                <a:gd name="connsiteY128" fmla="*/ 431329 h 437241"/>
                <a:gd name="connsiteX129" fmla="*/ 1670928 w 1878283"/>
                <a:gd name="connsiteY129" fmla="*/ 413163 h 437241"/>
                <a:gd name="connsiteX130" fmla="*/ 1683378 w 1878283"/>
                <a:gd name="connsiteY130" fmla="*/ 405611 h 437241"/>
                <a:gd name="connsiteX131" fmla="*/ 1707667 w 1878283"/>
                <a:gd name="connsiteY131" fmla="*/ 394998 h 437241"/>
                <a:gd name="connsiteX132" fmla="*/ 1708892 w 1878283"/>
                <a:gd name="connsiteY132" fmla="*/ 390303 h 437241"/>
                <a:gd name="connsiteX133" fmla="*/ 1737467 w 1878283"/>
                <a:gd name="connsiteY133" fmla="*/ 378261 h 437241"/>
                <a:gd name="connsiteX134" fmla="*/ 1746856 w 1878283"/>
                <a:gd name="connsiteY134" fmla="*/ 318049 h 437241"/>
                <a:gd name="connsiteX135" fmla="*/ 1739508 w 1878283"/>
                <a:gd name="connsiteY135" fmla="*/ 215996 h 437241"/>
                <a:gd name="connsiteX136" fmla="*/ 1708075 w 1878283"/>
                <a:gd name="connsiteY136" fmla="*/ 228242 h 437241"/>
                <a:gd name="connsiteX137" fmla="*/ 1657049 w 1878283"/>
                <a:gd name="connsiteY137" fmla="*/ 215792 h 437241"/>
                <a:gd name="connsiteX138" fmla="*/ 1669907 w 1878283"/>
                <a:gd name="connsiteY138" fmla="*/ 169664 h 437241"/>
                <a:gd name="connsiteX139" fmla="*/ 1725424 w 1878283"/>
                <a:gd name="connsiteY139" fmla="*/ 115779 h 437241"/>
                <a:gd name="connsiteX140" fmla="*/ 1697462 w 1878283"/>
                <a:gd name="connsiteY140" fmla="*/ 87000 h 437241"/>
                <a:gd name="connsiteX141" fmla="*/ 1746856 w 1878283"/>
                <a:gd name="connsiteY141" fmla="*/ 67610 h 437241"/>
                <a:gd name="connsiteX142" fmla="*/ 1777064 w 1878283"/>
                <a:gd name="connsiteY142" fmla="*/ 54547 h 437241"/>
                <a:gd name="connsiteX143" fmla="*/ 722647 w 1878283"/>
                <a:gd name="connsiteY143" fmla="*/ 53527 h 437241"/>
                <a:gd name="connsiteX144" fmla="*/ 766734 w 1878283"/>
                <a:gd name="connsiteY144" fmla="*/ 81490 h 437241"/>
                <a:gd name="connsiteX145" fmla="*/ 750610 w 1878283"/>
                <a:gd name="connsiteY145" fmla="*/ 95777 h 437241"/>
                <a:gd name="connsiteX146" fmla="*/ 682642 w 1878283"/>
                <a:gd name="connsiteY146" fmla="*/ 130680 h 437241"/>
                <a:gd name="connsiteX147" fmla="*/ 772858 w 1878283"/>
                <a:gd name="connsiteY147" fmla="*/ 136803 h 437241"/>
                <a:gd name="connsiteX148" fmla="*/ 824701 w 1878283"/>
                <a:gd name="connsiteY148" fmla="*/ 171297 h 437241"/>
                <a:gd name="connsiteX149" fmla="*/ 820823 w 1878283"/>
                <a:gd name="connsiteY149" fmla="*/ 182523 h 437241"/>
                <a:gd name="connsiteX150" fmla="*/ 754896 w 1878283"/>
                <a:gd name="connsiteY150" fmla="*/ 193341 h 437241"/>
                <a:gd name="connsiteX151" fmla="*/ 750610 w 1878283"/>
                <a:gd name="connsiteY151" fmla="*/ 199872 h 437241"/>
                <a:gd name="connsiteX152" fmla="*/ 742854 w 1878283"/>
                <a:gd name="connsiteY152" fmla="*/ 200076 h 437241"/>
                <a:gd name="connsiteX153" fmla="*/ 701420 w 1878283"/>
                <a:gd name="connsiteY153" fmla="*/ 248654 h 437241"/>
                <a:gd name="connsiteX154" fmla="*/ 684071 w 1878283"/>
                <a:gd name="connsiteY154" fmla="*/ 250286 h 437241"/>
                <a:gd name="connsiteX155" fmla="*/ 757550 w 1878283"/>
                <a:gd name="connsiteY155" fmla="*/ 253756 h 437241"/>
                <a:gd name="connsiteX156" fmla="*/ 765714 w 1878283"/>
                <a:gd name="connsiteY156" fmla="*/ 290087 h 437241"/>
                <a:gd name="connsiteX157" fmla="*/ 707135 w 1878283"/>
                <a:gd name="connsiteY157" fmla="*/ 288659 h 437241"/>
                <a:gd name="connsiteX158" fmla="*/ 708768 w 1878283"/>
                <a:gd name="connsiteY158" fmla="*/ 350911 h 437241"/>
                <a:gd name="connsiteX159" fmla="*/ 672641 w 1878283"/>
                <a:gd name="connsiteY159" fmla="*/ 403367 h 437241"/>
                <a:gd name="connsiteX160" fmla="*/ 648148 w 1878283"/>
                <a:gd name="connsiteY160" fmla="*/ 401734 h 437241"/>
                <a:gd name="connsiteX161" fmla="*/ 616715 w 1878283"/>
                <a:gd name="connsiteY161" fmla="*/ 369689 h 437241"/>
                <a:gd name="connsiteX162" fmla="*/ 613449 w 1878283"/>
                <a:gd name="connsiteY162" fmla="*/ 353565 h 437241"/>
                <a:gd name="connsiteX163" fmla="*/ 652843 w 1878283"/>
                <a:gd name="connsiteY163" fmla="*/ 362545 h 437241"/>
                <a:gd name="connsiteX164" fmla="*/ 665089 w 1878283"/>
                <a:gd name="connsiteY164" fmla="*/ 352136 h 437241"/>
                <a:gd name="connsiteX165" fmla="*/ 664273 w 1878283"/>
                <a:gd name="connsiteY165" fmla="*/ 295598 h 437241"/>
                <a:gd name="connsiteX166" fmla="*/ 633247 w 1878283"/>
                <a:gd name="connsiteY166" fmla="*/ 306212 h 437241"/>
                <a:gd name="connsiteX167" fmla="*/ 596712 w 1878283"/>
                <a:gd name="connsiteY167" fmla="*/ 302130 h 437241"/>
                <a:gd name="connsiteX168" fmla="*/ 573036 w 1878283"/>
                <a:gd name="connsiteY168" fmla="*/ 272534 h 437241"/>
                <a:gd name="connsiteX169" fmla="*/ 642840 w 1878283"/>
                <a:gd name="connsiteY169" fmla="*/ 262533 h 437241"/>
                <a:gd name="connsiteX170" fmla="*/ 635493 w 1878283"/>
                <a:gd name="connsiteY170" fmla="*/ 249062 h 437241"/>
                <a:gd name="connsiteX171" fmla="*/ 656108 w 1878283"/>
                <a:gd name="connsiteY171" fmla="*/ 234978 h 437241"/>
                <a:gd name="connsiteX172" fmla="*/ 679172 w 1878283"/>
                <a:gd name="connsiteY172" fmla="*/ 207220 h 437241"/>
                <a:gd name="connsiteX173" fmla="*/ 638554 w 1878283"/>
                <a:gd name="connsiteY173" fmla="*/ 227018 h 437241"/>
                <a:gd name="connsiteX174" fmla="*/ 586711 w 1878283"/>
                <a:gd name="connsiteY174" fmla="*/ 209261 h 437241"/>
                <a:gd name="connsiteX175" fmla="*/ 595692 w 1878283"/>
                <a:gd name="connsiteY175" fmla="*/ 203750 h 437241"/>
                <a:gd name="connsiteX176" fmla="*/ 636309 w 1878283"/>
                <a:gd name="connsiteY176" fmla="*/ 186809 h 437241"/>
                <a:gd name="connsiteX177" fmla="*/ 720402 w 1878283"/>
                <a:gd name="connsiteY177" fmla="*/ 171297 h 437241"/>
                <a:gd name="connsiteX178" fmla="*/ 754080 w 1878283"/>
                <a:gd name="connsiteY178" fmla="*/ 160071 h 437241"/>
                <a:gd name="connsiteX179" fmla="*/ 654884 w 1878283"/>
                <a:gd name="connsiteY179" fmla="*/ 159051 h 437241"/>
                <a:gd name="connsiteX180" fmla="*/ 593242 w 1878283"/>
                <a:gd name="connsiteY180" fmla="*/ 178441 h 437241"/>
                <a:gd name="connsiteX181" fmla="*/ 562422 w 1878283"/>
                <a:gd name="connsiteY181" fmla="*/ 213139 h 437241"/>
                <a:gd name="connsiteX182" fmla="*/ 552217 w 1878283"/>
                <a:gd name="connsiteY182" fmla="*/ 266207 h 437241"/>
                <a:gd name="connsiteX183" fmla="*/ 523642 w 1878283"/>
                <a:gd name="connsiteY183" fmla="*/ 280494 h 437241"/>
                <a:gd name="connsiteX184" fmla="*/ 514253 w 1878283"/>
                <a:gd name="connsiteY184" fmla="*/ 266207 h 437241"/>
                <a:gd name="connsiteX185" fmla="*/ 518335 w 1878283"/>
                <a:gd name="connsiteY185" fmla="*/ 201301 h 437241"/>
                <a:gd name="connsiteX186" fmla="*/ 555687 w 1878283"/>
                <a:gd name="connsiteY186" fmla="*/ 153540 h 437241"/>
                <a:gd name="connsiteX187" fmla="*/ 589773 w 1878283"/>
                <a:gd name="connsiteY187" fmla="*/ 145375 h 437241"/>
                <a:gd name="connsiteX188" fmla="*/ 562830 w 1878283"/>
                <a:gd name="connsiteY188" fmla="*/ 114555 h 437241"/>
                <a:gd name="connsiteX189" fmla="*/ 550380 w 1878283"/>
                <a:gd name="connsiteY189" fmla="*/ 82510 h 437241"/>
                <a:gd name="connsiteX190" fmla="*/ 565076 w 1878283"/>
                <a:gd name="connsiteY190" fmla="*/ 71693 h 437241"/>
                <a:gd name="connsiteX191" fmla="*/ 593855 w 1878283"/>
                <a:gd name="connsiteY191" fmla="*/ 88225 h 437241"/>
                <a:gd name="connsiteX192" fmla="*/ 609775 w 1878283"/>
                <a:gd name="connsiteY192" fmla="*/ 82102 h 437241"/>
                <a:gd name="connsiteX193" fmla="*/ 617123 w 1878283"/>
                <a:gd name="connsiteY193" fmla="*/ 103329 h 437241"/>
                <a:gd name="connsiteX194" fmla="*/ 639779 w 1878283"/>
                <a:gd name="connsiteY194" fmla="*/ 130884 h 437241"/>
                <a:gd name="connsiteX195" fmla="*/ 654067 w 1878283"/>
                <a:gd name="connsiteY195" fmla="*/ 124965 h 437241"/>
                <a:gd name="connsiteX196" fmla="*/ 621001 w 1878283"/>
                <a:gd name="connsiteY196" fmla="*/ 66590 h 437241"/>
                <a:gd name="connsiteX197" fmla="*/ 629369 w 1878283"/>
                <a:gd name="connsiteY197" fmla="*/ 53731 h 437241"/>
                <a:gd name="connsiteX198" fmla="*/ 670600 w 1878283"/>
                <a:gd name="connsiteY198" fmla="*/ 66794 h 437241"/>
                <a:gd name="connsiteX199" fmla="*/ 722647 w 1878283"/>
                <a:gd name="connsiteY199" fmla="*/ 53527 h 437241"/>
                <a:gd name="connsiteX200" fmla="*/ 66850 w 1878283"/>
                <a:gd name="connsiteY200" fmla="*/ 42301 h 437241"/>
                <a:gd name="connsiteX201" fmla="*/ 88078 w 1878283"/>
                <a:gd name="connsiteY201" fmla="*/ 84755 h 437241"/>
                <a:gd name="connsiteX202" fmla="*/ 129715 w 1878283"/>
                <a:gd name="connsiteY202" fmla="*/ 106595 h 437241"/>
                <a:gd name="connsiteX203" fmla="*/ 131961 w 1878283"/>
                <a:gd name="connsiteY203" fmla="*/ 124352 h 437241"/>
                <a:gd name="connsiteX204" fmla="*/ 111550 w 1878283"/>
                <a:gd name="connsiteY204" fmla="*/ 142313 h 437241"/>
                <a:gd name="connsiteX205" fmla="*/ 79505 w 1878283"/>
                <a:gd name="connsiteY205" fmla="*/ 171501 h 437241"/>
                <a:gd name="connsiteX206" fmla="*/ 72157 w 1878283"/>
                <a:gd name="connsiteY206" fmla="*/ 303966 h 437241"/>
                <a:gd name="connsiteX207" fmla="*/ 77056 w 1878283"/>
                <a:gd name="connsiteY207" fmla="*/ 359075 h 437241"/>
                <a:gd name="connsiteX208" fmla="*/ 80934 w 1878283"/>
                <a:gd name="connsiteY208" fmla="*/ 389283 h 437241"/>
                <a:gd name="connsiteX209" fmla="*/ 46440 w 1878283"/>
                <a:gd name="connsiteY209" fmla="*/ 395406 h 437241"/>
                <a:gd name="connsiteX210" fmla="*/ 36233 w 1878283"/>
                <a:gd name="connsiteY210" fmla="*/ 379486 h 437241"/>
                <a:gd name="connsiteX211" fmla="*/ 32151 w 1878283"/>
                <a:gd name="connsiteY211" fmla="*/ 185788 h 437241"/>
                <a:gd name="connsiteX212" fmla="*/ 106 w 1878283"/>
                <a:gd name="connsiteY212" fmla="*/ 143742 h 437241"/>
                <a:gd name="connsiteX213" fmla="*/ 36233 w 1878283"/>
                <a:gd name="connsiteY213" fmla="*/ 131904 h 437241"/>
                <a:gd name="connsiteX214" fmla="*/ 43990 w 1878283"/>
                <a:gd name="connsiteY214" fmla="*/ 69243 h 437241"/>
                <a:gd name="connsiteX215" fmla="*/ 61339 w 1878283"/>
                <a:gd name="connsiteY215" fmla="*/ 42709 h 437241"/>
                <a:gd name="connsiteX216" fmla="*/ 66850 w 1878283"/>
                <a:gd name="connsiteY216" fmla="*/ 42301 h 437241"/>
                <a:gd name="connsiteX217" fmla="*/ 1603778 w 1878283"/>
                <a:gd name="connsiteY217" fmla="*/ 23728 h 437241"/>
                <a:gd name="connsiteX218" fmla="*/ 1636027 w 1878283"/>
                <a:gd name="connsiteY218" fmla="*/ 47200 h 437241"/>
                <a:gd name="connsiteX219" fmla="*/ 1633782 w 1878283"/>
                <a:gd name="connsiteY219" fmla="*/ 76592 h 437241"/>
                <a:gd name="connsiteX220" fmla="*/ 1596430 w 1878283"/>
                <a:gd name="connsiteY220" fmla="*/ 112923 h 437241"/>
                <a:gd name="connsiteX221" fmla="*/ 1563159 w 1878283"/>
                <a:gd name="connsiteY221" fmla="*/ 136395 h 437241"/>
                <a:gd name="connsiteX222" fmla="*/ 1550709 w 1878283"/>
                <a:gd name="connsiteY222" fmla="*/ 145988 h 437241"/>
                <a:gd name="connsiteX223" fmla="*/ 1534584 w 1878283"/>
                <a:gd name="connsiteY223" fmla="*/ 140681 h 437241"/>
                <a:gd name="connsiteX224" fmla="*/ 1526216 w 1878283"/>
                <a:gd name="connsiteY224" fmla="*/ 135170 h 437241"/>
                <a:gd name="connsiteX225" fmla="*/ 1555403 w 1878283"/>
                <a:gd name="connsiteY225" fmla="*/ 102309 h 437241"/>
                <a:gd name="connsiteX226" fmla="*/ 1561935 w 1878283"/>
                <a:gd name="connsiteY226" fmla="*/ 101493 h 437241"/>
                <a:gd name="connsiteX227" fmla="*/ 1580918 w 1878283"/>
                <a:gd name="connsiteY227" fmla="*/ 72918 h 437241"/>
                <a:gd name="connsiteX228" fmla="*/ 1603778 w 1878283"/>
                <a:gd name="connsiteY228" fmla="*/ 23728 h 437241"/>
                <a:gd name="connsiteX229" fmla="*/ 279733 w 1878283"/>
                <a:gd name="connsiteY229" fmla="*/ 22503 h 437241"/>
                <a:gd name="connsiteX230" fmla="*/ 294429 w 1878283"/>
                <a:gd name="connsiteY230" fmla="*/ 33321 h 437241"/>
                <a:gd name="connsiteX231" fmla="*/ 310554 w 1878283"/>
                <a:gd name="connsiteY231" fmla="*/ 71898 h 437241"/>
                <a:gd name="connsiteX232" fmla="*/ 288918 w 1878283"/>
                <a:gd name="connsiteY232" fmla="*/ 71490 h 437241"/>
                <a:gd name="connsiteX233" fmla="*/ 271365 w 1878283"/>
                <a:gd name="connsiteY233" fmla="*/ 60468 h 437241"/>
                <a:gd name="connsiteX234" fmla="*/ 281570 w 1878283"/>
                <a:gd name="connsiteY234" fmla="*/ 50671 h 437241"/>
                <a:gd name="connsiteX235" fmla="*/ 279733 w 1878283"/>
                <a:gd name="connsiteY235" fmla="*/ 22503 h 437241"/>
                <a:gd name="connsiteX236" fmla="*/ 190539 w 1878283"/>
                <a:gd name="connsiteY236" fmla="*/ 22095 h 437241"/>
                <a:gd name="connsiteX237" fmla="*/ 206664 w 1878283"/>
                <a:gd name="connsiteY237" fmla="*/ 22911 h 437241"/>
                <a:gd name="connsiteX238" fmla="*/ 205439 w 1878283"/>
                <a:gd name="connsiteY238" fmla="*/ 33933 h 437241"/>
                <a:gd name="connsiteX239" fmla="*/ 217890 w 1878283"/>
                <a:gd name="connsiteY239" fmla="*/ 51691 h 437241"/>
                <a:gd name="connsiteX240" fmla="*/ 250343 w 1878283"/>
                <a:gd name="connsiteY240" fmla="*/ 38015 h 437241"/>
                <a:gd name="connsiteX241" fmla="*/ 273611 w 1878283"/>
                <a:gd name="connsiteY241" fmla="*/ 52507 h 437241"/>
                <a:gd name="connsiteX242" fmla="*/ 264835 w 1878283"/>
                <a:gd name="connsiteY242" fmla="*/ 67407 h 437241"/>
                <a:gd name="connsiteX243" fmla="*/ 231565 w 1878283"/>
                <a:gd name="connsiteY243" fmla="*/ 76796 h 437241"/>
                <a:gd name="connsiteX244" fmla="*/ 221768 w 1878283"/>
                <a:gd name="connsiteY244" fmla="*/ 110678 h 437241"/>
                <a:gd name="connsiteX245" fmla="*/ 266671 w 1878283"/>
                <a:gd name="connsiteY245" fmla="*/ 101493 h 437241"/>
                <a:gd name="connsiteX246" fmla="*/ 288715 w 1878283"/>
                <a:gd name="connsiteY246" fmla="*/ 116188 h 437241"/>
                <a:gd name="connsiteX247" fmla="*/ 285041 w 1878283"/>
                <a:gd name="connsiteY247" fmla="*/ 268249 h 437241"/>
                <a:gd name="connsiteX248" fmla="*/ 329741 w 1878283"/>
                <a:gd name="connsiteY248" fmla="*/ 290293 h 437241"/>
                <a:gd name="connsiteX249" fmla="*/ 315453 w 1878283"/>
                <a:gd name="connsiteY249" fmla="*/ 298457 h 437241"/>
                <a:gd name="connsiteX250" fmla="*/ 276877 w 1878283"/>
                <a:gd name="connsiteY250" fmla="*/ 295600 h 437241"/>
                <a:gd name="connsiteX251" fmla="*/ 273815 w 1878283"/>
                <a:gd name="connsiteY251" fmla="*/ 358056 h 437241"/>
                <a:gd name="connsiteX252" fmla="*/ 249731 w 1878283"/>
                <a:gd name="connsiteY252" fmla="*/ 417656 h 437241"/>
                <a:gd name="connsiteX253" fmla="*/ 200133 w 1878283"/>
                <a:gd name="connsiteY253" fmla="*/ 398674 h 437241"/>
                <a:gd name="connsiteX254" fmla="*/ 174822 w 1878283"/>
                <a:gd name="connsiteY254" fmla="*/ 376426 h 437241"/>
                <a:gd name="connsiteX255" fmla="*/ 183599 w 1878283"/>
                <a:gd name="connsiteY255" fmla="*/ 372344 h 437241"/>
                <a:gd name="connsiteX256" fmla="*/ 225850 w 1878283"/>
                <a:gd name="connsiteY256" fmla="*/ 380304 h 437241"/>
                <a:gd name="connsiteX257" fmla="*/ 240546 w 1878283"/>
                <a:gd name="connsiteY257" fmla="*/ 350504 h 437241"/>
                <a:gd name="connsiteX258" fmla="*/ 239321 w 1878283"/>
                <a:gd name="connsiteY258" fmla="*/ 303152 h 437241"/>
                <a:gd name="connsiteX259" fmla="*/ 213195 w 1878283"/>
                <a:gd name="connsiteY259" fmla="*/ 307438 h 437241"/>
                <a:gd name="connsiteX260" fmla="*/ 225442 w 1878283"/>
                <a:gd name="connsiteY260" fmla="*/ 336421 h 437241"/>
                <a:gd name="connsiteX261" fmla="*/ 198296 w 1878283"/>
                <a:gd name="connsiteY261" fmla="*/ 351525 h 437241"/>
                <a:gd name="connsiteX262" fmla="*/ 178904 w 1878283"/>
                <a:gd name="connsiteY262" fmla="*/ 325399 h 437241"/>
                <a:gd name="connsiteX263" fmla="*/ 146451 w 1878283"/>
                <a:gd name="connsiteY263" fmla="*/ 324991 h 437241"/>
                <a:gd name="connsiteX264" fmla="*/ 105834 w 1878283"/>
                <a:gd name="connsiteY264" fmla="*/ 305601 h 437241"/>
                <a:gd name="connsiteX265" fmla="*/ 170944 w 1878283"/>
                <a:gd name="connsiteY265" fmla="*/ 284986 h 437241"/>
                <a:gd name="connsiteX266" fmla="*/ 169924 w 1878283"/>
                <a:gd name="connsiteY266" fmla="*/ 263963 h 437241"/>
                <a:gd name="connsiteX267" fmla="*/ 167066 w 1878283"/>
                <a:gd name="connsiteY267" fmla="*/ 252125 h 437241"/>
                <a:gd name="connsiteX268" fmla="*/ 173190 w 1878283"/>
                <a:gd name="connsiteY268" fmla="*/ 252737 h 437241"/>
                <a:gd name="connsiteX269" fmla="*/ 191764 w 1878283"/>
                <a:gd name="connsiteY269" fmla="*/ 277026 h 437241"/>
                <a:gd name="connsiteX270" fmla="*/ 234627 w 1878283"/>
                <a:gd name="connsiteY270" fmla="*/ 271107 h 437241"/>
                <a:gd name="connsiteX271" fmla="*/ 232994 w 1878283"/>
                <a:gd name="connsiteY271" fmla="*/ 255390 h 437241"/>
                <a:gd name="connsiteX272" fmla="*/ 224013 w 1878283"/>
                <a:gd name="connsiteY272" fmla="*/ 250288 h 437241"/>
                <a:gd name="connsiteX273" fmla="*/ 191560 w 1878283"/>
                <a:gd name="connsiteY273" fmla="*/ 256207 h 437241"/>
                <a:gd name="connsiteX274" fmla="*/ 185232 w 1878283"/>
                <a:gd name="connsiteY274" fmla="*/ 221305 h 437241"/>
                <a:gd name="connsiteX275" fmla="*/ 151758 w 1878283"/>
                <a:gd name="connsiteY275" fmla="*/ 216610 h 437241"/>
                <a:gd name="connsiteX276" fmla="*/ 155636 w 1878283"/>
                <a:gd name="connsiteY276" fmla="*/ 248655 h 437241"/>
                <a:gd name="connsiteX277" fmla="*/ 143594 w 1878283"/>
                <a:gd name="connsiteY277" fmla="*/ 264371 h 437241"/>
                <a:gd name="connsiteX278" fmla="*/ 137879 w 1878283"/>
                <a:gd name="connsiteY278" fmla="*/ 252533 h 437241"/>
                <a:gd name="connsiteX279" fmla="*/ 133593 w 1878283"/>
                <a:gd name="connsiteY279" fmla="*/ 174768 h 437241"/>
                <a:gd name="connsiteX280" fmla="*/ 159514 w 1878283"/>
                <a:gd name="connsiteY280" fmla="*/ 121087 h 437241"/>
                <a:gd name="connsiteX281" fmla="*/ 188497 w 1878283"/>
                <a:gd name="connsiteY281" fmla="*/ 96390 h 437241"/>
                <a:gd name="connsiteX282" fmla="*/ 160535 w 1878283"/>
                <a:gd name="connsiteY282" fmla="*/ 86593 h 437241"/>
                <a:gd name="connsiteX283" fmla="*/ 160943 w 1878283"/>
                <a:gd name="connsiteY283" fmla="*/ 75571 h 437241"/>
                <a:gd name="connsiteX284" fmla="*/ 190130 w 1878283"/>
                <a:gd name="connsiteY284" fmla="*/ 61896 h 437241"/>
                <a:gd name="connsiteX285" fmla="*/ 190539 w 1878283"/>
                <a:gd name="connsiteY285" fmla="*/ 22095 h 437241"/>
                <a:gd name="connsiteX286" fmla="*/ 1251590 w 1878283"/>
                <a:gd name="connsiteY286" fmla="*/ 944 h 437241"/>
                <a:gd name="connsiteX287" fmla="*/ 1258632 w 1878283"/>
                <a:gd name="connsiteY287" fmla="*/ 9848 h 437241"/>
                <a:gd name="connsiteX288" fmla="*/ 1248631 w 1878283"/>
                <a:gd name="connsiteY288" fmla="*/ 49036 h 437241"/>
                <a:gd name="connsiteX289" fmla="*/ 1290065 w 1878283"/>
                <a:gd name="connsiteY289" fmla="*/ 85367 h 437241"/>
                <a:gd name="connsiteX290" fmla="*/ 1240671 w 1878283"/>
                <a:gd name="connsiteY290" fmla="*/ 79244 h 437241"/>
                <a:gd name="connsiteX291" fmla="*/ 1278022 w 1878283"/>
                <a:gd name="connsiteY291" fmla="*/ 100675 h 437241"/>
                <a:gd name="connsiteX292" fmla="*/ 1283125 w 1878283"/>
                <a:gd name="connsiteY292" fmla="*/ 123535 h 437241"/>
                <a:gd name="connsiteX293" fmla="*/ 1250672 w 1878283"/>
                <a:gd name="connsiteY293" fmla="*/ 119861 h 437241"/>
                <a:gd name="connsiteX294" fmla="*/ 1205768 w 1878283"/>
                <a:gd name="connsiteY294" fmla="*/ 124148 h 437241"/>
                <a:gd name="connsiteX295" fmla="*/ 1233323 w 1878283"/>
                <a:gd name="connsiteY295" fmla="*/ 105166 h 437241"/>
                <a:gd name="connsiteX296" fmla="*/ 1216178 w 1878283"/>
                <a:gd name="connsiteY296" fmla="*/ 93940 h 437241"/>
                <a:gd name="connsiteX297" fmla="*/ 1195971 w 1878283"/>
                <a:gd name="connsiteY297" fmla="*/ 122923 h 437241"/>
                <a:gd name="connsiteX298" fmla="*/ 1157599 w 1878283"/>
                <a:gd name="connsiteY298" fmla="*/ 157213 h 437241"/>
                <a:gd name="connsiteX299" fmla="*/ 1186990 w 1878283"/>
                <a:gd name="connsiteY299" fmla="*/ 150886 h 437241"/>
                <a:gd name="connsiteX300" fmla="*/ 1231894 w 1878283"/>
                <a:gd name="connsiteY300" fmla="*/ 142721 h 437241"/>
                <a:gd name="connsiteX301" fmla="*/ 1260469 w 1878283"/>
                <a:gd name="connsiteY301" fmla="*/ 175175 h 437241"/>
                <a:gd name="connsiteX302" fmla="*/ 1233323 w 1878283"/>
                <a:gd name="connsiteY302" fmla="*/ 209465 h 437241"/>
                <a:gd name="connsiteX303" fmla="*/ 1214749 w 1878283"/>
                <a:gd name="connsiteY303" fmla="*/ 221507 h 437241"/>
                <a:gd name="connsiteX304" fmla="*/ 1195563 w 1878283"/>
                <a:gd name="connsiteY304" fmla="*/ 231304 h 437241"/>
                <a:gd name="connsiteX305" fmla="*/ 1157395 w 1878283"/>
                <a:gd name="connsiteY305" fmla="*/ 233549 h 437241"/>
                <a:gd name="connsiteX306" fmla="*/ 1160456 w 1878283"/>
                <a:gd name="connsiteY306" fmla="*/ 226405 h 437241"/>
                <a:gd name="connsiteX307" fmla="*/ 1198216 w 1878283"/>
                <a:gd name="connsiteY307" fmla="*/ 191095 h 437241"/>
                <a:gd name="connsiteX308" fmla="*/ 1144128 w 1878283"/>
                <a:gd name="connsiteY308" fmla="*/ 207832 h 437241"/>
                <a:gd name="connsiteX309" fmla="*/ 1106775 w 1878283"/>
                <a:gd name="connsiteY309" fmla="*/ 175379 h 437241"/>
                <a:gd name="connsiteX310" fmla="*/ 1142291 w 1878283"/>
                <a:gd name="connsiteY310" fmla="*/ 150682 h 437241"/>
                <a:gd name="connsiteX311" fmla="*/ 1088610 w 1878283"/>
                <a:gd name="connsiteY311" fmla="*/ 122719 h 437241"/>
                <a:gd name="connsiteX312" fmla="*/ 1052687 w 1878283"/>
                <a:gd name="connsiteY312" fmla="*/ 151702 h 437241"/>
                <a:gd name="connsiteX313" fmla="*/ 994720 w 1878283"/>
                <a:gd name="connsiteY313" fmla="*/ 169868 h 437241"/>
                <a:gd name="connsiteX314" fmla="*/ 988189 w 1878283"/>
                <a:gd name="connsiteY314" fmla="*/ 161703 h 437241"/>
                <a:gd name="connsiteX315" fmla="*/ 1082691 w 1878283"/>
                <a:gd name="connsiteY315" fmla="*/ 95981 h 437241"/>
                <a:gd name="connsiteX316" fmla="*/ 1099427 w 1878283"/>
                <a:gd name="connsiteY316" fmla="*/ 63528 h 437241"/>
                <a:gd name="connsiteX317" fmla="*/ 1117185 w 1878283"/>
                <a:gd name="connsiteY317" fmla="*/ 10052 h 437241"/>
                <a:gd name="connsiteX318" fmla="*/ 1136168 w 1878283"/>
                <a:gd name="connsiteY318" fmla="*/ 20257 h 437241"/>
                <a:gd name="connsiteX319" fmla="*/ 1129228 w 1878283"/>
                <a:gd name="connsiteY319" fmla="*/ 58017 h 437241"/>
                <a:gd name="connsiteX320" fmla="*/ 1155762 w 1878283"/>
                <a:gd name="connsiteY320" fmla="*/ 81081 h 437241"/>
                <a:gd name="connsiteX321" fmla="*/ 1118205 w 1878283"/>
                <a:gd name="connsiteY321" fmla="*/ 88225 h 437241"/>
                <a:gd name="connsiteX322" fmla="*/ 1100244 w 1878283"/>
                <a:gd name="connsiteY322" fmla="*/ 109860 h 437241"/>
                <a:gd name="connsiteX323" fmla="*/ 1120860 w 1878283"/>
                <a:gd name="connsiteY323" fmla="*/ 117208 h 437241"/>
                <a:gd name="connsiteX324" fmla="*/ 1142291 w 1878283"/>
                <a:gd name="connsiteY324" fmla="*/ 100880 h 437241"/>
                <a:gd name="connsiteX325" fmla="*/ 1136780 w 1878283"/>
                <a:gd name="connsiteY325" fmla="*/ 121903 h 437241"/>
                <a:gd name="connsiteX326" fmla="*/ 1147394 w 1878283"/>
                <a:gd name="connsiteY326" fmla="*/ 145375 h 437241"/>
                <a:gd name="connsiteX327" fmla="*/ 1160048 w 1878283"/>
                <a:gd name="connsiteY327" fmla="*/ 142313 h 437241"/>
                <a:gd name="connsiteX328" fmla="*/ 1194746 w 1878283"/>
                <a:gd name="connsiteY328" fmla="*/ 101900 h 437241"/>
                <a:gd name="connsiteX329" fmla="*/ 1225975 w 1878283"/>
                <a:gd name="connsiteY329" fmla="*/ 51486 h 437241"/>
                <a:gd name="connsiteX330" fmla="*/ 1236793 w 1878283"/>
                <a:gd name="connsiteY330" fmla="*/ 13930 h 437241"/>
                <a:gd name="connsiteX331" fmla="*/ 1239650 w 1878283"/>
                <a:gd name="connsiteY331" fmla="*/ 1071 h 437241"/>
                <a:gd name="connsiteX332" fmla="*/ 1251590 w 1878283"/>
                <a:gd name="connsiteY332" fmla="*/ 944 h 43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1878283" h="437240">
                  <a:moveTo>
                    <a:pt x="160331" y="356422"/>
                  </a:moveTo>
                  <a:cubicBezTo>
                    <a:pt x="165434" y="359279"/>
                    <a:pt x="170129" y="362546"/>
                    <a:pt x="175232" y="365404"/>
                  </a:cubicBezTo>
                  <a:cubicBezTo>
                    <a:pt x="174824" y="369078"/>
                    <a:pt x="174415" y="372752"/>
                    <a:pt x="173599" y="376425"/>
                  </a:cubicBezTo>
                  <a:cubicBezTo>
                    <a:pt x="167884" y="370915"/>
                    <a:pt x="160943" y="364995"/>
                    <a:pt x="160331" y="356422"/>
                  </a:cubicBezTo>
                  <a:close/>
                  <a:moveTo>
                    <a:pt x="608142" y="349074"/>
                  </a:moveTo>
                  <a:cubicBezTo>
                    <a:pt x="610999" y="346829"/>
                    <a:pt x="614469" y="351932"/>
                    <a:pt x="611612" y="354177"/>
                  </a:cubicBezTo>
                  <a:cubicBezTo>
                    <a:pt x="608754" y="356218"/>
                    <a:pt x="605284" y="351115"/>
                    <a:pt x="608142" y="349074"/>
                  </a:cubicBezTo>
                  <a:close/>
                  <a:moveTo>
                    <a:pt x="1199416" y="313892"/>
                  </a:moveTo>
                  <a:cubicBezTo>
                    <a:pt x="1208830" y="314479"/>
                    <a:pt x="1218015" y="316724"/>
                    <a:pt x="1226383" y="321724"/>
                  </a:cubicBezTo>
                  <a:cubicBezTo>
                    <a:pt x="1227812" y="324582"/>
                    <a:pt x="1227200" y="328051"/>
                    <a:pt x="1227404" y="331113"/>
                  </a:cubicBezTo>
                  <a:cubicBezTo>
                    <a:pt x="1228629" y="331725"/>
                    <a:pt x="1231282" y="333154"/>
                    <a:pt x="1232507" y="333766"/>
                  </a:cubicBezTo>
                  <a:cubicBezTo>
                    <a:pt x="1228833" y="339073"/>
                    <a:pt x="1223118" y="342951"/>
                    <a:pt x="1217607" y="346217"/>
                  </a:cubicBezTo>
                  <a:cubicBezTo>
                    <a:pt x="1199441" y="347033"/>
                    <a:pt x="1180867" y="346013"/>
                    <a:pt x="1162906" y="351115"/>
                  </a:cubicBezTo>
                  <a:cubicBezTo>
                    <a:pt x="1133719" y="356014"/>
                    <a:pt x="1104327" y="360708"/>
                    <a:pt x="1077180" y="372955"/>
                  </a:cubicBezTo>
                  <a:cubicBezTo>
                    <a:pt x="1051258" y="378058"/>
                    <a:pt x="1016968" y="369281"/>
                    <a:pt x="1006763" y="342339"/>
                  </a:cubicBezTo>
                  <a:cubicBezTo>
                    <a:pt x="1044523" y="349483"/>
                    <a:pt x="1080038" y="327847"/>
                    <a:pt x="1117594" y="327643"/>
                  </a:cubicBezTo>
                  <a:cubicBezTo>
                    <a:pt x="1135147" y="323153"/>
                    <a:pt x="1153721" y="321928"/>
                    <a:pt x="1171070" y="316009"/>
                  </a:cubicBezTo>
                  <a:cubicBezTo>
                    <a:pt x="1180357" y="314376"/>
                    <a:pt x="1190001" y="313305"/>
                    <a:pt x="1199416" y="313892"/>
                  </a:cubicBezTo>
                  <a:close/>
                  <a:moveTo>
                    <a:pt x="1118282" y="222834"/>
                  </a:moveTo>
                  <a:cubicBezTo>
                    <a:pt x="1121778" y="223702"/>
                    <a:pt x="1125350" y="225488"/>
                    <a:pt x="1128615" y="226406"/>
                  </a:cubicBezTo>
                  <a:cubicBezTo>
                    <a:pt x="1120247" y="235795"/>
                    <a:pt x="1129840" y="244979"/>
                    <a:pt x="1134942" y="253144"/>
                  </a:cubicBezTo>
                  <a:cubicBezTo>
                    <a:pt x="1162497" y="249266"/>
                    <a:pt x="1190051" y="246000"/>
                    <a:pt x="1217810" y="242530"/>
                  </a:cubicBezTo>
                  <a:cubicBezTo>
                    <a:pt x="1219239" y="240897"/>
                    <a:pt x="1220667" y="239468"/>
                    <a:pt x="1222096" y="238040"/>
                  </a:cubicBezTo>
                  <a:cubicBezTo>
                    <a:pt x="1244956" y="245796"/>
                    <a:pt x="1271898" y="237632"/>
                    <a:pt x="1293942" y="250286"/>
                  </a:cubicBezTo>
                  <a:cubicBezTo>
                    <a:pt x="1302514" y="257022"/>
                    <a:pt x="1311291" y="265186"/>
                    <a:pt x="1314761" y="275801"/>
                  </a:cubicBezTo>
                  <a:cubicBezTo>
                    <a:pt x="1321496" y="303355"/>
                    <a:pt x="1309862" y="331114"/>
                    <a:pt x="1297820" y="355402"/>
                  </a:cubicBezTo>
                  <a:cubicBezTo>
                    <a:pt x="1288023" y="377446"/>
                    <a:pt x="1272307" y="396020"/>
                    <a:pt x="1253937" y="411532"/>
                  </a:cubicBezTo>
                  <a:cubicBezTo>
                    <a:pt x="1243936" y="421737"/>
                    <a:pt x="1228423" y="418676"/>
                    <a:pt x="1215973" y="416022"/>
                  </a:cubicBezTo>
                  <a:cubicBezTo>
                    <a:pt x="1203318" y="414185"/>
                    <a:pt x="1192297" y="407450"/>
                    <a:pt x="1179846" y="405000"/>
                  </a:cubicBezTo>
                  <a:cubicBezTo>
                    <a:pt x="1170865" y="401531"/>
                    <a:pt x="1160048" y="401326"/>
                    <a:pt x="1153108" y="393774"/>
                  </a:cubicBezTo>
                  <a:cubicBezTo>
                    <a:pt x="1155965" y="393162"/>
                    <a:pt x="1158823" y="392346"/>
                    <a:pt x="1161885" y="391938"/>
                  </a:cubicBezTo>
                  <a:cubicBezTo>
                    <a:pt x="1162497" y="385610"/>
                    <a:pt x="1157394" y="383977"/>
                    <a:pt x="1152292" y="385406"/>
                  </a:cubicBezTo>
                  <a:cubicBezTo>
                    <a:pt x="1151679" y="383161"/>
                    <a:pt x="1151271" y="380916"/>
                    <a:pt x="1150659" y="378875"/>
                  </a:cubicBezTo>
                  <a:cubicBezTo>
                    <a:pt x="1152904" y="378466"/>
                    <a:pt x="1155149" y="378058"/>
                    <a:pt x="1157394" y="377650"/>
                  </a:cubicBezTo>
                  <a:cubicBezTo>
                    <a:pt x="1165967" y="368669"/>
                    <a:pt x="1180458" y="373976"/>
                    <a:pt x="1191480" y="371935"/>
                  </a:cubicBezTo>
                  <a:cubicBezTo>
                    <a:pt x="1203318" y="371527"/>
                    <a:pt x="1214544" y="367036"/>
                    <a:pt x="1225566" y="362750"/>
                  </a:cubicBezTo>
                  <a:cubicBezTo>
                    <a:pt x="1246589" y="344789"/>
                    <a:pt x="1261897" y="316418"/>
                    <a:pt x="1256386" y="288047"/>
                  </a:cubicBezTo>
                  <a:cubicBezTo>
                    <a:pt x="1240466" y="280903"/>
                    <a:pt x="1221892" y="281107"/>
                    <a:pt x="1205359" y="287026"/>
                  </a:cubicBezTo>
                  <a:cubicBezTo>
                    <a:pt x="1184336" y="291313"/>
                    <a:pt x="1164130" y="298252"/>
                    <a:pt x="1143311" y="302947"/>
                  </a:cubicBezTo>
                  <a:cubicBezTo>
                    <a:pt x="1132901" y="304376"/>
                    <a:pt x="1126166" y="317234"/>
                    <a:pt x="1114736" y="313356"/>
                  </a:cubicBezTo>
                  <a:cubicBezTo>
                    <a:pt x="1100040" y="306008"/>
                    <a:pt x="1080650" y="293150"/>
                    <a:pt x="1085957" y="273964"/>
                  </a:cubicBezTo>
                  <a:cubicBezTo>
                    <a:pt x="1092692" y="257022"/>
                    <a:pt x="1091059" y="234774"/>
                    <a:pt x="1108408" y="224773"/>
                  </a:cubicBezTo>
                  <a:cubicBezTo>
                    <a:pt x="1111368" y="222018"/>
                    <a:pt x="1114787" y="221967"/>
                    <a:pt x="1118282" y="222834"/>
                  </a:cubicBezTo>
                  <a:close/>
                  <a:moveTo>
                    <a:pt x="154003" y="178646"/>
                  </a:moveTo>
                  <a:cubicBezTo>
                    <a:pt x="151962" y="185586"/>
                    <a:pt x="148492" y="193750"/>
                    <a:pt x="151554" y="200894"/>
                  </a:cubicBezTo>
                  <a:cubicBezTo>
                    <a:pt x="163188" y="201302"/>
                    <a:pt x="175230" y="203751"/>
                    <a:pt x="186457" y="200690"/>
                  </a:cubicBezTo>
                  <a:cubicBezTo>
                    <a:pt x="185844" y="193342"/>
                    <a:pt x="185844" y="185994"/>
                    <a:pt x="186253" y="178646"/>
                  </a:cubicBezTo>
                  <a:cubicBezTo>
                    <a:pt x="175639" y="176197"/>
                    <a:pt x="164617" y="176605"/>
                    <a:pt x="154003" y="178646"/>
                  </a:cubicBezTo>
                  <a:close/>
                  <a:moveTo>
                    <a:pt x="186866" y="143948"/>
                  </a:moveTo>
                  <a:cubicBezTo>
                    <a:pt x="176251" y="149663"/>
                    <a:pt x="165433" y="155990"/>
                    <a:pt x="157677" y="165583"/>
                  </a:cubicBezTo>
                  <a:cubicBezTo>
                    <a:pt x="168291" y="165379"/>
                    <a:pt x="177476" y="159868"/>
                    <a:pt x="187478" y="156603"/>
                  </a:cubicBezTo>
                  <a:cubicBezTo>
                    <a:pt x="187273" y="152316"/>
                    <a:pt x="187069" y="148030"/>
                    <a:pt x="186866" y="143948"/>
                  </a:cubicBezTo>
                  <a:close/>
                  <a:moveTo>
                    <a:pt x="251772" y="119250"/>
                  </a:moveTo>
                  <a:cubicBezTo>
                    <a:pt x="242383" y="119658"/>
                    <a:pt x="232790" y="122721"/>
                    <a:pt x="223809" y="126395"/>
                  </a:cubicBezTo>
                  <a:cubicBezTo>
                    <a:pt x="219114" y="130477"/>
                    <a:pt x="220951" y="138029"/>
                    <a:pt x="221768" y="143540"/>
                  </a:cubicBezTo>
                  <a:cubicBezTo>
                    <a:pt x="227279" y="143540"/>
                    <a:pt x="233810" y="142111"/>
                    <a:pt x="237688" y="147010"/>
                  </a:cubicBezTo>
                  <a:cubicBezTo>
                    <a:pt x="241566" y="151296"/>
                    <a:pt x="251568" y="157419"/>
                    <a:pt x="244424" y="163134"/>
                  </a:cubicBezTo>
                  <a:cubicBezTo>
                    <a:pt x="233402" y="168033"/>
                    <a:pt x="218298" y="172115"/>
                    <a:pt x="218094" y="187015"/>
                  </a:cubicBezTo>
                  <a:cubicBezTo>
                    <a:pt x="218910" y="187627"/>
                    <a:pt x="220747" y="188647"/>
                    <a:pt x="221768" y="189260"/>
                  </a:cubicBezTo>
                  <a:cubicBezTo>
                    <a:pt x="226462" y="183953"/>
                    <a:pt x="233198" y="184157"/>
                    <a:pt x="239117" y="186810"/>
                  </a:cubicBezTo>
                  <a:cubicBezTo>
                    <a:pt x="239729" y="185586"/>
                    <a:pt x="240750" y="183341"/>
                    <a:pt x="241158" y="182320"/>
                  </a:cubicBezTo>
                  <a:cubicBezTo>
                    <a:pt x="242179" y="182116"/>
                    <a:pt x="244220" y="181708"/>
                    <a:pt x="245240" y="181504"/>
                  </a:cubicBezTo>
                  <a:cubicBezTo>
                    <a:pt x="245648" y="182728"/>
                    <a:pt x="246465" y="185382"/>
                    <a:pt x="246669" y="186810"/>
                  </a:cubicBezTo>
                  <a:cubicBezTo>
                    <a:pt x="250343" y="189668"/>
                    <a:pt x="256058" y="192525"/>
                    <a:pt x="256466" y="197628"/>
                  </a:cubicBezTo>
                  <a:cubicBezTo>
                    <a:pt x="250547" y="211712"/>
                    <a:pt x="232994" y="214569"/>
                    <a:pt x="219319" y="216406"/>
                  </a:cubicBezTo>
                  <a:cubicBezTo>
                    <a:pt x="217686" y="223142"/>
                    <a:pt x="215032" y="231102"/>
                    <a:pt x="218910" y="237429"/>
                  </a:cubicBezTo>
                  <a:cubicBezTo>
                    <a:pt x="227891" y="247634"/>
                    <a:pt x="242587" y="241715"/>
                    <a:pt x="254221" y="243144"/>
                  </a:cubicBezTo>
                  <a:cubicBezTo>
                    <a:pt x="259936" y="238858"/>
                    <a:pt x="256670" y="230489"/>
                    <a:pt x="257895" y="224570"/>
                  </a:cubicBezTo>
                  <a:cubicBezTo>
                    <a:pt x="261569" y="195791"/>
                    <a:pt x="265243" y="166400"/>
                    <a:pt x="259324" y="137621"/>
                  </a:cubicBezTo>
                  <a:cubicBezTo>
                    <a:pt x="257691" y="131293"/>
                    <a:pt x="258711" y="122312"/>
                    <a:pt x="251772" y="119250"/>
                  </a:cubicBezTo>
                  <a:close/>
                  <a:moveTo>
                    <a:pt x="1616433" y="114963"/>
                  </a:moveTo>
                  <a:cubicBezTo>
                    <a:pt x="1628679" y="114147"/>
                    <a:pt x="1638272" y="122719"/>
                    <a:pt x="1645620" y="131292"/>
                  </a:cubicBezTo>
                  <a:cubicBezTo>
                    <a:pt x="1650110" y="152519"/>
                    <a:pt x="1638476" y="171501"/>
                    <a:pt x="1627250" y="188442"/>
                  </a:cubicBezTo>
                  <a:cubicBezTo>
                    <a:pt x="1621127" y="195994"/>
                    <a:pt x="1611942" y="202729"/>
                    <a:pt x="1612759" y="213547"/>
                  </a:cubicBezTo>
                  <a:cubicBezTo>
                    <a:pt x="1608064" y="230488"/>
                    <a:pt x="1602349" y="247224"/>
                    <a:pt x="1600716" y="264778"/>
                  </a:cubicBezTo>
                  <a:cubicBezTo>
                    <a:pt x="1601329" y="281719"/>
                    <a:pt x="1603982" y="298659"/>
                    <a:pt x="1608472" y="314988"/>
                  </a:cubicBezTo>
                  <a:cubicBezTo>
                    <a:pt x="1610514" y="321315"/>
                    <a:pt x="1620311" y="329276"/>
                    <a:pt x="1613167" y="335603"/>
                  </a:cubicBezTo>
                  <a:cubicBezTo>
                    <a:pt x="1608064" y="339481"/>
                    <a:pt x="1606636" y="346625"/>
                    <a:pt x="1601125" y="349686"/>
                  </a:cubicBezTo>
                  <a:cubicBezTo>
                    <a:pt x="1587653" y="348053"/>
                    <a:pt x="1578469" y="336623"/>
                    <a:pt x="1569284" y="327847"/>
                  </a:cubicBezTo>
                  <a:cubicBezTo>
                    <a:pt x="1555813" y="313355"/>
                    <a:pt x="1561732" y="291924"/>
                    <a:pt x="1556833" y="274371"/>
                  </a:cubicBezTo>
                  <a:cubicBezTo>
                    <a:pt x="1553772" y="264369"/>
                    <a:pt x="1556629" y="253552"/>
                    <a:pt x="1553568" y="243346"/>
                  </a:cubicBezTo>
                  <a:cubicBezTo>
                    <a:pt x="1536422" y="246612"/>
                    <a:pt x="1519889" y="252735"/>
                    <a:pt x="1502948" y="257022"/>
                  </a:cubicBezTo>
                  <a:cubicBezTo>
                    <a:pt x="1505193" y="253756"/>
                    <a:pt x="1507438" y="250694"/>
                    <a:pt x="1509888" y="247633"/>
                  </a:cubicBezTo>
                  <a:cubicBezTo>
                    <a:pt x="1504377" y="249674"/>
                    <a:pt x="1499070" y="251919"/>
                    <a:pt x="1493763" y="254368"/>
                  </a:cubicBezTo>
                  <a:cubicBezTo>
                    <a:pt x="1494376" y="256818"/>
                    <a:pt x="1494784" y="259471"/>
                    <a:pt x="1495396" y="261920"/>
                  </a:cubicBezTo>
                  <a:cubicBezTo>
                    <a:pt x="1492130" y="261512"/>
                    <a:pt x="1489069" y="260696"/>
                    <a:pt x="1488048" y="257226"/>
                  </a:cubicBezTo>
                  <a:cubicBezTo>
                    <a:pt x="1484987" y="256613"/>
                    <a:pt x="1481925" y="256001"/>
                    <a:pt x="1478863" y="255185"/>
                  </a:cubicBezTo>
                  <a:cubicBezTo>
                    <a:pt x="1481517" y="252939"/>
                    <a:pt x="1483966" y="250694"/>
                    <a:pt x="1486619" y="248449"/>
                  </a:cubicBezTo>
                  <a:cubicBezTo>
                    <a:pt x="1483558" y="247429"/>
                    <a:pt x="1478455" y="248857"/>
                    <a:pt x="1478047" y="244367"/>
                  </a:cubicBezTo>
                  <a:cubicBezTo>
                    <a:pt x="1484170" y="239877"/>
                    <a:pt x="1491110" y="236815"/>
                    <a:pt x="1498049" y="233753"/>
                  </a:cubicBezTo>
                  <a:cubicBezTo>
                    <a:pt x="1497845" y="240285"/>
                    <a:pt x="1491518" y="243551"/>
                    <a:pt x="1488048" y="248245"/>
                  </a:cubicBezTo>
                  <a:cubicBezTo>
                    <a:pt x="1492130" y="248041"/>
                    <a:pt x="1496212" y="247837"/>
                    <a:pt x="1500295" y="247429"/>
                  </a:cubicBezTo>
                  <a:cubicBezTo>
                    <a:pt x="1507643" y="235182"/>
                    <a:pt x="1516623" y="218445"/>
                    <a:pt x="1532748" y="218445"/>
                  </a:cubicBezTo>
                  <a:cubicBezTo>
                    <a:pt x="1537238" y="203546"/>
                    <a:pt x="1559895" y="202117"/>
                    <a:pt x="1559283" y="184972"/>
                  </a:cubicBezTo>
                  <a:cubicBezTo>
                    <a:pt x="1560915" y="177420"/>
                    <a:pt x="1557854" y="165990"/>
                    <a:pt x="1566426" y="161908"/>
                  </a:cubicBezTo>
                  <a:cubicBezTo>
                    <a:pt x="1573570" y="158234"/>
                    <a:pt x="1578469" y="166194"/>
                    <a:pt x="1583571" y="169868"/>
                  </a:cubicBezTo>
                  <a:cubicBezTo>
                    <a:pt x="1598675" y="155172"/>
                    <a:pt x="1613575" y="136598"/>
                    <a:pt x="1616433" y="114963"/>
                  </a:cubicBezTo>
                  <a:close/>
                  <a:moveTo>
                    <a:pt x="188294" y="108841"/>
                  </a:moveTo>
                  <a:cubicBezTo>
                    <a:pt x="177272" y="119046"/>
                    <a:pt x="167883" y="131089"/>
                    <a:pt x="160739" y="144152"/>
                  </a:cubicBezTo>
                  <a:cubicBezTo>
                    <a:pt x="169720" y="137008"/>
                    <a:pt x="180537" y="132926"/>
                    <a:pt x="189314" y="125782"/>
                  </a:cubicBezTo>
                  <a:cubicBezTo>
                    <a:pt x="189518" y="120066"/>
                    <a:pt x="188497" y="114556"/>
                    <a:pt x="188294" y="108841"/>
                  </a:cubicBezTo>
                  <a:close/>
                  <a:moveTo>
                    <a:pt x="720402" y="64957"/>
                  </a:moveTo>
                  <a:cubicBezTo>
                    <a:pt x="704278" y="62508"/>
                    <a:pt x="687745" y="66386"/>
                    <a:pt x="674070" y="75367"/>
                  </a:cubicBezTo>
                  <a:cubicBezTo>
                    <a:pt x="673457" y="87001"/>
                    <a:pt x="681418" y="96594"/>
                    <a:pt x="683663" y="107616"/>
                  </a:cubicBezTo>
                  <a:cubicBezTo>
                    <a:pt x="696317" y="94349"/>
                    <a:pt x="718769" y="84960"/>
                    <a:pt x="720402" y="64957"/>
                  </a:cubicBezTo>
                  <a:close/>
                  <a:moveTo>
                    <a:pt x="1238834" y="62303"/>
                  </a:moveTo>
                  <a:cubicBezTo>
                    <a:pt x="1236997" y="65365"/>
                    <a:pt x="1235364" y="68426"/>
                    <a:pt x="1233527" y="71488"/>
                  </a:cubicBezTo>
                  <a:cubicBezTo>
                    <a:pt x="1237405" y="69855"/>
                    <a:pt x="1241283" y="68222"/>
                    <a:pt x="1245161" y="66385"/>
                  </a:cubicBezTo>
                  <a:cubicBezTo>
                    <a:pt x="1242916" y="64957"/>
                    <a:pt x="1240875" y="63528"/>
                    <a:pt x="1238834" y="62303"/>
                  </a:cubicBezTo>
                  <a:close/>
                  <a:moveTo>
                    <a:pt x="1777064" y="54547"/>
                  </a:moveTo>
                  <a:cubicBezTo>
                    <a:pt x="1790126" y="56996"/>
                    <a:pt x="1804210" y="54343"/>
                    <a:pt x="1816252" y="60670"/>
                  </a:cubicBezTo>
                  <a:cubicBezTo>
                    <a:pt x="1822375" y="65365"/>
                    <a:pt x="1827478" y="71284"/>
                    <a:pt x="1831764" y="77815"/>
                  </a:cubicBezTo>
                  <a:cubicBezTo>
                    <a:pt x="1836459" y="88633"/>
                    <a:pt x="1827682" y="99247"/>
                    <a:pt x="1819314" y="105166"/>
                  </a:cubicBezTo>
                  <a:cubicBezTo>
                    <a:pt x="1811558" y="111085"/>
                    <a:pt x="1801761" y="103125"/>
                    <a:pt x="1793800" y="108023"/>
                  </a:cubicBezTo>
                  <a:cubicBezTo>
                    <a:pt x="1779513" y="112718"/>
                    <a:pt x="1766450" y="122719"/>
                    <a:pt x="1750734" y="121494"/>
                  </a:cubicBezTo>
                  <a:cubicBezTo>
                    <a:pt x="1738079" y="121290"/>
                    <a:pt x="1729098" y="131087"/>
                    <a:pt x="1719914" y="138027"/>
                  </a:cubicBezTo>
                  <a:cubicBezTo>
                    <a:pt x="1704197" y="148641"/>
                    <a:pt x="1687869" y="159662"/>
                    <a:pt x="1677051" y="175787"/>
                  </a:cubicBezTo>
                  <a:cubicBezTo>
                    <a:pt x="1693992" y="177011"/>
                    <a:pt x="1709708" y="169868"/>
                    <a:pt x="1725016" y="163540"/>
                  </a:cubicBezTo>
                  <a:cubicBezTo>
                    <a:pt x="1762368" y="148028"/>
                    <a:pt x="1802577" y="140272"/>
                    <a:pt x="1842786" y="137211"/>
                  </a:cubicBezTo>
                  <a:cubicBezTo>
                    <a:pt x="1855033" y="135374"/>
                    <a:pt x="1863809" y="144354"/>
                    <a:pt x="1874831" y="147008"/>
                  </a:cubicBezTo>
                  <a:cubicBezTo>
                    <a:pt x="1878505" y="157213"/>
                    <a:pt x="1879117" y="166602"/>
                    <a:pt x="1877280" y="177216"/>
                  </a:cubicBezTo>
                  <a:cubicBezTo>
                    <a:pt x="1873606" y="178236"/>
                    <a:pt x="1869932" y="179257"/>
                    <a:pt x="1866258" y="180277"/>
                  </a:cubicBezTo>
                  <a:cubicBezTo>
                    <a:pt x="1865034" y="182522"/>
                    <a:pt x="1863809" y="184972"/>
                    <a:pt x="1862789" y="187217"/>
                  </a:cubicBezTo>
                  <a:cubicBezTo>
                    <a:pt x="1837683" y="186809"/>
                    <a:pt x="1812987" y="190891"/>
                    <a:pt x="1788902" y="197218"/>
                  </a:cubicBezTo>
                  <a:cubicBezTo>
                    <a:pt x="1798291" y="211097"/>
                    <a:pt x="1802781" y="228446"/>
                    <a:pt x="1798495" y="244979"/>
                  </a:cubicBezTo>
                  <a:cubicBezTo>
                    <a:pt x="1799720" y="271309"/>
                    <a:pt x="1800740" y="297843"/>
                    <a:pt x="1799515" y="324173"/>
                  </a:cubicBezTo>
                  <a:cubicBezTo>
                    <a:pt x="1796658" y="345196"/>
                    <a:pt x="1793188" y="366219"/>
                    <a:pt x="1793800" y="387650"/>
                  </a:cubicBezTo>
                  <a:cubicBezTo>
                    <a:pt x="1791351" y="404183"/>
                    <a:pt x="1789106" y="424797"/>
                    <a:pt x="1772369" y="433574"/>
                  </a:cubicBezTo>
                  <a:cubicBezTo>
                    <a:pt x="1754612" y="440718"/>
                    <a:pt x="1735222" y="436023"/>
                    <a:pt x="1717464" y="431329"/>
                  </a:cubicBezTo>
                  <a:cubicBezTo>
                    <a:pt x="1700523" y="429492"/>
                    <a:pt x="1685215" y="421532"/>
                    <a:pt x="1670928" y="413163"/>
                  </a:cubicBezTo>
                  <a:cubicBezTo>
                    <a:pt x="1669703" y="405203"/>
                    <a:pt x="1678276" y="406836"/>
                    <a:pt x="1683378" y="405611"/>
                  </a:cubicBezTo>
                  <a:cubicBezTo>
                    <a:pt x="1691543" y="402346"/>
                    <a:pt x="1699503" y="398672"/>
                    <a:pt x="1707667" y="394998"/>
                  </a:cubicBezTo>
                  <a:cubicBezTo>
                    <a:pt x="1708075" y="393773"/>
                    <a:pt x="1708688" y="391528"/>
                    <a:pt x="1708892" y="390303"/>
                  </a:cubicBezTo>
                  <a:cubicBezTo>
                    <a:pt x="1718485" y="386834"/>
                    <a:pt x="1730119" y="385813"/>
                    <a:pt x="1737467" y="378261"/>
                  </a:cubicBezTo>
                  <a:cubicBezTo>
                    <a:pt x="1749509" y="360708"/>
                    <a:pt x="1746243" y="338256"/>
                    <a:pt x="1746856" y="318049"/>
                  </a:cubicBezTo>
                  <a:cubicBezTo>
                    <a:pt x="1748284" y="283964"/>
                    <a:pt x="1751550" y="248653"/>
                    <a:pt x="1739508" y="215996"/>
                  </a:cubicBezTo>
                  <a:cubicBezTo>
                    <a:pt x="1729303" y="220690"/>
                    <a:pt x="1720118" y="229671"/>
                    <a:pt x="1708075" y="228242"/>
                  </a:cubicBezTo>
                  <a:cubicBezTo>
                    <a:pt x="1690522" y="229059"/>
                    <a:pt x="1670928" y="228242"/>
                    <a:pt x="1657049" y="215792"/>
                  </a:cubicBezTo>
                  <a:cubicBezTo>
                    <a:pt x="1642353" y="202117"/>
                    <a:pt x="1650721" y="174154"/>
                    <a:pt x="1669907" y="169664"/>
                  </a:cubicBezTo>
                  <a:cubicBezTo>
                    <a:pt x="1688277" y="151702"/>
                    <a:pt x="1710525" y="137415"/>
                    <a:pt x="1725424" y="115779"/>
                  </a:cubicBezTo>
                  <a:cubicBezTo>
                    <a:pt x="1715219" y="107003"/>
                    <a:pt x="1706034" y="97206"/>
                    <a:pt x="1697462" y="87000"/>
                  </a:cubicBezTo>
                  <a:cubicBezTo>
                    <a:pt x="1709096" y="72304"/>
                    <a:pt x="1731548" y="76999"/>
                    <a:pt x="1746856" y="67610"/>
                  </a:cubicBezTo>
                  <a:cubicBezTo>
                    <a:pt x="1757265" y="63732"/>
                    <a:pt x="1764817" y="51281"/>
                    <a:pt x="1777064" y="54547"/>
                  </a:cubicBezTo>
                  <a:close/>
                  <a:moveTo>
                    <a:pt x="722647" y="53527"/>
                  </a:moveTo>
                  <a:cubicBezTo>
                    <a:pt x="741629" y="48425"/>
                    <a:pt x="763061" y="62508"/>
                    <a:pt x="766734" y="81490"/>
                  </a:cubicBezTo>
                  <a:cubicBezTo>
                    <a:pt x="767959" y="90879"/>
                    <a:pt x="758366" y="94757"/>
                    <a:pt x="750610" y="95777"/>
                  </a:cubicBezTo>
                  <a:cubicBezTo>
                    <a:pt x="725505" y="101492"/>
                    <a:pt x="704890" y="118433"/>
                    <a:pt x="682642" y="130680"/>
                  </a:cubicBezTo>
                  <a:cubicBezTo>
                    <a:pt x="712850" y="129251"/>
                    <a:pt x="743670" y="128026"/>
                    <a:pt x="772858" y="136803"/>
                  </a:cubicBezTo>
                  <a:cubicBezTo>
                    <a:pt x="793268" y="141906"/>
                    <a:pt x="815720" y="151090"/>
                    <a:pt x="824701" y="171297"/>
                  </a:cubicBezTo>
                  <a:cubicBezTo>
                    <a:pt x="823476" y="174971"/>
                    <a:pt x="822047" y="178849"/>
                    <a:pt x="820823" y="182523"/>
                  </a:cubicBezTo>
                  <a:cubicBezTo>
                    <a:pt x="799800" y="190891"/>
                    <a:pt x="776327" y="185993"/>
                    <a:pt x="754896" y="193341"/>
                  </a:cubicBezTo>
                  <a:cubicBezTo>
                    <a:pt x="753467" y="195586"/>
                    <a:pt x="752039" y="197831"/>
                    <a:pt x="750610" y="199872"/>
                  </a:cubicBezTo>
                  <a:cubicBezTo>
                    <a:pt x="747957" y="199872"/>
                    <a:pt x="745303" y="200076"/>
                    <a:pt x="742854" y="200076"/>
                  </a:cubicBezTo>
                  <a:cubicBezTo>
                    <a:pt x="728975" y="216405"/>
                    <a:pt x="719382" y="236203"/>
                    <a:pt x="701420" y="248654"/>
                  </a:cubicBezTo>
                  <a:cubicBezTo>
                    <a:pt x="695501" y="246613"/>
                    <a:pt x="689378" y="247225"/>
                    <a:pt x="684071" y="250286"/>
                  </a:cubicBezTo>
                  <a:cubicBezTo>
                    <a:pt x="707747" y="262329"/>
                    <a:pt x="734077" y="241102"/>
                    <a:pt x="757550" y="253756"/>
                  </a:cubicBezTo>
                  <a:cubicBezTo>
                    <a:pt x="771021" y="260084"/>
                    <a:pt x="776736" y="279066"/>
                    <a:pt x="765714" y="290087"/>
                  </a:cubicBezTo>
                  <a:cubicBezTo>
                    <a:pt x="746324" y="294986"/>
                    <a:pt x="726729" y="287842"/>
                    <a:pt x="707135" y="288659"/>
                  </a:cubicBezTo>
                  <a:cubicBezTo>
                    <a:pt x="709176" y="309273"/>
                    <a:pt x="714687" y="330501"/>
                    <a:pt x="708768" y="350911"/>
                  </a:cubicBezTo>
                  <a:cubicBezTo>
                    <a:pt x="706319" y="373159"/>
                    <a:pt x="691011" y="391937"/>
                    <a:pt x="672641" y="403367"/>
                  </a:cubicBezTo>
                  <a:cubicBezTo>
                    <a:pt x="664477" y="405204"/>
                    <a:pt x="655904" y="404591"/>
                    <a:pt x="648148" y="401734"/>
                  </a:cubicBezTo>
                  <a:cubicBezTo>
                    <a:pt x="634064" y="394998"/>
                    <a:pt x="628757" y="378670"/>
                    <a:pt x="616715" y="369689"/>
                  </a:cubicBezTo>
                  <a:cubicBezTo>
                    <a:pt x="615286" y="364382"/>
                    <a:pt x="614265" y="359076"/>
                    <a:pt x="613449" y="353565"/>
                  </a:cubicBezTo>
                  <a:cubicBezTo>
                    <a:pt x="627328" y="352748"/>
                    <a:pt x="639779" y="358871"/>
                    <a:pt x="652843" y="362545"/>
                  </a:cubicBezTo>
                  <a:cubicBezTo>
                    <a:pt x="659578" y="364791"/>
                    <a:pt x="663456" y="357443"/>
                    <a:pt x="665089" y="352136"/>
                  </a:cubicBezTo>
                  <a:cubicBezTo>
                    <a:pt x="668967" y="333562"/>
                    <a:pt x="671416" y="313764"/>
                    <a:pt x="664273" y="295598"/>
                  </a:cubicBezTo>
                  <a:cubicBezTo>
                    <a:pt x="653251" y="296823"/>
                    <a:pt x="642636" y="300497"/>
                    <a:pt x="633247" y="306212"/>
                  </a:cubicBezTo>
                  <a:cubicBezTo>
                    <a:pt x="621409" y="312539"/>
                    <a:pt x="608142" y="306008"/>
                    <a:pt x="596712" y="302130"/>
                  </a:cubicBezTo>
                  <a:cubicBezTo>
                    <a:pt x="584057" y="297639"/>
                    <a:pt x="573036" y="286618"/>
                    <a:pt x="573036" y="272534"/>
                  </a:cubicBezTo>
                  <a:cubicBezTo>
                    <a:pt x="596508" y="277637"/>
                    <a:pt x="620593" y="269677"/>
                    <a:pt x="642840" y="262533"/>
                  </a:cubicBezTo>
                  <a:cubicBezTo>
                    <a:pt x="639371" y="258859"/>
                    <a:pt x="632023" y="255185"/>
                    <a:pt x="635493" y="249062"/>
                  </a:cubicBezTo>
                  <a:cubicBezTo>
                    <a:pt x="638962" y="240489"/>
                    <a:pt x="649373" y="239877"/>
                    <a:pt x="656108" y="234978"/>
                  </a:cubicBezTo>
                  <a:cubicBezTo>
                    <a:pt x="665905" y="227835"/>
                    <a:pt x="674682" y="218650"/>
                    <a:pt x="679172" y="207220"/>
                  </a:cubicBezTo>
                  <a:cubicBezTo>
                    <a:pt x="667334" y="216405"/>
                    <a:pt x="654680" y="227222"/>
                    <a:pt x="638554" y="227018"/>
                  </a:cubicBezTo>
                  <a:cubicBezTo>
                    <a:pt x="620184" y="225590"/>
                    <a:pt x="602223" y="219058"/>
                    <a:pt x="586711" y="209261"/>
                  </a:cubicBezTo>
                  <a:cubicBezTo>
                    <a:pt x="586099" y="204158"/>
                    <a:pt x="592426" y="204362"/>
                    <a:pt x="595692" y="203750"/>
                  </a:cubicBezTo>
                  <a:cubicBezTo>
                    <a:pt x="610796" y="202525"/>
                    <a:pt x="623042" y="193136"/>
                    <a:pt x="636309" y="186809"/>
                  </a:cubicBezTo>
                  <a:cubicBezTo>
                    <a:pt x="662027" y="173746"/>
                    <a:pt x="691623" y="165786"/>
                    <a:pt x="720402" y="171297"/>
                  </a:cubicBezTo>
                  <a:cubicBezTo>
                    <a:pt x="732444" y="170072"/>
                    <a:pt x="742242" y="162112"/>
                    <a:pt x="754080" y="160071"/>
                  </a:cubicBezTo>
                  <a:cubicBezTo>
                    <a:pt x="722035" y="149662"/>
                    <a:pt x="687745" y="155173"/>
                    <a:pt x="654884" y="159051"/>
                  </a:cubicBezTo>
                  <a:cubicBezTo>
                    <a:pt x="633247" y="161296"/>
                    <a:pt x="612837" y="169460"/>
                    <a:pt x="593242" y="178441"/>
                  </a:cubicBezTo>
                  <a:cubicBezTo>
                    <a:pt x="579159" y="185789"/>
                    <a:pt x="567933" y="198239"/>
                    <a:pt x="562422" y="213139"/>
                  </a:cubicBezTo>
                  <a:cubicBezTo>
                    <a:pt x="552625" y="229059"/>
                    <a:pt x="549359" y="247837"/>
                    <a:pt x="552217" y="266207"/>
                  </a:cubicBezTo>
                  <a:cubicBezTo>
                    <a:pt x="546502" y="277025"/>
                    <a:pt x="532418" y="274167"/>
                    <a:pt x="523642" y="280494"/>
                  </a:cubicBezTo>
                  <a:cubicBezTo>
                    <a:pt x="519764" y="276208"/>
                    <a:pt x="515273" y="272126"/>
                    <a:pt x="514253" y="266207"/>
                  </a:cubicBezTo>
                  <a:cubicBezTo>
                    <a:pt x="510375" y="244571"/>
                    <a:pt x="515886" y="222732"/>
                    <a:pt x="518335" y="201301"/>
                  </a:cubicBezTo>
                  <a:cubicBezTo>
                    <a:pt x="522009" y="180482"/>
                    <a:pt x="535276" y="160888"/>
                    <a:pt x="555687" y="153540"/>
                  </a:cubicBezTo>
                  <a:cubicBezTo>
                    <a:pt x="567117" y="151499"/>
                    <a:pt x="578547" y="148641"/>
                    <a:pt x="589773" y="145375"/>
                  </a:cubicBezTo>
                  <a:cubicBezTo>
                    <a:pt x="579975" y="135578"/>
                    <a:pt x="574669" y="121903"/>
                    <a:pt x="562830" y="114555"/>
                  </a:cubicBezTo>
                  <a:cubicBezTo>
                    <a:pt x="562830" y="102309"/>
                    <a:pt x="551809" y="94349"/>
                    <a:pt x="550380" y="82510"/>
                  </a:cubicBezTo>
                  <a:cubicBezTo>
                    <a:pt x="551196" y="75979"/>
                    <a:pt x="558136" y="68631"/>
                    <a:pt x="565076" y="71693"/>
                  </a:cubicBezTo>
                  <a:cubicBezTo>
                    <a:pt x="574873" y="77000"/>
                    <a:pt x="584466" y="82306"/>
                    <a:pt x="593855" y="88225"/>
                  </a:cubicBezTo>
                  <a:cubicBezTo>
                    <a:pt x="600386" y="92716"/>
                    <a:pt x="602835" y="77816"/>
                    <a:pt x="609775" y="82102"/>
                  </a:cubicBezTo>
                  <a:cubicBezTo>
                    <a:pt x="611408" y="89450"/>
                    <a:pt x="610183" y="98635"/>
                    <a:pt x="617123" y="103329"/>
                  </a:cubicBezTo>
                  <a:cubicBezTo>
                    <a:pt x="627124" y="110473"/>
                    <a:pt x="632227" y="121699"/>
                    <a:pt x="639779" y="130884"/>
                  </a:cubicBezTo>
                  <a:cubicBezTo>
                    <a:pt x="644677" y="129047"/>
                    <a:pt x="649373" y="127006"/>
                    <a:pt x="654067" y="124965"/>
                  </a:cubicBezTo>
                  <a:cubicBezTo>
                    <a:pt x="633043" y="113535"/>
                    <a:pt x="628553" y="87205"/>
                    <a:pt x="621001" y="66590"/>
                  </a:cubicBezTo>
                  <a:cubicBezTo>
                    <a:pt x="618348" y="61487"/>
                    <a:pt x="622430" y="53527"/>
                    <a:pt x="629369" y="53731"/>
                  </a:cubicBezTo>
                  <a:cubicBezTo>
                    <a:pt x="645698" y="49649"/>
                    <a:pt x="654680" y="73938"/>
                    <a:pt x="670600" y="66794"/>
                  </a:cubicBezTo>
                  <a:cubicBezTo>
                    <a:pt x="687337" y="60059"/>
                    <a:pt x="704482" y="54752"/>
                    <a:pt x="722647" y="53527"/>
                  </a:cubicBezTo>
                  <a:close/>
                  <a:moveTo>
                    <a:pt x="66850" y="42301"/>
                  </a:moveTo>
                  <a:cubicBezTo>
                    <a:pt x="75627" y="55568"/>
                    <a:pt x="81546" y="70264"/>
                    <a:pt x="88078" y="84755"/>
                  </a:cubicBezTo>
                  <a:cubicBezTo>
                    <a:pt x="93384" y="103737"/>
                    <a:pt x="120326" y="91491"/>
                    <a:pt x="129715" y="106595"/>
                  </a:cubicBezTo>
                  <a:cubicBezTo>
                    <a:pt x="129715" y="112514"/>
                    <a:pt x="130328" y="118637"/>
                    <a:pt x="131961" y="124352"/>
                  </a:cubicBezTo>
                  <a:cubicBezTo>
                    <a:pt x="129715" y="134149"/>
                    <a:pt x="118489" y="136599"/>
                    <a:pt x="111550" y="142313"/>
                  </a:cubicBezTo>
                  <a:cubicBezTo>
                    <a:pt x="102569" y="153744"/>
                    <a:pt x="88690" y="160275"/>
                    <a:pt x="79505" y="171501"/>
                  </a:cubicBezTo>
                  <a:cubicBezTo>
                    <a:pt x="67054" y="214772"/>
                    <a:pt x="74402" y="259879"/>
                    <a:pt x="72157" y="303966"/>
                  </a:cubicBezTo>
                  <a:cubicBezTo>
                    <a:pt x="70116" y="322540"/>
                    <a:pt x="78893" y="340502"/>
                    <a:pt x="77056" y="359075"/>
                  </a:cubicBezTo>
                  <a:cubicBezTo>
                    <a:pt x="78280" y="369077"/>
                    <a:pt x="80526" y="379078"/>
                    <a:pt x="80934" y="389283"/>
                  </a:cubicBezTo>
                  <a:cubicBezTo>
                    <a:pt x="70728" y="396427"/>
                    <a:pt x="58074" y="394998"/>
                    <a:pt x="46440" y="395406"/>
                  </a:cubicBezTo>
                  <a:cubicBezTo>
                    <a:pt x="38479" y="395202"/>
                    <a:pt x="36437" y="385813"/>
                    <a:pt x="36233" y="379486"/>
                  </a:cubicBezTo>
                  <a:cubicBezTo>
                    <a:pt x="33988" y="314988"/>
                    <a:pt x="30518" y="250286"/>
                    <a:pt x="32151" y="185788"/>
                  </a:cubicBezTo>
                  <a:cubicBezTo>
                    <a:pt x="20925" y="172317"/>
                    <a:pt x="-1731" y="163745"/>
                    <a:pt x="106" y="143742"/>
                  </a:cubicBezTo>
                  <a:cubicBezTo>
                    <a:pt x="12761" y="141905"/>
                    <a:pt x="24804" y="137415"/>
                    <a:pt x="36233" y="131904"/>
                  </a:cubicBezTo>
                  <a:cubicBezTo>
                    <a:pt x="41132" y="111289"/>
                    <a:pt x="42766" y="90266"/>
                    <a:pt x="43990" y="69243"/>
                  </a:cubicBezTo>
                  <a:cubicBezTo>
                    <a:pt x="47052" y="58834"/>
                    <a:pt x="52767" y="49445"/>
                    <a:pt x="61339" y="42709"/>
                  </a:cubicBezTo>
                  <a:cubicBezTo>
                    <a:pt x="62768" y="42709"/>
                    <a:pt x="65422" y="42505"/>
                    <a:pt x="66850" y="42301"/>
                  </a:cubicBezTo>
                  <a:close/>
                  <a:moveTo>
                    <a:pt x="1603778" y="23728"/>
                  </a:moveTo>
                  <a:cubicBezTo>
                    <a:pt x="1619086" y="22503"/>
                    <a:pt x="1627658" y="36791"/>
                    <a:pt x="1636027" y="47200"/>
                  </a:cubicBezTo>
                  <a:cubicBezTo>
                    <a:pt x="1639701" y="56589"/>
                    <a:pt x="1637659" y="67611"/>
                    <a:pt x="1633782" y="76592"/>
                  </a:cubicBezTo>
                  <a:cubicBezTo>
                    <a:pt x="1622351" y="89654"/>
                    <a:pt x="1610921" y="102921"/>
                    <a:pt x="1596430" y="112923"/>
                  </a:cubicBezTo>
                  <a:cubicBezTo>
                    <a:pt x="1585000" y="120475"/>
                    <a:pt x="1577244" y="133742"/>
                    <a:pt x="1563159" y="136395"/>
                  </a:cubicBezTo>
                  <a:cubicBezTo>
                    <a:pt x="1557649" y="137415"/>
                    <a:pt x="1556220" y="144763"/>
                    <a:pt x="1550709" y="145988"/>
                  </a:cubicBezTo>
                  <a:cubicBezTo>
                    <a:pt x="1545402" y="143743"/>
                    <a:pt x="1540504" y="140273"/>
                    <a:pt x="1534584" y="140681"/>
                  </a:cubicBezTo>
                  <a:cubicBezTo>
                    <a:pt x="1531727" y="138844"/>
                    <a:pt x="1529074" y="137007"/>
                    <a:pt x="1526216" y="135170"/>
                  </a:cubicBezTo>
                  <a:cubicBezTo>
                    <a:pt x="1529278" y="119046"/>
                    <a:pt x="1547035" y="114760"/>
                    <a:pt x="1555403" y="102309"/>
                  </a:cubicBezTo>
                  <a:cubicBezTo>
                    <a:pt x="1557444" y="102105"/>
                    <a:pt x="1559690" y="101697"/>
                    <a:pt x="1561935" y="101493"/>
                  </a:cubicBezTo>
                  <a:cubicBezTo>
                    <a:pt x="1562343" y="89246"/>
                    <a:pt x="1574590" y="82511"/>
                    <a:pt x="1580918" y="72918"/>
                  </a:cubicBezTo>
                  <a:cubicBezTo>
                    <a:pt x="1593368" y="59242"/>
                    <a:pt x="1597042" y="40465"/>
                    <a:pt x="1603778" y="23728"/>
                  </a:cubicBezTo>
                  <a:close/>
                  <a:moveTo>
                    <a:pt x="279733" y="22503"/>
                  </a:moveTo>
                  <a:cubicBezTo>
                    <a:pt x="286265" y="22911"/>
                    <a:pt x="290143" y="29034"/>
                    <a:pt x="294429" y="33321"/>
                  </a:cubicBezTo>
                  <a:cubicBezTo>
                    <a:pt x="303818" y="43731"/>
                    <a:pt x="313411" y="57202"/>
                    <a:pt x="310554" y="71898"/>
                  </a:cubicBezTo>
                  <a:cubicBezTo>
                    <a:pt x="307900" y="82103"/>
                    <a:pt x="292388" y="80062"/>
                    <a:pt x="288918" y="71490"/>
                  </a:cubicBezTo>
                  <a:cubicBezTo>
                    <a:pt x="285857" y="64346"/>
                    <a:pt x="278917" y="60876"/>
                    <a:pt x="271365" y="60468"/>
                  </a:cubicBezTo>
                  <a:cubicBezTo>
                    <a:pt x="274631" y="57202"/>
                    <a:pt x="278509" y="54345"/>
                    <a:pt x="281570" y="50671"/>
                  </a:cubicBezTo>
                  <a:cubicBezTo>
                    <a:pt x="285244" y="41282"/>
                    <a:pt x="272998" y="31484"/>
                    <a:pt x="279733" y="22503"/>
                  </a:cubicBezTo>
                  <a:close/>
                  <a:moveTo>
                    <a:pt x="190539" y="22095"/>
                  </a:moveTo>
                  <a:cubicBezTo>
                    <a:pt x="195846" y="23728"/>
                    <a:pt x="201357" y="22503"/>
                    <a:pt x="206664" y="22911"/>
                  </a:cubicBezTo>
                  <a:cubicBezTo>
                    <a:pt x="209113" y="26789"/>
                    <a:pt x="210338" y="31484"/>
                    <a:pt x="205439" y="33933"/>
                  </a:cubicBezTo>
                  <a:cubicBezTo>
                    <a:pt x="213808" y="35770"/>
                    <a:pt x="216053" y="44547"/>
                    <a:pt x="217890" y="51691"/>
                  </a:cubicBezTo>
                  <a:cubicBezTo>
                    <a:pt x="227687" y="44955"/>
                    <a:pt x="238709" y="39852"/>
                    <a:pt x="250343" y="38015"/>
                  </a:cubicBezTo>
                  <a:cubicBezTo>
                    <a:pt x="259528" y="39852"/>
                    <a:pt x="268713" y="44139"/>
                    <a:pt x="273611" y="52507"/>
                  </a:cubicBezTo>
                  <a:cubicBezTo>
                    <a:pt x="270754" y="57406"/>
                    <a:pt x="268304" y="62712"/>
                    <a:pt x="264835" y="67407"/>
                  </a:cubicBezTo>
                  <a:cubicBezTo>
                    <a:pt x="253813" y="70264"/>
                    <a:pt x="240954" y="69244"/>
                    <a:pt x="231565" y="76796"/>
                  </a:cubicBezTo>
                  <a:cubicBezTo>
                    <a:pt x="223401" y="85981"/>
                    <a:pt x="220543" y="98635"/>
                    <a:pt x="221768" y="110678"/>
                  </a:cubicBezTo>
                  <a:cubicBezTo>
                    <a:pt x="237280" y="109249"/>
                    <a:pt x="250955" y="99452"/>
                    <a:pt x="266671" y="101493"/>
                  </a:cubicBezTo>
                  <a:cubicBezTo>
                    <a:pt x="276060" y="101084"/>
                    <a:pt x="285653" y="107004"/>
                    <a:pt x="288715" y="116188"/>
                  </a:cubicBezTo>
                  <a:cubicBezTo>
                    <a:pt x="296879" y="166808"/>
                    <a:pt x="286878" y="217631"/>
                    <a:pt x="285041" y="268249"/>
                  </a:cubicBezTo>
                  <a:cubicBezTo>
                    <a:pt x="301982" y="267841"/>
                    <a:pt x="328108" y="267841"/>
                    <a:pt x="329741" y="290293"/>
                  </a:cubicBezTo>
                  <a:cubicBezTo>
                    <a:pt x="324842" y="292742"/>
                    <a:pt x="320148" y="295600"/>
                    <a:pt x="315453" y="298457"/>
                  </a:cubicBezTo>
                  <a:cubicBezTo>
                    <a:pt x="302798" y="295600"/>
                    <a:pt x="289736" y="293559"/>
                    <a:pt x="276877" y="295600"/>
                  </a:cubicBezTo>
                  <a:cubicBezTo>
                    <a:pt x="277285" y="316419"/>
                    <a:pt x="277897" y="337442"/>
                    <a:pt x="273815" y="358056"/>
                  </a:cubicBezTo>
                  <a:cubicBezTo>
                    <a:pt x="268508" y="378875"/>
                    <a:pt x="269937" y="404593"/>
                    <a:pt x="249731" y="417656"/>
                  </a:cubicBezTo>
                  <a:cubicBezTo>
                    <a:pt x="230136" y="425412"/>
                    <a:pt x="216869" y="404389"/>
                    <a:pt x="200133" y="398674"/>
                  </a:cubicBezTo>
                  <a:cubicBezTo>
                    <a:pt x="188702" y="395204"/>
                    <a:pt x="181559" y="385815"/>
                    <a:pt x="174822" y="376426"/>
                  </a:cubicBezTo>
                  <a:cubicBezTo>
                    <a:pt x="177680" y="374997"/>
                    <a:pt x="180741" y="373773"/>
                    <a:pt x="183599" y="372344"/>
                  </a:cubicBezTo>
                  <a:cubicBezTo>
                    <a:pt x="197274" y="377242"/>
                    <a:pt x="210950" y="386223"/>
                    <a:pt x="225850" y="380304"/>
                  </a:cubicBezTo>
                  <a:cubicBezTo>
                    <a:pt x="241158" y="379896"/>
                    <a:pt x="238505" y="361118"/>
                    <a:pt x="240546" y="350504"/>
                  </a:cubicBezTo>
                  <a:cubicBezTo>
                    <a:pt x="245036" y="334788"/>
                    <a:pt x="239525" y="319072"/>
                    <a:pt x="239321" y="303152"/>
                  </a:cubicBezTo>
                  <a:cubicBezTo>
                    <a:pt x="230340" y="302539"/>
                    <a:pt x="221768" y="305193"/>
                    <a:pt x="213195" y="307438"/>
                  </a:cubicBezTo>
                  <a:cubicBezTo>
                    <a:pt x="216665" y="317439"/>
                    <a:pt x="221768" y="326624"/>
                    <a:pt x="225442" y="336421"/>
                  </a:cubicBezTo>
                  <a:cubicBezTo>
                    <a:pt x="226258" y="349892"/>
                    <a:pt x="209726" y="360302"/>
                    <a:pt x="198296" y="351525"/>
                  </a:cubicBezTo>
                  <a:cubicBezTo>
                    <a:pt x="186457" y="347647"/>
                    <a:pt x="185029" y="334584"/>
                    <a:pt x="178904" y="325399"/>
                  </a:cubicBezTo>
                  <a:cubicBezTo>
                    <a:pt x="168087" y="323970"/>
                    <a:pt x="157269" y="323970"/>
                    <a:pt x="146451" y="324991"/>
                  </a:cubicBezTo>
                  <a:cubicBezTo>
                    <a:pt x="131756" y="322134"/>
                    <a:pt x="116856" y="315602"/>
                    <a:pt x="105834" y="305601"/>
                  </a:cubicBezTo>
                  <a:cubicBezTo>
                    <a:pt x="126245" y="294579"/>
                    <a:pt x="150125" y="294783"/>
                    <a:pt x="170944" y="284986"/>
                  </a:cubicBezTo>
                  <a:cubicBezTo>
                    <a:pt x="169720" y="278250"/>
                    <a:pt x="161963" y="268657"/>
                    <a:pt x="169924" y="263963"/>
                  </a:cubicBezTo>
                  <a:cubicBezTo>
                    <a:pt x="168699" y="260085"/>
                    <a:pt x="167883" y="256207"/>
                    <a:pt x="167066" y="252125"/>
                  </a:cubicBezTo>
                  <a:cubicBezTo>
                    <a:pt x="168699" y="252329"/>
                    <a:pt x="171761" y="252533"/>
                    <a:pt x="173190" y="252737"/>
                  </a:cubicBezTo>
                  <a:cubicBezTo>
                    <a:pt x="179313" y="260901"/>
                    <a:pt x="188294" y="266820"/>
                    <a:pt x="191764" y="277026"/>
                  </a:cubicBezTo>
                  <a:cubicBezTo>
                    <a:pt x="206256" y="280087"/>
                    <a:pt x="220747" y="274781"/>
                    <a:pt x="234627" y="271107"/>
                  </a:cubicBezTo>
                  <a:cubicBezTo>
                    <a:pt x="234014" y="265800"/>
                    <a:pt x="233606" y="260493"/>
                    <a:pt x="232994" y="255390"/>
                  </a:cubicBezTo>
                  <a:cubicBezTo>
                    <a:pt x="229932" y="253758"/>
                    <a:pt x="226871" y="251921"/>
                    <a:pt x="224013" y="250288"/>
                  </a:cubicBezTo>
                  <a:cubicBezTo>
                    <a:pt x="213604" y="254166"/>
                    <a:pt x="202786" y="263555"/>
                    <a:pt x="191560" y="256207"/>
                  </a:cubicBezTo>
                  <a:cubicBezTo>
                    <a:pt x="186660" y="245185"/>
                    <a:pt x="184007" y="233347"/>
                    <a:pt x="185232" y="221305"/>
                  </a:cubicBezTo>
                  <a:cubicBezTo>
                    <a:pt x="174006" y="219468"/>
                    <a:pt x="162780" y="219264"/>
                    <a:pt x="151758" y="216610"/>
                  </a:cubicBezTo>
                  <a:cubicBezTo>
                    <a:pt x="152575" y="227428"/>
                    <a:pt x="152983" y="238041"/>
                    <a:pt x="155636" y="248655"/>
                  </a:cubicBezTo>
                  <a:cubicBezTo>
                    <a:pt x="156248" y="256003"/>
                    <a:pt x="149309" y="261105"/>
                    <a:pt x="143594" y="264371"/>
                  </a:cubicBezTo>
                  <a:cubicBezTo>
                    <a:pt x="140940" y="260901"/>
                    <a:pt x="137879" y="257227"/>
                    <a:pt x="137879" y="252533"/>
                  </a:cubicBezTo>
                  <a:cubicBezTo>
                    <a:pt x="136654" y="226611"/>
                    <a:pt x="132368" y="200894"/>
                    <a:pt x="133593" y="174768"/>
                  </a:cubicBezTo>
                  <a:cubicBezTo>
                    <a:pt x="132776" y="153541"/>
                    <a:pt x="147472" y="136804"/>
                    <a:pt x="159514" y="121087"/>
                  </a:cubicBezTo>
                  <a:cubicBezTo>
                    <a:pt x="167474" y="111086"/>
                    <a:pt x="175435" y="99656"/>
                    <a:pt x="188497" y="96390"/>
                  </a:cubicBezTo>
                  <a:cubicBezTo>
                    <a:pt x="179517" y="92308"/>
                    <a:pt x="167474" y="95165"/>
                    <a:pt x="160535" y="86593"/>
                  </a:cubicBezTo>
                  <a:cubicBezTo>
                    <a:pt x="156861" y="83939"/>
                    <a:pt x="156861" y="78020"/>
                    <a:pt x="160943" y="75571"/>
                  </a:cubicBezTo>
                  <a:cubicBezTo>
                    <a:pt x="168903" y="67611"/>
                    <a:pt x="180946" y="67611"/>
                    <a:pt x="190130" y="61896"/>
                  </a:cubicBezTo>
                  <a:cubicBezTo>
                    <a:pt x="188702" y="49037"/>
                    <a:pt x="192785" y="35566"/>
                    <a:pt x="190539" y="22095"/>
                  </a:cubicBezTo>
                  <a:close/>
                  <a:moveTo>
                    <a:pt x="1251590" y="944"/>
                  </a:moveTo>
                  <a:cubicBezTo>
                    <a:pt x="1255366" y="2296"/>
                    <a:pt x="1258326" y="5154"/>
                    <a:pt x="1258632" y="9848"/>
                  </a:cubicBezTo>
                  <a:cubicBezTo>
                    <a:pt x="1256591" y="23115"/>
                    <a:pt x="1253121" y="36382"/>
                    <a:pt x="1248631" y="49036"/>
                  </a:cubicBezTo>
                  <a:cubicBezTo>
                    <a:pt x="1267817" y="51894"/>
                    <a:pt x="1290881" y="62711"/>
                    <a:pt x="1290065" y="85367"/>
                  </a:cubicBezTo>
                  <a:cubicBezTo>
                    <a:pt x="1273736" y="98022"/>
                    <a:pt x="1258020" y="71284"/>
                    <a:pt x="1240671" y="79244"/>
                  </a:cubicBezTo>
                  <a:cubicBezTo>
                    <a:pt x="1253529" y="85571"/>
                    <a:pt x="1269246" y="88021"/>
                    <a:pt x="1278022" y="100675"/>
                  </a:cubicBezTo>
                  <a:cubicBezTo>
                    <a:pt x="1280063" y="108227"/>
                    <a:pt x="1282308" y="115779"/>
                    <a:pt x="1283125" y="123535"/>
                  </a:cubicBezTo>
                  <a:cubicBezTo>
                    <a:pt x="1272103" y="127618"/>
                    <a:pt x="1261081" y="122923"/>
                    <a:pt x="1250672" y="119861"/>
                  </a:cubicBezTo>
                  <a:cubicBezTo>
                    <a:pt x="1235772" y="114963"/>
                    <a:pt x="1219648" y="130271"/>
                    <a:pt x="1205768" y="124148"/>
                  </a:cubicBezTo>
                  <a:cubicBezTo>
                    <a:pt x="1212708" y="114963"/>
                    <a:pt x="1222913" y="109452"/>
                    <a:pt x="1233323" y="105166"/>
                  </a:cubicBezTo>
                  <a:cubicBezTo>
                    <a:pt x="1227812" y="101084"/>
                    <a:pt x="1221893" y="97818"/>
                    <a:pt x="1216178" y="93940"/>
                  </a:cubicBezTo>
                  <a:cubicBezTo>
                    <a:pt x="1208830" y="103125"/>
                    <a:pt x="1203115" y="113534"/>
                    <a:pt x="1195971" y="122923"/>
                  </a:cubicBezTo>
                  <a:cubicBezTo>
                    <a:pt x="1188215" y="138843"/>
                    <a:pt x="1172091" y="148232"/>
                    <a:pt x="1157599" y="157213"/>
                  </a:cubicBezTo>
                  <a:cubicBezTo>
                    <a:pt x="1168008" y="158030"/>
                    <a:pt x="1176785" y="150886"/>
                    <a:pt x="1186990" y="150886"/>
                  </a:cubicBezTo>
                  <a:cubicBezTo>
                    <a:pt x="1202298" y="150069"/>
                    <a:pt x="1216790" y="144558"/>
                    <a:pt x="1231894" y="142721"/>
                  </a:cubicBezTo>
                  <a:cubicBezTo>
                    <a:pt x="1247814" y="143538"/>
                    <a:pt x="1264551" y="158030"/>
                    <a:pt x="1260469" y="175175"/>
                  </a:cubicBezTo>
                  <a:cubicBezTo>
                    <a:pt x="1250672" y="185992"/>
                    <a:pt x="1241079" y="197014"/>
                    <a:pt x="1233323" y="209465"/>
                  </a:cubicBezTo>
                  <a:cubicBezTo>
                    <a:pt x="1229445" y="216404"/>
                    <a:pt x="1220464" y="216812"/>
                    <a:pt x="1214749" y="221507"/>
                  </a:cubicBezTo>
                  <a:cubicBezTo>
                    <a:pt x="1208422" y="224977"/>
                    <a:pt x="1203727" y="233549"/>
                    <a:pt x="1195563" y="231304"/>
                  </a:cubicBezTo>
                  <a:cubicBezTo>
                    <a:pt x="1182704" y="229059"/>
                    <a:pt x="1170050" y="234978"/>
                    <a:pt x="1157395" y="233549"/>
                  </a:cubicBezTo>
                  <a:cubicBezTo>
                    <a:pt x="1150251" y="232325"/>
                    <a:pt x="1156579" y="226814"/>
                    <a:pt x="1160456" y="226405"/>
                  </a:cubicBezTo>
                  <a:cubicBezTo>
                    <a:pt x="1177602" y="221099"/>
                    <a:pt x="1189848" y="206403"/>
                    <a:pt x="1198216" y="191095"/>
                  </a:cubicBezTo>
                  <a:cubicBezTo>
                    <a:pt x="1180459" y="197422"/>
                    <a:pt x="1163314" y="206199"/>
                    <a:pt x="1144128" y="207832"/>
                  </a:cubicBezTo>
                  <a:cubicBezTo>
                    <a:pt x="1125350" y="211710"/>
                    <a:pt x="1104530" y="194769"/>
                    <a:pt x="1106775" y="175379"/>
                  </a:cubicBezTo>
                  <a:cubicBezTo>
                    <a:pt x="1110653" y="159458"/>
                    <a:pt x="1129024" y="155376"/>
                    <a:pt x="1142291" y="150682"/>
                  </a:cubicBezTo>
                  <a:cubicBezTo>
                    <a:pt x="1122084" y="147620"/>
                    <a:pt x="1104530" y="134965"/>
                    <a:pt x="1088610" y="122719"/>
                  </a:cubicBezTo>
                  <a:cubicBezTo>
                    <a:pt x="1079017" y="135170"/>
                    <a:pt x="1065546" y="143130"/>
                    <a:pt x="1052687" y="151702"/>
                  </a:cubicBezTo>
                  <a:cubicBezTo>
                    <a:pt x="1035950" y="163336"/>
                    <a:pt x="1015335" y="170888"/>
                    <a:pt x="994720" y="169868"/>
                  </a:cubicBezTo>
                  <a:cubicBezTo>
                    <a:pt x="990230" y="170072"/>
                    <a:pt x="990026" y="164561"/>
                    <a:pt x="988189" y="161703"/>
                  </a:cubicBezTo>
                  <a:cubicBezTo>
                    <a:pt x="1029010" y="159050"/>
                    <a:pt x="1059014" y="125985"/>
                    <a:pt x="1082691" y="95981"/>
                  </a:cubicBezTo>
                  <a:cubicBezTo>
                    <a:pt x="1089834" y="86184"/>
                    <a:pt x="1099019" y="75978"/>
                    <a:pt x="1099427" y="63528"/>
                  </a:cubicBezTo>
                  <a:cubicBezTo>
                    <a:pt x="1113307" y="49649"/>
                    <a:pt x="1114327" y="28421"/>
                    <a:pt x="1117185" y="10052"/>
                  </a:cubicBezTo>
                  <a:cubicBezTo>
                    <a:pt x="1123921" y="12297"/>
                    <a:pt x="1132494" y="13522"/>
                    <a:pt x="1136168" y="20257"/>
                  </a:cubicBezTo>
                  <a:cubicBezTo>
                    <a:pt x="1134127" y="32912"/>
                    <a:pt x="1131473" y="45362"/>
                    <a:pt x="1129228" y="58017"/>
                  </a:cubicBezTo>
                  <a:cubicBezTo>
                    <a:pt x="1143516" y="55160"/>
                    <a:pt x="1158415" y="65569"/>
                    <a:pt x="1155762" y="81081"/>
                  </a:cubicBezTo>
                  <a:cubicBezTo>
                    <a:pt x="1143107" y="82306"/>
                    <a:pt x="1130045" y="83122"/>
                    <a:pt x="1118205" y="88225"/>
                  </a:cubicBezTo>
                  <a:cubicBezTo>
                    <a:pt x="1110449" y="93736"/>
                    <a:pt x="1105142" y="101900"/>
                    <a:pt x="1100244" y="109860"/>
                  </a:cubicBezTo>
                  <a:cubicBezTo>
                    <a:pt x="1106571" y="113738"/>
                    <a:pt x="1113511" y="116596"/>
                    <a:pt x="1120860" y="117208"/>
                  </a:cubicBezTo>
                  <a:cubicBezTo>
                    <a:pt x="1130249" y="114759"/>
                    <a:pt x="1133106" y="103125"/>
                    <a:pt x="1142291" y="100880"/>
                  </a:cubicBezTo>
                  <a:cubicBezTo>
                    <a:pt x="1141066" y="108023"/>
                    <a:pt x="1137188" y="114555"/>
                    <a:pt x="1136780" y="121903"/>
                  </a:cubicBezTo>
                  <a:cubicBezTo>
                    <a:pt x="1140046" y="129863"/>
                    <a:pt x="1143720" y="137619"/>
                    <a:pt x="1147394" y="145375"/>
                  </a:cubicBezTo>
                  <a:cubicBezTo>
                    <a:pt x="1151680" y="147416"/>
                    <a:pt x="1156170" y="144150"/>
                    <a:pt x="1160048" y="142313"/>
                  </a:cubicBezTo>
                  <a:cubicBezTo>
                    <a:pt x="1175152" y="132516"/>
                    <a:pt x="1185154" y="116800"/>
                    <a:pt x="1194746" y="101900"/>
                  </a:cubicBezTo>
                  <a:cubicBezTo>
                    <a:pt x="1205156" y="85163"/>
                    <a:pt x="1216994" y="69243"/>
                    <a:pt x="1225975" y="51486"/>
                  </a:cubicBezTo>
                  <a:cubicBezTo>
                    <a:pt x="1233527" y="40464"/>
                    <a:pt x="1238425" y="27401"/>
                    <a:pt x="1236793" y="13930"/>
                  </a:cubicBezTo>
                  <a:cubicBezTo>
                    <a:pt x="1228832" y="11276"/>
                    <a:pt x="1234752" y="3929"/>
                    <a:pt x="1239650" y="1071"/>
                  </a:cubicBezTo>
                  <a:cubicBezTo>
                    <a:pt x="1243222" y="-256"/>
                    <a:pt x="1247814" y="-409"/>
                    <a:pt x="1251590" y="94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0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275782" y="6410111"/>
            <a:ext cx="1243118" cy="245843"/>
            <a:chOff x="10275782" y="188913"/>
            <a:chExt cx="1243118" cy="245843"/>
          </a:xfrm>
        </p:grpSpPr>
        <p:pic>
          <p:nvPicPr>
            <p:cNvPr id="28" name="图形 24"/>
            <p:cNvPicPr>
              <a:picLocks noChangeAspect="1"/>
            </p:cNvPicPr>
            <p:nvPr userDrawn="1"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55917" y="205185"/>
              <a:ext cx="962983" cy="216478"/>
            </a:xfrm>
            <a:prstGeom prst="rect">
              <a:avLst/>
            </a:prstGeom>
          </p:spPr>
        </p:pic>
        <p:pic>
          <p:nvPicPr>
            <p:cNvPr id="29" name="图形 25"/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75782" y="188913"/>
              <a:ext cx="187431" cy="245843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7973695" y="1530962"/>
            <a:ext cx="9144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创新点</a:t>
            </a:r>
            <a:endParaRPr lang="en-US" altLang="zh-CN" sz="24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431290" y="2139315"/>
            <a:ext cx="4441190" cy="69342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31365" y="2286000"/>
            <a:ext cx="3441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latin typeface="+mn-ea"/>
              </a:rPr>
              <a:t>单链内部：证据如何逐步形成？</a:t>
            </a:r>
            <a:endParaRPr lang="zh-CN" altLang="en-US">
              <a:latin typeface="+mn-ea"/>
            </a:endParaRPr>
          </a:p>
        </p:txBody>
      </p:sp>
      <p:sp>
        <p:nvSpPr>
          <p:cNvPr id="10" name="流程图: 过程 9"/>
          <p:cNvSpPr/>
          <p:nvPr/>
        </p:nvSpPr>
        <p:spPr>
          <a:xfrm>
            <a:off x="1431290" y="3358515"/>
            <a:ext cx="4441190" cy="69342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56715" y="3505200"/>
            <a:ext cx="3866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latin typeface="+mn-ea"/>
              </a:rPr>
              <a:t>多链之间：不同证据如何协同和竞争？</a:t>
            </a:r>
            <a:endParaRPr lang="zh-CN" altLang="en-US">
              <a:latin typeface="+mn-ea"/>
            </a:endParaRPr>
          </a:p>
        </p:txBody>
      </p:sp>
      <p:sp>
        <p:nvSpPr>
          <p:cNvPr id="12" name="流程图: 过程 11"/>
          <p:cNvSpPr/>
          <p:nvPr/>
        </p:nvSpPr>
        <p:spPr>
          <a:xfrm>
            <a:off x="1431290" y="4577715"/>
            <a:ext cx="4441190" cy="693420"/>
          </a:xfrm>
          <a:prstGeom prst="flowChart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03350" y="4724400"/>
            <a:ext cx="4523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latin typeface="+mn-ea"/>
              </a:rPr>
              <a:t>没有 </a:t>
            </a:r>
            <a:r>
              <a:rPr lang="en-US" altLang="zh-CN">
                <a:latin typeface="+mn-ea"/>
              </a:rPr>
              <a:t>Gold Chain：</a:t>
            </a:r>
            <a:r>
              <a:rPr lang="zh-CN" altLang="en-US">
                <a:latin typeface="+mn-ea"/>
              </a:rPr>
              <a:t>这些中间状态如何学习？</a:t>
            </a:r>
            <a:endParaRPr lang="zh-CN" altLang="en-US">
              <a:latin typeface="+mn-ea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3511550" y="2839085"/>
            <a:ext cx="307340" cy="512445"/>
          </a:xfrm>
          <a:prstGeom prst="downArrow">
            <a:avLst/>
          </a:prstGeom>
          <a:ln w="158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3511550" y="4057015"/>
            <a:ext cx="307340" cy="512445"/>
          </a:xfrm>
          <a:prstGeom prst="downArrow">
            <a:avLst/>
          </a:prstGeom>
          <a:ln w="158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22" name="流程图: 过程 21"/>
          <p:cNvSpPr/>
          <p:nvPr/>
        </p:nvSpPr>
        <p:spPr>
          <a:xfrm>
            <a:off x="6341110" y="2145665"/>
            <a:ext cx="4441190" cy="693420"/>
          </a:xfrm>
          <a:prstGeom prst="flowChartProcess">
            <a:avLst/>
          </a:prstGeom>
          <a:ln w="19050">
            <a:prstDash val="lg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54240" y="2308225"/>
            <a:ext cx="2734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b="1">
                <a:sym typeface="+mn-ea"/>
              </a:rPr>
              <a:t>证据前缀动态演化推理</a:t>
            </a:r>
            <a:endParaRPr lang="zh-CN" altLang="en-US" b="1">
              <a:latin typeface="+mn-ea"/>
            </a:endParaRPr>
          </a:p>
        </p:txBody>
      </p:sp>
      <p:sp>
        <p:nvSpPr>
          <p:cNvPr id="24" name="流程图: 过程 23"/>
          <p:cNvSpPr/>
          <p:nvPr/>
        </p:nvSpPr>
        <p:spPr>
          <a:xfrm>
            <a:off x="6341110" y="3351530"/>
            <a:ext cx="4441190" cy="693420"/>
          </a:xfrm>
          <a:prstGeom prst="flowChartProcess">
            <a:avLst/>
          </a:prstGeom>
          <a:ln w="19050">
            <a:prstDash val="lg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38340" y="3426460"/>
            <a:ext cx="312547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40000"/>
              </a:lnSpc>
              <a:buFont typeface="+mj-lt"/>
              <a:buNone/>
            </a:pPr>
            <a:r>
              <a:rPr lang="zh-CN" altLang="en-US" b="1">
                <a:sym typeface="+mn-ea"/>
              </a:rPr>
              <a:t>答案中⼼的多链协同—竞争</a:t>
            </a:r>
            <a:endParaRPr lang="zh-CN" altLang="en-US" b="1">
              <a:latin typeface="+mn-ea"/>
            </a:endParaRPr>
          </a:p>
        </p:txBody>
      </p:sp>
      <p:sp>
        <p:nvSpPr>
          <p:cNvPr id="26" name="流程图: 过程 25"/>
          <p:cNvSpPr/>
          <p:nvPr/>
        </p:nvSpPr>
        <p:spPr>
          <a:xfrm>
            <a:off x="6341110" y="4570095"/>
            <a:ext cx="4441190" cy="693420"/>
          </a:xfrm>
          <a:prstGeom prst="flowChartProcess">
            <a:avLst/>
          </a:prstGeom>
          <a:ln w="19050">
            <a:prstDash val="lg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 b="1">
              <a:latin typeface="+mj-ea"/>
              <a:ea typeface="+mj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46545" y="4645025"/>
            <a:ext cx="392176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40000"/>
              </a:lnSpc>
              <a:buFont typeface="+mj-lt"/>
              <a:buNone/>
            </a:pPr>
            <a:r>
              <a:rPr lang="zh-CN" altLang="en-US" b="1">
                <a:sym typeface="+mn-ea"/>
              </a:rPr>
              <a:t>面向前缀状态的弱监督与反事实学习</a:t>
            </a:r>
            <a:endParaRPr lang="zh-CN" altLang="en-US" b="1">
              <a:latin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737485" y="1530962"/>
            <a:ext cx="18288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核心主线逻辑</a:t>
            </a:r>
            <a:endParaRPr lang="zh-CN" altLang="en-US" sz="24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占位符 6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 t="7813" b="7813"/>
          <a:stretch>
            <a:fillRect/>
          </a:stretch>
        </p:blipFill>
        <p:spPr/>
      </p:pic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b="1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6749" y="1130300"/>
            <a:ext cx="6113463" cy="4356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5400" b="1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30515" y="5226050"/>
            <a:ext cx="902811" cy="5746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68074" y="5282555"/>
            <a:ext cx="827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>
                <a:solidFill>
                  <a:schemeClr val="bg1"/>
                </a:solidFill>
                <a:ea typeface="+mj-ea"/>
              </a:rPr>
              <a:t>END</a:t>
            </a:r>
            <a:endParaRPr lang="zh-CN" altLang="en-US" sz="2400" b="1">
              <a:solidFill>
                <a:schemeClr val="bg1"/>
              </a:solidFill>
              <a:ea typeface="+mj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99684" y="3581199"/>
            <a:ext cx="3576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chemeClr val="accent1"/>
                </a:solidFill>
              </a:rPr>
              <a:t>Thank you for watching the slides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99684" y="2661780"/>
            <a:ext cx="35762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>
                <a:solidFill>
                  <a:schemeClr val="accent1"/>
                </a:solidFill>
                <a:latin typeface="+mj-ea"/>
                <a:ea typeface="+mj-ea"/>
              </a:rPr>
              <a:t>感谢观看</a:t>
            </a:r>
            <a:endParaRPr lang="zh-CN" altLang="en-US" sz="6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20" name="图形 1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745" y="1774322"/>
            <a:ext cx="617042" cy="809338"/>
          </a:xfrm>
          <a:prstGeom prst="rect">
            <a:avLst/>
          </a:prstGeom>
        </p:spPr>
      </p:pic>
      <p:sp>
        <p:nvSpPr>
          <p:cNvPr id="23" name="矩形: 圆角 22"/>
          <p:cNvSpPr/>
          <p:nvPr/>
        </p:nvSpPr>
        <p:spPr>
          <a:xfrm>
            <a:off x="1200150" y="4165674"/>
            <a:ext cx="1376718" cy="43374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r>
              <a:rPr lang="zh-CN" altLang="en-US" sz="1400" b="1">
                <a:latin typeface="+mj-ea"/>
                <a:ea typeface="+mj-ea"/>
              </a:rPr>
              <a:t>汇报人：</a:t>
            </a:r>
            <a:r>
              <a:rPr lang="zh-CN" altLang="en-US" sz="1400" b="1">
                <a:latin typeface="+mj-ea"/>
                <a:ea typeface="+mj-ea"/>
              </a:rPr>
              <a:t>徐权</a:t>
            </a:r>
            <a:endParaRPr lang="zh-CN" altLang="en-US" sz="1400" b="1">
              <a:latin typeface="+mj-ea"/>
              <a:ea typeface="+mj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120.31724409448816,&quot;left&quot;:52,&quot;top&quot;:386.43629921259844,&quot;width&quot;:855}"/>
</p:tagLst>
</file>

<file path=ppt/tags/tag2.xml><?xml version="1.0" encoding="utf-8"?>
<p:tagLst xmlns:p="http://schemas.openxmlformats.org/presentationml/2006/main">
  <p:tag name="KSO_WM_DIAGRAM_VIRTUALLY_FRAME" val="{&quot;height&quot;:120.31724409448816,&quot;left&quot;:52,&quot;top&quot;:386.43629921259844,&quot;width&quot;:855}"/>
</p:tagLst>
</file>

<file path=ppt/tags/tag3.xml><?xml version="1.0" encoding="utf-8"?>
<p:tagLst xmlns:p="http://schemas.openxmlformats.org/presentationml/2006/main">
  <p:tag name="KSO_WM_DIAGRAM_VIRTUALLY_FRAME" val="{&quot;height&quot;:120.31724409448816,&quot;left&quot;:52,&quot;top&quot;:386.43629921259844,&quot;width&quot;:855}"/>
</p:tagLst>
</file>

<file path=ppt/tags/tag4.xml><?xml version="1.0" encoding="utf-8"?>
<p:tagLst xmlns:p="http://schemas.openxmlformats.org/presentationml/2006/main">
  <p:tag name="KSO_WM_DIAGRAM_VIRTUALLY_FRAME" val="{&quot;height&quot;:120.31724409448816,&quot;left&quot;:52,&quot;top&quot;:386.43629921259844,&quot;width&quot;:855}"/>
</p:tagLst>
</file>

<file path=ppt/tags/tag5.xml><?xml version="1.0" encoding="utf-8"?>
<p:tagLst xmlns:p="http://schemas.openxmlformats.org/presentationml/2006/main">
  <p:tag name="KSO_WM_DIAGRAM_VIRTUALLY_FRAME" val="{&quot;height&quot;:120.31724409448816,&quot;left&quot;:52,&quot;top&quot;:386.43629921259844,&quot;width&quot;:855}"/>
</p:tagLst>
</file>

<file path=ppt/tags/tag6.xml><?xml version="1.0" encoding="utf-8"?>
<p:tagLst xmlns:p="http://schemas.openxmlformats.org/presentationml/2006/main">
  <p:tag name="KSO_WM_DIAGRAM_VIRTUALLY_FRAME" val="{&quot;height&quot;:120.31724409448816,&quot;left&quot;:52,&quot;top&quot;:386.43629921259844,&quot;width&quot;:855}"/>
</p:tagLst>
</file>

<file path=ppt/tags/tag7.xml><?xml version="1.0" encoding="utf-8"?>
<p:tagLst xmlns:p="http://schemas.openxmlformats.org/presentationml/2006/main">
  <p:tag name="KSO_WM_DIAGRAM_VIRTUALLY_FRAME" val="{&quot;height&quot;:120.31724409448816,&quot;left&quot;:52,&quot;top&quot;:386.43629921259844,&quot;width&quot;:855}"/>
</p:tagLst>
</file>

<file path=ppt/tags/tag8.xml><?xml version="1.0" encoding="utf-8"?>
<p:tagLst xmlns:p="http://schemas.openxmlformats.org/presentationml/2006/main">
  <p:tag name="KSO_WM_DIAGRAM_VIRTUALLY_FRAME" val="{&quot;height&quot;:120.31724409448816,&quot;left&quot;:52,&quot;top&quot;:386.43629921259844,&quot;width&quot;:855}"/>
</p:tagLst>
</file>

<file path=ppt/tags/tag9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0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1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2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3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4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5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6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7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8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19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20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21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22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23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24.xml><?xml version="1.0" encoding="utf-8"?>
<p:tagLst xmlns:p="http://schemas.openxmlformats.org/presentationml/2006/main">
  <p:tag name="KSO_WM_DIAGRAM_VIRTUALLY_FRAME" val="{&quot;height&quot;:244.48889763779525,&quot;left&quot;:78.85086614173228,&quot;top&quot;:180.82897637795276,&quot;width&quot;:802.2982677165353}"/>
</p:tagLst>
</file>

<file path=ppt/tags/tag25.xml><?xml version="1.0" encoding="utf-8"?>
<p:tagLst xmlns:p="http://schemas.openxmlformats.org/presentationml/2006/main">
  <p:tag name="KSO_WM_DIAGRAM_VIRTUALLY_FRAME" val="{&quot;height&quot;:217.02047244094484,&quot;left&quot;:74.38787401574803,&quot;top&quot;:158.34535433070866,&quot;width&quot;:630.5034645669291}"/>
</p:tagLst>
</file>

<file path=ppt/tags/tag26.xml><?xml version="1.0" encoding="utf-8"?>
<p:tagLst xmlns:p="http://schemas.openxmlformats.org/presentationml/2006/main">
  <p:tag name="KSO_WM_DIAGRAM_VIRTUALLY_FRAME" val="{&quot;height&quot;:217.02047244094484,&quot;left&quot;:74.38787401574803,&quot;top&quot;:158.34535433070866,&quot;width&quot;:630.5034645669291}"/>
</p:tagLst>
</file>

<file path=ppt/tags/tag27.xml><?xml version="1.0" encoding="utf-8"?>
<p:tagLst xmlns:p="http://schemas.openxmlformats.org/presentationml/2006/main">
  <p:tag name="KSO_WM_DIAGRAM_VIRTUALLY_FRAME" val="{&quot;height&quot;:217.02047244094484,&quot;left&quot;:74.38787401574803,&quot;top&quot;:158.34535433070866,&quot;width&quot;:630.5034645669291}"/>
</p:tagLst>
</file>

<file path=ppt/tags/tag28.xml><?xml version="1.0" encoding="utf-8"?>
<p:tagLst xmlns:p="http://schemas.openxmlformats.org/presentationml/2006/main">
  <p:tag name="KSO_WM_DIAGRAM_VIRTUALLY_FRAME" val="{&quot;height&quot;:217.02047244094484,&quot;left&quot;:74.38787401574803,&quot;top&quot;:158.34535433070866,&quot;width&quot;:630.5034645669291}"/>
</p:tagLst>
</file>

<file path=ppt/tags/tag29.xml><?xml version="1.0" encoding="utf-8"?>
<p:tagLst xmlns:p="http://schemas.openxmlformats.org/presentationml/2006/main">
  <p:tag name="KSO_WM_DIAGRAM_VIRTUALLY_FRAME" val="{&quot;height&quot;:435.0908661417323,&quot;left&quot;:52,&quot;top&quot;:89,&quot;width&quot;:855}"/>
</p:tagLst>
</file>

<file path=ppt/tags/tag30.xml><?xml version="1.0" encoding="utf-8"?>
<p:tagLst xmlns:p="http://schemas.openxmlformats.org/presentationml/2006/main">
  <p:tag name="KSO_WM_DIAGRAM_VIRTUALLY_FRAME" val="{&quot;height&quot;:435.0908661417323,&quot;left&quot;:52,&quot;top&quot;:89,&quot;width&quot;:855}"/>
</p:tagLst>
</file>

<file path=ppt/tags/tag31.xml><?xml version="1.0" encoding="utf-8"?>
<p:tagLst xmlns:p="http://schemas.openxmlformats.org/presentationml/2006/main">
  <p:tag name="KSO_WM_DIAGRAM_VIRTUALLY_FRAME" val="{&quot;height&quot;:217.02047244094484,&quot;left&quot;:74.38787401574803,&quot;top&quot;:158.34535433070866,&quot;width&quot;:630.5034645669291}"/>
</p:tagLst>
</file>

<file path=ppt/tags/tag32.xml><?xml version="1.0" encoding="utf-8"?>
<p:tagLst xmlns:p="http://schemas.openxmlformats.org/presentationml/2006/main">
  <p:tag name="KSO_WM_DIAGRAM_VIRTUALLY_FRAME" val="{&quot;height&quot;:217.02047244094484,&quot;left&quot;:74.38787401574803,&quot;top&quot;:158.34535433070866,&quot;width&quot;:630.5034645669291}"/>
</p:tagLst>
</file>

<file path=ppt/tags/tag33.xml><?xml version="1.0" encoding="utf-8"?>
<p:tagLst xmlns:p="http://schemas.openxmlformats.org/presentationml/2006/main">
  <p:tag name="KSO_WM_DIAGRAM_VIRTUALLY_FRAME" val="{&quot;height&quot;:435.0908661417323,&quot;left&quot;:52,&quot;top&quot;:89,&quot;width&quot;:855}"/>
</p:tagLst>
</file>

<file path=ppt/tags/tag34.xml><?xml version="1.0" encoding="utf-8"?>
<p:tagLst xmlns:p="http://schemas.openxmlformats.org/presentationml/2006/main">
  <p:tag name="KSO_WM_DIAGRAM_VIRTUALLY_FRAME" val="{&quot;height&quot;:175.45,&quot;left&quot;:31.95,&quot;top&quot;:0,&quot;width&quot;:572.05}"/>
</p:tagLst>
</file>

<file path=ppt/tags/tag35.xml><?xml version="1.0" encoding="utf-8"?>
<p:tagLst xmlns:p="http://schemas.openxmlformats.org/presentationml/2006/main">
  <p:tag name="KSO_WM_DIAGRAM_VIRTUALLY_FRAME" val="{&quot;height&quot;:175.45,&quot;left&quot;:31.95,&quot;top&quot;:0,&quot;width&quot;:572.05}"/>
</p:tagLst>
</file>

<file path=ppt/tags/tag36.xml><?xml version="1.0" encoding="utf-8"?>
<p:tagLst xmlns:p="http://schemas.openxmlformats.org/presentationml/2006/main">
  <p:tag name="KSO_WM_DIAGRAM_VIRTUALLY_FRAME" val="{&quot;height&quot;:175.45,&quot;left&quot;:31.95,&quot;top&quot;:0,&quot;width&quot;:572.05}"/>
</p:tagLst>
</file>

<file path=ppt/tags/tag37.xml><?xml version="1.0" encoding="utf-8"?>
<p:tagLst xmlns:p="http://schemas.openxmlformats.org/presentationml/2006/main">
  <p:tag name="KSO_WM_DIAGRAM_VIRTUALLY_FRAME" val="{&quot;height&quot;:175.45,&quot;left&quot;:31.95,&quot;top&quot;:0,&quot;width&quot;:572.05}"/>
</p:tagLst>
</file>

<file path=ppt/tags/tag38.xml><?xml version="1.0" encoding="utf-8"?>
<p:tagLst xmlns:p="http://schemas.openxmlformats.org/presentationml/2006/main">
  <p:tag name="KSO_WM_DIAGRAM_VIRTUALLY_FRAME" val="{&quot;height&quot;:175.45,&quot;left&quot;:31.95,&quot;top&quot;:0,&quot;width&quot;:572.05}"/>
</p:tagLst>
</file>

<file path=ppt/tags/tag39.xml><?xml version="1.0" encoding="utf-8"?>
<p:tagLst xmlns:p="http://schemas.openxmlformats.org/presentationml/2006/main">
  <p:tag name="KSO_WM_DIAGRAM_VIRTUALLY_FRAME" val="{&quot;height&quot;:175.45,&quot;left&quot;:31.95,&quot;top&quot;:0,&quot;width&quot;:572.05}"/>
</p:tagLst>
</file>

<file path=ppt/tags/tag40.xml><?xml version="1.0" encoding="utf-8"?>
<p:tagLst xmlns:p="http://schemas.openxmlformats.org/presentationml/2006/main">
  <p:tag name="KSO_WM_DIAGRAM_VIRTUALLY_FRAME" val="{&quot;height&quot;:376.9,&quot;left&quot;:22,&quot;top&quot;:110.65,&quot;width&quot;:271.05}"/>
</p:tagLst>
</file>

<file path=ppt/tags/tag41.xml><?xml version="1.0" encoding="utf-8"?>
<p:tagLst xmlns:p="http://schemas.openxmlformats.org/presentationml/2006/main">
  <p:tag name="KSO_WM_DIAGRAM_VIRTUALLY_FRAME" val="{&quot;height&quot;:376.9,&quot;left&quot;:22,&quot;top&quot;:110.65,&quot;width&quot;:271.05}"/>
</p:tagLst>
</file>

<file path=ppt/tags/tag42.xml><?xml version="1.0" encoding="utf-8"?>
<p:tagLst xmlns:p="http://schemas.openxmlformats.org/presentationml/2006/main">
  <p:tag name="KSO_DOCER_RESOURCE_TRACE_INFO" val="{&quot;id&quot;:&quot;50059188&quot;,&quot;origin&quot;:0,&quot;type&quot;:&quot;icons&quot;,&quot;user&quot;:&quot;838427644&quot;}"/>
</p:tagLst>
</file>

<file path=ppt/tags/tag43.xml><?xml version="1.0" encoding="utf-8"?>
<p:tagLst xmlns:p="http://schemas.openxmlformats.org/presentationml/2006/main">
  <p:tag name="KSO_WM_DIAGRAM_VIRTUALLY_FRAME" val="{&quot;height&quot;:376.9,&quot;left&quot;:22,&quot;top&quot;:110.65,&quot;width&quot;:271.05}"/>
</p:tagLst>
</file>

<file path=ppt/tags/tag44.xml><?xml version="1.0" encoding="utf-8"?>
<p:tagLst xmlns:p="http://schemas.openxmlformats.org/presentationml/2006/main">
  <p:tag name="KSO_DOCER_RESOURCE_TRACE_INFO" val="{&quot;id&quot;:&quot;50059188&quot;,&quot;origin&quot;:0,&quot;type&quot;:&quot;icons&quot;,&quot;user&quot;:&quot;838427644&quot;}"/>
</p:tagLst>
</file>

<file path=ppt/tags/tag45.xml><?xml version="1.0" encoding="utf-8"?>
<p:tagLst xmlns:p="http://schemas.openxmlformats.org/presentationml/2006/main">
  <p:tag name="KSO_WM_DIAGRAM_VIRTUALLY_FRAME" val="{&quot;height&quot;:376.9,&quot;left&quot;:22,&quot;top&quot;:110.65,&quot;width&quot;:271.05}"/>
</p:tagLst>
</file>

<file path=ppt/tags/tag46.xml><?xml version="1.0" encoding="utf-8"?>
<p:tagLst xmlns:p="http://schemas.openxmlformats.org/presentationml/2006/main">
  <p:tag name="KSO_WM_DIAGRAM_VIRTUALLY_FRAME" val="{&quot;height&quot;:376.9,&quot;left&quot;:22,&quot;top&quot;:110.65,&quot;width&quot;:271.05}"/>
</p:tagLst>
</file>

<file path=ppt/tags/tag47.xml><?xml version="1.0" encoding="utf-8"?>
<p:tagLst xmlns:p="http://schemas.openxmlformats.org/presentationml/2006/main">
  <p:tag name="KSO_WM_DIAGRAM_VIRTUALLY_FRAME" val="{&quot;height&quot;:376.9,&quot;left&quot;:22,&quot;top&quot;:110.65,&quot;width&quot;:271.05}"/>
</p:tagLst>
</file>

<file path=ppt/tags/tag48.xml><?xml version="1.0" encoding="utf-8"?>
<p:tagLst xmlns:p="http://schemas.openxmlformats.org/presentationml/2006/main">
  <p:tag name="KSO_WM_DIAGRAM_VIRTUALLY_FRAME" val="{&quot;height&quot;:376.9,&quot;left&quot;:22,&quot;top&quot;:110.65,&quot;width&quot;:271.05}"/>
</p:tagLst>
</file>

<file path=ppt/tags/tag49.xml><?xml version="1.0" encoding="utf-8"?>
<p:tagLst xmlns:p="http://schemas.openxmlformats.org/presentationml/2006/main">
  <p:tag name="AS_NET" val="4.0.30319.42000"/>
  <p:tag name="AS_OS" val="Microsoft Windows NT 6.2.9200.0"/>
  <p:tag name="AS_RELEASE_DATE" val="2023.09.14"/>
  <p:tag name="AS_TITLE" val="Aspose.Slides for .NET 4.0 Client Profile"/>
  <p:tag name="AS_VERSION" val="23.9"/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  <p:tag name="resource_record_key" val="{&quot;10&quot;:[50059188]}"/>
</p:tagLst>
</file>

<file path=ppt/theme/theme1.xml><?xml version="1.0" encoding="utf-8"?>
<a:theme xmlns:a="http://schemas.openxmlformats.org/drawingml/2006/main" name="Office 主题​​">
  <a:themeElements>
    <a:clrScheme name="学校模板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D5C3C"/>
      </a:accent1>
      <a:accent2>
        <a:srgbClr val="72E897"/>
      </a:accent2>
      <a:accent3>
        <a:srgbClr val="DC2A4D"/>
      </a:accent3>
      <a:accent4>
        <a:srgbClr val="87AA7E"/>
      </a:accent4>
      <a:accent5>
        <a:srgbClr val="55585A"/>
      </a:accent5>
      <a:accent6>
        <a:srgbClr val="9D9FA0"/>
      </a:accent6>
      <a:hlink>
        <a:srgbClr val="4472C4"/>
      </a:hlink>
      <a:folHlink>
        <a:srgbClr val="BFBFBF"/>
      </a:folHlink>
    </a:clrScheme>
    <a:fontScheme name="主题字体">
      <a:majorFont>
        <a:latin typeface="Arial Black"/>
        <a:ea typeface="微软雅黑"/>
        <a:cs typeface="Arial"/>
      </a:majorFont>
      <a:minorFont>
        <a:latin typeface="Arial"/>
        <a:ea typeface="微软雅黑 Light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b="1"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Century Gothic"/>
        <a:cs typeface="Arial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Century Gothic"/>
        <a:cs typeface="Arial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3530</Words>
  <Application>WPS 演示</Application>
  <PresentationFormat>宽屏</PresentationFormat>
  <Paragraphs>231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等线</vt:lpstr>
      <vt:lpstr>微软雅黑</vt:lpstr>
      <vt:lpstr>Segoe UI</vt:lpstr>
      <vt:lpstr>Segoe UI Light</vt:lpstr>
      <vt:lpstr>Cambria Math</vt:lpstr>
      <vt:lpstr>Wingdings</vt:lpstr>
      <vt:lpstr>黑体</vt:lpstr>
      <vt:lpstr>Times New Roman</vt:lpstr>
      <vt:lpstr>MS Mincho</vt:lpstr>
      <vt:lpstr>FFont-Family</vt:lpstr>
      <vt:lpstr>微软雅黑 Light</vt:lpstr>
      <vt:lpstr>Arial Unicode MS</vt:lpstr>
      <vt:lpstr>Arial Black</vt:lpstr>
      <vt:lpstr>Century Gothic</vt:lpstr>
      <vt:lpstr>Calibri</vt:lpstr>
      <vt:lpstr>Segoe UI</vt:lpstr>
      <vt:lpstr>Segoe UI Light</vt:lpstr>
      <vt:lpstr>Ms.Luce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伽叶</dc:creator>
  <cp:lastModifiedBy>遥遥无期</cp:lastModifiedBy>
  <cp:revision>1367</cp:revision>
  <dcterms:created xsi:type="dcterms:W3CDTF">2019-01-22T10:15:00Z</dcterms:created>
  <dcterms:modified xsi:type="dcterms:W3CDTF">2026-09-15T02:22:51Z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ActionId">
    <vt:lpwstr>ebf9600e-49ea-4fb1-8ca5-53e769ea59df</vt:lpwstr>
  </property>
  <property fmtid="{D5CDD505-2E9C-101B-9397-08002B2CF9AE}" pid="3" name="MSIP_Label_f42aa342-8706-4288-bd11-ebb85995028c_Application">
    <vt:lpwstr>Microsoft Azure Information Protection</vt:lpwstr>
  </property>
  <property fmtid="{D5CDD505-2E9C-101B-9397-08002B2CF9AE}" pid="4" name="MSIP_Label_f42aa342-8706-4288-bd11-ebb85995028c_Enabled">
    <vt:lpwstr>True</vt:lpwstr>
  </property>
  <property fmtid="{D5CDD505-2E9C-101B-9397-08002B2CF9AE}" pid="5" name="MSIP_Label_f42aa342-8706-4288-bd11-ebb85995028c_Extended_MSFT_Method">
    <vt:lpwstr>Automatic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Owner">
    <vt:lpwstr>v-yunxl@microsoft.com</vt:lpwstr>
  </property>
  <property fmtid="{D5CDD505-2E9C-101B-9397-08002B2CF9AE}" pid="8" name="MSIP_Label_f42aa342-8706-4288-bd11-ebb85995028c_SetDate">
    <vt:lpwstr>2019-04-12T04:26:40.6120240Z</vt:lpwstr>
  </property>
  <property fmtid="{D5CDD505-2E9C-101B-9397-08002B2CF9AE}" pid="9" name="MSIP_Label_f42aa342-8706-4288-bd11-ebb85995028c_SiteId">
    <vt:lpwstr>72f988bf-86f1-41af-91ab-2d7cd011db47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2052-12.1.0.28505</vt:lpwstr>
  </property>
  <property fmtid="{D5CDD505-2E9C-101B-9397-08002B2CF9AE}" pid="12" name="ICV">
    <vt:lpwstr>5E92E8F2D17A4885B769B0DC479E3D2B_12</vt:lpwstr>
  </property>
</Properties>
</file>