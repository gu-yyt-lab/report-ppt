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38.svg" ContentType="image/svg+xml"/>
  <Override PartName="/ppt/media/image39.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75" r:id="rId3"/>
  </p:sldMasterIdLst>
  <p:notesMasterIdLst>
    <p:notesMasterId r:id="rId8"/>
  </p:notesMasterIdLst>
  <p:handoutMasterIdLst>
    <p:handoutMasterId r:id="rId27"/>
  </p:handoutMasterIdLst>
  <p:sldIdLst>
    <p:sldId id="269" r:id="rId4"/>
    <p:sldId id="426" r:id="rId5"/>
    <p:sldId id="483" r:id="rId6"/>
    <p:sldId id="1729" r:id="rId7"/>
    <p:sldId id="1730" r:id="rId9"/>
    <p:sldId id="1744" r:id="rId10"/>
    <p:sldId id="1731" r:id="rId11"/>
    <p:sldId id="1733" r:id="rId12"/>
    <p:sldId id="1734" r:id="rId13"/>
    <p:sldId id="303" r:id="rId14"/>
    <p:sldId id="1735" r:id="rId15"/>
    <p:sldId id="1745" r:id="rId16"/>
    <p:sldId id="1736" r:id="rId17"/>
    <p:sldId id="1738" r:id="rId18"/>
    <p:sldId id="1739" r:id="rId19"/>
    <p:sldId id="1737" r:id="rId20"/>
    <p:sldId id="1740" r:id="rId21"/>
    <p:sldId id="1741" r:id="rId22"/>
    <p:sldId id="1742" r:id="rId23"/>
    <p:sldId id="1743" r:id="rId24"/>
    <p:sldId id="355" r:id="rId25"/>
    <p:sldId id="500"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82BD0CDB-69EB-4E30-9FA5-4B67E492ABF9}">
          <p14:sldIdLst>
            <p14:sldId id="269"/>
          </p14:sldIdLst>
        </p14:section>
        <p14:section name="目录" id="{87E7CBA2-908E-4264-9356-0E5247310930}">
          <p14:sldIdLst>
            <p14:sldId id="426"/>
          </p14:sldIdLst>
        </p14:section>
        <p14:section name="过渡页" id="{D5F14480-4E18-42ED-BB0C-5FF49F70F0A8}">
          <p14:sldIdLst>
            <p14:sldId id="483"/>
            <p14:sldId id="1729"/>
            <p14:sldId id="1730"/>
            <p14:sldId id="1744"/>
            <p14:sldId id="1731"/>
            <p14:sldId id="1733"/>
            <p14:sldId id="1734"/>
          </p14:sldIdLst>
        </p14:section>
        <p14:section name="文本页" id="{169ABB7F-D1BE-4F36-9528-2ACD5CBFE9B8}">
          <p14:sldIdLst>
            <p14:sldId id="303"/>
            <p14:sldId id="1735"/>
            <p14:sldId id="1745"/>
            <p14:sldId id="1736"/>
            <p14:sldId id="1738"/>
            <p14:sldId id="1739"/>
            <p14:sldId id="1737"/>
            <p14:sldId id="1740"/>
            <p14:sldId id="1741"/>
            <p14:sldId id="1742"/>
            <p14:sldId id="1743"/>
            <p14:sldId id="355"/>
            <p14:sldId id="500"/>
          </p14:sldIdLst>
        </p14:section>
        <p14:section name="时间轴" id="{2FD0EAD5-1BF4-4590-A7D9-9BB9F2F9471B}">
          <p14:sldIdLst/>
        </p14:section>
        <p14:section name="图文页" id="{15E6AD1C-E179-4C0A-9224-0D4C63549614}">
          <p14:sldIdLst/>
        </p14:section>
        <p14:section name="图表页" id="{BFD531BA-7829-4F52-8AAA-EC3F2BBB35CC}">
          <p14:sldIdLst/>
        </p14:section>
        <p14:section name="附页" id="{DE165AD5-C812-46E3-A519-4044B4398155}">
          <p14:sldIdLst/>
        </p14:section>
        <p14:section name="结束页" id="{1D951E5D-9087-411C-8DFD-2BAF25E6E034}">
          <p14:sldIdLst/>
        </p14:section>
        <p14:section name="附录" id="{DE12696B-C0D3-4307-8A27-569A424EB83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55" autoAdjust="0"/>
    <p:restoredTop sz="94660"/>
  </p:normalViewPr>
  <p:slideViewPr>
    <p:cSldViewPr snapToGrid="0">
      <p:cViewPr>
        <p:scale>
          <a:sx n="75" d="100"/>
          <a:sy n="75" d="100"/>
        </p:scale>
        <p:origin x="1404" y="732"/>
      </p:cViewPr>
      <p:guideLst/>
    </p:cSldViewPr>
  </p:slideViewPr>
  <p:notesTextViewPr>
    <p:cViewPr>
      <p:scale>
        <a:sx n="1" d="1"/>
        <a:sy n="1" d="1"/>
      </p:scale>
      <p:origin x="0" y="0"/>
    </p:cViewPr>
  </p:notesTextViewPr>
  <p:sorterViewPr>
    <p:cViewPr>
      <p:scale>
        <a:sx n="75" d="100"/>
        <a:sy n="75" d="100"/>
      </p:scale>
      <p:origin x="0" y="-21564"/>
    </p:cViewPr>
  </p:sorterViewPr>
  <p:notesViewPr>
    <p:cSldViewPr snapToGrid="0">
      <p:cViewPr varScale="1">
        <p:scale>
          <a:sx n="51" d="100"/>
          <a:sy n="51" d="100"/>
        </p:scale>
        <p:origin x="2112"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notesMaster" Target="notesMasters/notes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1" Type="http://schemas.openxmlformats.org/officeDocument/2006/relationships/tags" Target="tags/tag47.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62387A-F5F5-4DB0-B31D-0981B38FDBB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4AD892-D9EC-4910-B59D-0EE583C155FD}"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B8299A-0BB0-44FF-BF81-4FC2B688BBC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312E6B-C824-4707-8B29-DAB65AB2C21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做了什么工作，方法论，创新点</a:t>
            </a:r>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做了什么工作，方法论，创新点</a:t>
            </a:r>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做了什么工作，方法论，创新点</a:t>
            </a:r>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312E6B-C824-4707-8B29-DAB65AB2C21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9" name="图片占位符 18"/>
          <p:cNvSpPr>
            <a:spLocks noGrp="1"/>
          </p:cNvSpPr>
          <p:nvPr>
            <p:ph type="pic" sz="quarter" idx="13"/>
          </p:nvPr>
        </p:nvSpPr>
        <p:spPr>
          <a:xfrm>
            <a:off x="0" y="0"/>
            <a:ext cx="12192000" cy="4538663"/>
          </a:xfrm>
        </p:spPr>
        <p:txBody>
          <a:bodyPr/>
          <a:lstStyle/>
          <a:p>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单图（1）">
    <p:spTree>
      <p:nvGrpSpPr>
        <p:cNvPr id="1" name=""/>
        <p:cNvGrpSpPr/>
        <p:nvPr/>
      </p:nvGrpSpPr>
      <p:grpSpPr>
        <a:xfrm>
          <a:off x="0" y="0"/>
          <a:ext cx="0" cy="0"/>
          <a:chOff x="0" y="0"/>
          <a:chExt cx="0" cy="0"/>
        </a:xfrm>
      </p:grpSpPr>
      <p:sp>
        <p:nvSpPr>
          <p:cNvPr id="18" name="图片占位符 17"/>
          <p:cNvSpPr>
            <a:spLocks noGrp="1"/>
          </p:cNvSpPr>
          <p:nvPr>
            <p:ph type="pic" sz="quarter" idx="10"/>
          </p:nvPr>
        </p:nvSpPr>
        <p:spPr>
          <a:xfrm>
            <a:off x="5924550" y="2"/>
            <a:ext cx="6267450" cy="6857999"/>
          </a:xfrm>
          <a:custGeom>
            <a:avLst/>
            <a:gdLst>
              <a:gd name="connsiteX0" fmla="*/ 1766844 w 6267450"/>
              <a:gd name="connsiteY0" fmla="*/ 0 h 6857999"/>
              <a:gd name="connsiteX1" fmla="*/ 6267450 w 6267450"/>
              <a:gd name="connsiteY1" fmla="*/ 0 h 6857999"/>
              <a:gd name="connsiteX2" fmla="*/ 6267450 w 6267450"/>
              <a:gd name="connsiteY2" fmla="*/ 6857999 h 6857999"/>
              <a:gd name="connsiteX3" fmla="*/ 1762020 w 6267450"/>
              <a:gd name="connsiteY3" fmla="*/ 6857999 h 6857999"/>
              <a:gd name="connsiteX4" fmla="*/ 1694936 w 6267450"/>
              <a:gd name="connsiteY4" fmla="*/ 6810295 h 6857999"/>
              <a:gd name="connsiteX5" fmla="*/ 0 w 6267450"/>
              <a:gd name="connsiteY5" fmla="*/ 3429000 h 6857999"/>
              <a:gd name="connsiteX6" fmla="*/ 1535534 w 6267450"/>
              <a:gd name="connsiteY6" fmla="*/ 17297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7450" h="6857999">
                <a:moveTo>
                  <a:pt x="1766844" y="0"/>
                </a:moveTo>
                <a:lnTo>
                  <a:pt x="6267450" y="0"/>
                </a:lnTo>
                <a:lnTo>
                  <a:pt x="6267450" y="6857999"/>
                </a:lnTo>
                <a:lnTo>
                  <a:pt x="1762020" y="6857999"/>
                </a:lnTo>
                <a:lnTo>
                  <a:pt x="1694936" y="6810295"/>
                </a:lnTo>
                <a:cubicBezTo>
                  <a:pt x="666006" y="6040805"/>
                  <a:pt x="0" y="4812679"/>
                  <a:pt x="0" y="3429000"/>
                </a:cubicBezTo>
                <a:cubicBezTo>
                  <a:pt x="0" y="2118146"/>
                  <a:pt x="597745" y="946903"/>
                  <a:pt x="1535534" y="172971"/>
                </a:cubicBezTo>
                <a:close/>
              </a:path>
            </a:pathLst>
          </a:custGeom>
        </p:spPr>
        <p:txBody>
          <a:bodyPr wrap="square">
            <a:noAutofit/>
          </a:bodyPr>
          <a:lstStyle>
            <a:lvl1pPr algn="ctr">
              <a:defRPr/>
            </a:lvl1pPr>
          </a:lstStyle>
          <a:p>
            <a:r>
              <a:rPr lang="zh-CN" altLang="en-US"/>
              <a:t>单击图标添加图片</a:t>
            </a:r>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单图（2）">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9" name="图片占位符 8"/>
          <p:cNvSpPr>
            <a:spLocks noGrp="1"/>
          </p:cNvSpPr>
          <p:nvPr>
            <p:ph type="pic" sz="quarter" idx="13" hasCustomPrompt="1"/>
          </p:nvPr>
        </p:nvSpPr>
        <p:spPr>
          <a:xfrm>
            <a:off x="742949" y="1741488"/>
            <a:ext cx="2451100" cy="2450685"/>
          </a:xfrm>
          <a:custGeom>
            <a:avLst/>
            <a:gdLst>
              <a:gd name="connsiteX0" fmla="*/ 1213548 w 2451100"/>
              <a:gd name="connsiteY0" fmla="*/ 0 h 2450685"/>
              <a:gd name="connsiteX1" fmla="*/ 1237748 w 2451100"/>
              <a:gd name="connsiteY1" fmla="*/ 0 h 2450685"/>
              <a:gd name="connsiteX2" fmla="*/ 1350963 w 2451100"/>
              <a:gd name="connsiteY2" fmla="*/ 5717 h 2450685"/>
              <a:gd name="connsiteX3" fmla="*/ 2444968 w 2451100"/>
              <a:gd name="connsiteY3" fmla="*/ 1099722 h 2450685"/>
              <a:gd name="connsiteX4" fmla="*/ 2451100 w 2451100"/>
              <a:gd name="connsiteY4" fmla="*/ 1221156 h 2450685"/>
              <a:gd name="connsiteX5" fmla="*/ 2451100 w 2451100"/>
              <a:gd name="connsiteY5" fmla="*/ 1228919 h 2450685"/>
              <a:gd name="connsiteX6" fmla="*/ 2444968 w 2451100"/>
              <a:gd name="connsiteY6" fmla="*/ 1350353 h 2450685"/>
              <a:gd name="connsiteX7" fmla="*/ 1225648 w 2451100"/>
              <a:gd name="connsiteY7" fmla="*/ 2450685 h 2450685"/>
              <a:gd name="connsiteX8" fmla="*/ 0 w 2451100"/>
              <a:gd name="connsiteY8" fmla="*/ 1225037 h 2450685"/>
              <a:gd name="connsiteX9" fmla="*/ 1100333 w 2451100"/>
              <a:gd name="connsiteY9" fmla="*/ 5717 h 245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1100" h="2450685">
                <a:moveTo>
                  <a:pt x="1213548" y="0"/>
                </a:moveTo>
                <a:lnTo>
                  <a:pt x="1237748" y="0"/>
                </a:lnTo>
                <a:lnTo>
                  <a:pt x="1350963" y="5717"/>
                </a:lnTo>
                <a:cubicBezTo>
                  <a:pt x="1927802" y="64298"/>
                  <a:pt x="2386387" y="522884"/>
                  <a:pt x="2444968" y="1099722"/>
                </a:cubicBezTo>
                <a:lnTo>
                  <a:pt x="2451100" y="1221156"/>
                </a:lnTo>
                <a:lnTo>
                  <a:pt x="2451100" y="1228919"/>
                </a:lnTo>
                <a:lnTo>
                  <a:pt x="2444968" y="1350353"/>
                </a:lnTo>
                <a:cubicBezTo>
                  <a:pt x="2382203" y="1968393"/>
                  <a:pt x="1860248" y="2450685"/>
                  <a:pt x="1225648" y="2450685"/>
                </a:cubicBezTo>
                <a:cubicBezTo>
                  <a:pt x="548741" y="2450685"/>
                  <a:pt x="0" y="1901944"/>
                  <a:pt x="0" y="1225037"/>
                </a:cubicBezTo>
                <a:cubicBezTo>
                  <a:pt x="0" y="590437"/>
                  <a:pt x="482292" y="68482"/>
                  <a:pt x="1100333" y="5717"/>
                </a:cubicBezTo>
                <a:close/>
              </a:path>
            </a:pathLst>
          </a:custGeom>
        </p:spPr>
        <p:txBody>
          <a:bodyPr wrap="square">
            <a:noAutofit/>
          </a:bodyPr>
          <a:lstStyle>
            <a:lvl1pPr marL="0" indent="0" algn="ctr">
              <a:lnSpc>
                <a:spcPct val="120000"/>
              </a:lnSpc>
              <a:buFontTx/>
              <a:buNone/>
              <a:defRPr sz="2000"/>
            </a:lvl1pPr>
          </a:lstStyle>
          <a:p>
            <a:endParaRPr lang="en-US" altLang="zh-CN"/>
          </a:p>
          <a:p>
            <a:endParaRPr lang="en-US" altLang="zh-CN"/>
          </a:p>
          <a:p>
            <a:r>
              <a:rPr lang="zh-CN" altLang="en-US"/>
              <a:t>单击即可添加图片</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单图（3）">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0" y="0"/>
            <a:ext cx="12192000" cy="6858000"/>
          </a:xfrm>
        </p:spPr>
        <p:txBody>
          <a:bodyPr/>
          <a:lstStyle/>
          <a:p>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单图（4）">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7" name="图片占位符 6"/>
          <p:cNvSpPr>
            <a:spLocks noGrp="1"/>
          </p:cNvSpPr>
          <p:nvPr>
            <p:ph type="pic" sz="quarter" idx="13"/>
          </p:nvPr>
        </p:nvSpPr>
        <p:spPr>
          <a:xfrm>
            <a:off x="673100" y="1154666"/>
            <a:ext cx="4608513" cy="4893380"/>
          </a:xfrm>
        </p:spPr>
        <p:txBody>
          <a:bodyPr/>
          <a:lstStyle/>
          <a:p>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单图（5）">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14" name="图片占位符 13"/>
          <p:cNvSpPr>
            <a:spLocks noGrp="1"/>
          </p:cNvSpPr>
          <p:nvPr>
            <p:ph type="pic" sz="quarter" idx="13"/>
          </p:nvPr>
        </p:nvSpPr>
        <p:spPr>
          <a:xfrm>
            <a:off x="668020" y="1640114"/>
            <a:ext cx="3548063" cy="3530375"/>
          </a:xfrm>
          <a:custGeom>
            <a:avLst/>
            <a:gdLst>
              <a:gd name="connsiteX0" fmla="*/ 2409374 w 3548063"/>
              <a:gd name="connsiteY0" fmla="*/ 424543 h 3530375"/>
              <a:gd name="connsiteX1" fmla="*/ 3548063 w 3548063"/>
              <a:gd name="connsiteY1" fmla="*/ 424543 h 3530375"/>
              <a:gd name="connsiteX2" fmla="*/ 3548063 w 3548063"/>
              <a:gd name="connsiteY2" fmla="*/ 3530375 h 3530375"/>
              <a:gd name="connsiteX3" fmla="*/ 2409374 w 3548063"/>
              <a:gd name="connsiteY3" fmla="*/ 3530375 h 3530375"/>
              <a:gd name="connsiteX4" fmla="*/ 1204687 w 3548063"/>
              <a:gd name="connsiteY4" fmla="*/ 212271 h 3530375"/>
              <a:gd name="connsiteX5" fmla="*/ 2344058 w 3548063"/>
              <a:gd name="connsiteY5" fmla="*/ 212271 h 3530375"/>
              <a:gd name="connsiteX6" fmla="*/ 2344058 w 3548063"/>
              <a:gd name="connsiteY6" fmla="*/ 3318328 h 3530375"/>
              <a:gd name="connsiteX7" fmla="*/ 1204687 w 3548063"/>
              <a:gd name="connsiteY7" fmla="*/ 3318328 h 3530375"/>
              <a:gd name="connsiteX8" fmla="*/ 0 w 3548063"/>
              <a:gd name="connsiteY8" fmla="*/ 0 h 3530375"/>
              <a:gd name="connsiteX9" fmla="*/ 1139371 w 3548063"/>
              <a:gd name="connsiteY9" fmla="*/ 0 h 3530375"/>
              <a:gd name="connsiteX10" fmla="*/ 1139371 w 3548063"/>
              <a:gd name="connsiteY10" fmla="*/ 3106057 h 3530375"/>
              <a:gd name="connsiteX11" fmla="*/ 0 w 3548063"/>
              <a:gd name="connsiteY11" fmla="*/ 3106057 h 353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48063" h="3530375">
                <a:moveTo>
                  <a:pt x="2409374" y="424543"/>
                </a:moveTo>
                <a:lnTo>
                  <a:pt x="3548063" y="424543"/>
                </a:lnTo>
                <a:lnTo>
                  <a:pt x="3548063" y="3530375"/>
                </a:lnTo>
                <a:lnTo>
                  <a:pt x="2409374" y="3530375"/>
                </a:lnTo>
                <a:close/>
                <a:moveTo>
                  <a:pt x="1204687" y="212271"/>
                </a:moveTo>
                <a:lnTo>
                  <a:pt x="2344058" y="212271"/>
                </a:lnTo>
                <a:lnTo>
                  <a:pt x="2344058" y="3318328"/>
                </a:lnTo>
                <a:lnTo>
                  <a:pt x="1204687" y="3318328"/>
                </a:lnTo>
                <a:close/>
                <a:moveTo>
                  <a:pt x="0" y="0"/>
                </a:moveTo>
                <a:lnTo>
                  <a:pt x="1139371" y="0"/>
                </a:lnTo>
                <a:lnTo>
                  <a:pt x="1139371" y="3106057"/>
                </a:lnTo>
                <a:lnTo>
                  <a:pt x="0" y="3106057"/>
                </a:lnTo>
                <a:close/>
              </a:path>
            </a:pathLst>
          </a:custGeom>
        </p:spPr>
        <p:txBody>
          <a:bodyPr wrap="square">
            <a:noAutofit/>
          </a:bodyPr>
          <a:lstStyle/>
          <a:p>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单图（6）">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7" name="图片占位符 6"/>
          <p:cNvSpPr>
            <a:spLocks noGrp="1"/>
          </p:cNvSpPr>
          <p:nvPr>
            <p:ph type="pic" sz="quarter" idx="13"/>
          </p:nvPr>
        </p:nvSpPr>
        <p:spPr>
          <a:xfrm>
            <a:off x="0" y="0"/>
            <a:ext cx="12192000" cy="3556000"/>
          </a:xfrm>
        </p:spPr>
        <p:txBody>
          <a:bodyPr/>
          <a:lstStyle/>
          <a:p>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单图（7）">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0" y="-1"/>
            <a:ext cx="12192000" cy="2583543"/>
          </a:xfrm>
        </p:spPr>
        <p:txBody>
          <a:bodyPr/>
          <a:lstStyle/>
          <a:p>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单图（8）">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8" name="图片占位符 7"/>
          <p:cNvSpPr>
            <a:spLocks noGrp="1"/>
          </p:cNvSpPr>
          <p:nvPr>
            <p:ph type="pic" sz="quarter" idx="13"/>
          </p:nvPr>
        </p:nvSpPr>
        <p:spPr>
          <a:xfrm>
            <a:off x="0" y="0"/>
            <a:ext cx="12192000" cy="5848350"/>
          </a:xfrm>
        </p:spPr>
        <p:txBody>
          <a:bodyPr/>
          <a:lstStyle/>
          <a:p>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单图（9）">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7" name="图片占位符 6"/>
          <p:cNvSpPr>
            <a:spLocks noGrp="1"/>
          </p:cNvSpPr>
          <p:nvPr>
            <p:ph type="pic" sz="quarter" idx="13"/>
          </p:nvPr>
        </p:nvSpPr>
        <p:spPr>
          <a:xfrm>
            <a:off x="6096000" y="954882"/>
            <a:ext cx="6096000" cy="4948237"/>
          </a:xfrm>
        </p:spPr>
        <p:txBody>
          <a:bodyPr/>
          <a:lstStyle/>
          <a:p>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单图（10）">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7" name="图片占位符 6"/>
          <p:cNvSpPr>
            <a:spLocks noGrp="1"/>
          </p:cNvSpPr>
          <p:nvPr>
            <p:ph type="pic" sz="quarter" idx="13"/>
          </p:nvPr>
        </p:nvSpPr>
        <p:spPr>
          <a:xfrm>
            <a:off x="8287657" y="0"/>
            <a:ext cx="3903663" cy="6858000"/>
          </a:xfrm>
        </p:spPr>
        <p:txBody>
          <a:bodyPr/>
          <a:lstStyle/>
          <a:p>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单图（11）">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7" name="图片占位符 6"/>
          <p:cNvSpPr>
            <a:spLocks noGrp="1"/>
          </p:cNvSpPr>
          <p:nvPr>
            <p:ph type="pic" sz="quarter" idx="13"/>
          </p:nvPr>
        </p:nvSpPr>
        <p:spPr>
          <a:xfrm>
            <a:off x="0" y="0"/>
            <a:ext cx="12192000" cy="2438400"/>
          </a:xfrm>
        </p:spPr>
        <p:txBody>
          <a:bodyPr/>
          <a:lstStyle/>
          <a:p>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两图">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6438900" y="0"/>
            <a:ext cx="5753100" cy="3429000"/>
          </a:xfrm>
        </p:spPr>
        <p:txBody>
          <a:bodyPr/>
          <a:lstStyle/>
          <a:p>
            <a:endParaRPr lang="zh-CN" altLang="en-US"/>
          </a:p>
        </p:txBody>
      </p:sp>
      <p:sp>
        <p:nvSpPr>
          <p:cNvPr id="8" name="图片占位符 6"/>
          <p:cNvSpPr>
            <a:spLocks noGrp="1"/>
          </p:cNvSpPr>
          <p:nvPr>
            <p:ph type="pic" sz="quarter" idx="11"/>
          </p:nvPr>
        </p:nvSpPr>
        <p:spPr>
          <a:xfrm>
            <a:off x="6438900" y="3429000"/>
            <a:ext cx="5753100" cy="3429000"/>
          </a:xfrm>
        </p:spPr>
        <p:txBody>
          <a:bodyPr/>
          <a:lstStyle/>
          <a:p>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两图（2）">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3498721" y="956132"/>
            <a:ext cx="2444880" cy="5003800"/>
          </a:xfrm>
        </p:spPr>
        <p:txBody>
          <a:bodyPr/>
          <a:lstStyle/>
          <a:p>
            <a:endParaRPr lang="zh-CN" altLang="en-US"/>
          </a:p>
        </p:txBody>
      </p:sp>
      <p:sp>
        <p:nvSpPr>
          <p:cNvPr id="8" name="图片占位符 6"/>
          <p:cNvSpPr>
            <a:spLocks noGrp="1"/>
          </p:cNvSpPr>
          <p:nvPr>
            <p:ph type="pic" sz="quarter" idx="11"/>
          </p:nvPr>
        </p:nvSpPr>
        <p:spPr>
          <a:xfrm>
            <a:off x="6235700" y="956132"/>
            <a:ext cx="2444880" cy="5003800"/>
          </a:xfrm>
        </p:spPr>
        <p:txBody>
          <a:bodyPr/>
          <a:lstStyle/>
          <a:p>
            <a:endParaRPr lang="zh-CN" alt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三图（1）">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4705251" y="0"/>
            <a:ext cx="2933898" cy="6858000"/>
          </a:xfrm>
          <a:custGeom>
            <a:avLst/>
            <a:gdLst>
              <a:gd name="connsiteX0" fmla="*/ 707862 w 2933898"/>
              <a:gd name="connsiteY0" fmla="*/ 0 h 6858000"/>
              <a:gd name="connsiteX1" fmla="*/ 2933898 w 2933898"/>
              <a:gd name="connsiteY1" fmla="*/ 0 h 6858000"/>
              <a:gd name="connsiteX2" fmla="*/ 2226036 w 2933898"/>
              <a:gd name="connsiteY2" fmla="*/ 6858000 h 6858000"/>
              <a:gd name="connsiteX3" fmla="*/ 0 w 293389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933898" h="6858000">
                <a:moveTo>
                  <a:pt x="707862" y="0"/>
                </a:moveTo>
                <a:lnTo>
                  <a:pt x="2933898" y="0"/>
                </a:lnTo>
                <a:lnTo>
                  <a:pt x="2226036" y="6858000"/>
                </a:lnTo>
                <a:lnTo>
                  <a:pt x="0" y="6858000"/>
                </a:lnTo>
                <a:close/>
              </a:path>
            </a:pathLst>
          </a:custGeom>
        </p:spPr>
        <p:txBody>
          <a:bodyPr wrap="square">
            <a:noAutofit/>
          </a:bodyPr>
          <a:lstStyle>
            <a:lvl1pPr>
              <a:defRPr sz="2000">
                <a:latin typeface="+mj-ea"/>
                <a:ea typeface="+mj-ea"/>
              </a:defRPr>
            </a:lvl1pPr>
          </a:lstStyle>
          <a:p>
            <a:r>
              <a:rPr lang="zh-CN" altLang="en-US"/>
              <a:t>单击图标添加图片</a:t>
            </a:r>
            <a:endParaRPr lang="zh-CN" altLang="en-US"/>
          </a:p>
        </p:txBody>
      </p:sp>
      <p:sp>
        <p:nvSpPr>
          <p:cNvPr id="12" name="图片占位符 11"/>
          <p:cNvSpPr>
            <a:spLocks noGrp="1"/>
          </p:cNvSpPr>
          <p:nvPr>
            <p:ph type="pic" sz="quarter" idx="11" hasCustomPrompt="1"/>
          </p:nvPr>
        </p:nvSpPr>
        <p:spPr>
          <a:xfrm>
            <a:off x="6972201" y="0"/>
            <a:ext cx="2933898" cy="6858000"/>
          </a:xfrm>
          <a:custGeom>
            <a:avLst/>
            <a:gdLst>
              <a:gd name="connsiteX0" fmla="*/ 707862 w 2933898"/>
              <a:gd name="connsiteY0" fmla="*/ 0 h 6858000"/>
              <a:gd name="connsiteX1" fmla="*/ 2933898 w 2933898"/>
              <a:gd name="connsiteY1" fmla="*/ 0 h 6858000"/>
              <a:gd name="connsiteX2" fmla="*/ 2226036 w 2933898"/>
              <a:gd name="connsiteY2" fmla="*/ 6858000 h 6858000"/>
              <a:gd name="connsiteX3" fmla="*/ 0 w 293389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933898" h="6858000">
                <a:moveTo>
                  <a:pt x="707862" y="0"/>
                </a:moveTo>
                <a:lnTo>
                  <a:pt x="2933898" y="0"/>
                </a:lnTo>
                <a:lnTo>
                  <a:pt x="2226036" y="6858000"/>
                </a:lnTo>
                <a:lnTo>
                  <a:pt x="0" y="6858000"/>
                </a:lnTo>
                <a:close/>
              </a:path>
            </a:pathLst>
          </a:custGeom>
        </p:spPr>
        <p:txBody>
          <a:bodyPr wrap="square">
            <a:noAutofit/>
          </a:bodyPr>
          <a:lstStyle>
            <a:lvl1pPr>
              <a:defRPr sz="2000">
                <a:latin typeface="+mj-ea"/>
                <a:ea typeface="+mj-ea"/>
              </a:defRPr>
            </a:lvl1pPr>
          </a:lstStyle>
          <a:p>
            <a:endParaRPr lang="en-US" altLang="zh-CN"/>
          </a:p>
          <a:p>
            <a:r>
              <a:rPr lang="zh-CN" altLang="en-US"/>
              <a:t>单击图标添加图片</a:t>
            </a:r>
            <a:endParaRPr lang="zh-CN" altLang="en-US"/>
          </a:p>
        </p:txBody>
      </p:sp>
      <p:sp>
        <p:nvSpPr>
          <p:cNvPr id="13" name="图片占位符 12"/>
          <p:cNvSpPr>
            <a:spLocks noGrp="1"/>
          </p:cNvSpPr>
          <p:nvPr>
            <p:ph type="pic" sz="quarter" idx="12" hasCustomPrompt="1"/>
          </p:nvPr>
        </p:nvSpPr>
        <p:spPr>
          <a:xfrm>
            <a:off x="9239151" y="0"/>
            <a:ext cx="2933898" cy="6858000"/>
          </a:xfrm>
          <a:custGeom>
            <a:avLst/>
            <a:gdLst>
              <a:gd name="connsiteX0" fmla="*/ 707862 w 2933898"/>
              <a:gd name="connsiteY0" fmla="*/ 0 h 6858000"/>
              <a:gd name="connsiteX1" fmla="*/ 2933898 w 2933898"/>
              <a:gd name="connsiteY1" fmla="*/ 0 h 6858000"/>
              <a:gd name="connsiteX2" fmla="*/ 2226036 w 2933898"/>
              <a:gd name="connsiteY2" fmla="*/ 6858000 h 6858000"/>
              <a:gd name="connsiteX3" fmla="*/ 0 w 293389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933898" h="6858000">
                <a:moveTo>
                  <a:pt x="707862" y="0"/>
                </a:moveTo>
                <a:lnTo>
                  <a:pt x="2933898" y="0"/>
                </a:lnTo>
                <a:lnTo>
                  <a:pt x="2226036" y="6858000"/>
                </a:lnTo>
                <a:lnTo>
                  <a:pt x="0" y="6858000"/>
                </a:lnTo>
                <a:close/>
              </a:path>
            </a:pathLst>
          </a:custGeom>
        </p:spPr>
        <p:txBody>
          <a:bodyPr wrap="square">
            <a:noAutofit/>
          </a:bodyPr>
          <a:lstStyle>
            <a:lvl1pPr>
              <a:defRPr sz="2000">
                <a:latin typeface="+mj-ea"/>
                <a:ea typeface="+mj-ea"/>
              </a:defRPr>
            </a:lvl1pPr>
          </a:lstStyle>
          <a:p>
            <a:endParaRPr lang="en-US" altLang="zh-CN"/>
          </a:p>
          <a:p>
            <a:endParaRPr lang="en-US" altLang="zh-CN"/>
          </a:p>
          <a:p>
            <a:r>
              <a:rPr lang="zh-CN" altLang="en-US"/>
              <a:t>单击图标添加图片</a:t>
            </a:r>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三图（2）">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0" y="2641600"/>
            <a:ext cx="4064000" cy="4216400"/>
          </a:xfrm>
        </p:spPr>
        <p:txBody>
          <a:bodyPr/>
          <a:lstStyle/>
          <a:p>
            <a:endParaRPr lang="zh-CN" altLang="en-US"/>
          </a:p>
        </p:txBody>
      </p:sp>
      <p:sp>
        <p:nvSpPr>
          <p:cNvPr id="9" name="图片占位符 7"/>
          <p:cNvSpPr>
            <a:spLocks noGrp="1"/>
          </p:cNvSpPr>
          <p:nvPr>
            <p:ph type="pic" sz="quarter" idx="11"/>
          </p:nvPr>
        </p:nvSpPr>
        <p:spPr>
          <a:xfrm>
            <a:off x="4064000" y="2641600"/>
            <a:ext cx="4064000" cy="4216400"/>
          </a:xfrm>
        </p:spPr>
        <p:txBody>
          <a:bodyPr/>
          <a:lstStyle/>
          <a:p>
            <a:endParaRPr lang="zh-CN" altLang="en-US"/>
          </a:p>
        </p:txBody>
      </p:sp>
      <p:sp>
        <p:nvSpPr>
          <p:cNvPr id="10" name="图片占位符 7"/>
          <p:cNvSpPr>
            <a:spLocks noGrp="1"/>
          </p:cNvSpPr>
          <p:nvPr>
            <p:ph type="pic" sz="quarter" idx="12"/>
          </p:nvPr>
        </p:nvSpPr>
        <p:spPr>
          <a:xfrm>
            <a:off x="8128000" y="2641600"/>
            <a:ext cx="4064000" cy="4216400"/>
          </a:xfrm>
        </p:spPr>
        <p:txBody>
          <a:bodyPr/>
          <a:lstStyle/>
          <a:p>
            <a:endParaRPr lang="zh-CN" alt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三图（3）">
    <p:spTree>
      <p:nvGrpSpPr>
        <p:cNvPr id="1" name=""/>
        <p:cNvGrpSpPr/>
        <p:nvPr/>
      </p:nvGrpSpPr>
      <p:grpSpPr>
        <a:xfrm>
          <a:off x="0" y="0"/>
          <a:ext cx="0" cy="0"/>
          <a:chOff x="0" y="0"/>
          <a:chExt cx="0" cy="0"/>
        </a:xfrm>
      </p:grpSpPr>
      <p:sp>
        <p:nvSpPr>
          <p:cNvPr id="22" name="图片占位符 21"/>
          <p:cNvSpPr>
            <a:spLocks noGrp="1"/>
          </p:cNvSpPr>
          <p:nvPr userDrawn="1">
            <p:ph type="pic" sz="quarter" idx="10"/>
          </p:nvPr>
        </p:nvSpPr>
        <p:spPr>
          <a:xfrm>
            <a:off x="1994580" y="1609271"/>
            <a:ext cx="2038350" cy="2038350"/>
          </a:xfrm>
          <a:custGeom>
            <a:avLst/>
            <a:gdLst>
              <a:gd name="connsiteX0" fmla="*/ 1019175 w 2038350"/>
              <a:gd name="connsiteY0" fmla="*/ 0 h 2038350"/>
              <a:gd name="connsiteX1" fmla="*/ 2038350 w 2038350"/>
              <a:gd name="connsiteY1" fmla="*/ 1019175 h 2038350"/>
              <a:gd name="connsiteX2" fmla="*/ 1019175 w 2038350"/>
              <a:gd name="connsiteY2" fmla="*/ 2038350 h 2038350"/>
              <a:gd name="connsiteX3" fmla="*/ 0 w 2038350"/>
              <a:gd name="connsiteY3" fmla="*/ 1019175 h 2038350"/>
              <a:gd name="connsiteX4" fmla="*/ 1019175 w 2038350"/>
              <a:gd name="connsiteY4" fmla="*/ 0 h 203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8350" h="2038350">
                <a:moveTo>
                  <a:pt x="1019175" y="0"/>
                </a:moveTo>
                <a:cubicBezTo>
                  <a:pt x="1582050" y="0"/>
                  <a:pt x="2038350" y="456300"/>
                  <a:pt x="2038350" y="1019175"/>
                </a:cubicBezTo>
                <a:cubicBezTo>
                  <a:pt x="2038350" y="1582050"/>
                  <a:pt x="1582050" y="2038350"/>
                  <a:pt x="1019175" y="2038350"/>
                </a:cubicBezTo>
                <a:cubicBezTo>
                  <a:pt x="456300" y="2038350"/>
                  <a:pt x="0" y="1582050"/>
                  <a:pt x="0" y="1019175"/>
                </a:cubicBezTo>
                <a:cubicBezTo>
                  <a:pt x="0" y="456300"/>
                  <a:pt x="456300" y="0"/>
                  <a:pt x="1019175" y="0"/>
                </a:cubicBezTo>
                <a:close/>
              </a:path>
            </a:pathLst>
          </a:custGeom>
        </p:spPr>
        <p:txBody>
          <a:bodyPr wrap="square">
            <a:noAutofit/>
          </a:bodyPr>
          <a:lstStyle/>
          <a:p>
            <a:endParaRPr lang="zh-CN" altLang="en-US"/>
          </a:p>
        </p:txBody>
      </p:sp>
      <p:sp>
        <p:nvSpPr>
          <p:cNvPr id="21" name="图片占位符 20"/>
          <p:cNvSpPr>
            <a:spLocks noGrp="1"/>
          </p:cNvSpPr>
          <p:nvPr userDrawn="1">
            <p:ph type="pic" sz="quarter" idx="11"/>
          </p:nvPr>
        </p:nvSpPr>
        <p:spPr>
          <a:xfrm>
            <a:off x="5076825" y="1609271"/>
            <a:ext cx="2038350" cy="2038350"/>
          </a:xfrm>
          <a:custGeom>
            <a:avLst/>
            <a:gdLst>
              <a:gd name="connsiteX0" fmla="*/ 1019175 w 2038350"/>
              <a:gd name="connsiteY0" fmla="*/ 0 h 2038350"/>
              <a:gd name="connsiteX1" fmla="*/ 2038350 w 2038350"/>
              <a:gd name="connsiteY1" fmla="*/ 1019175 h 2038350"/>
              <a:gd name="connsiteX2" fmla="*/ 1019175 w 2038350"/>
              <a:gd name="connsiteY2" fmla="*/ 2038350 h 2038350"/>
              <a:gd name="connsiteX3" fmla="*/ 0 w 2038350"/>
              <a:gd name="connsiteY3" fmla="*/ 1019175 h 2038350"/>
              <a:gd name="connsiteX4" fmla="*/ 1019175 w 2038350"/>
              <a:gd name="connsiteY4" fmla="*/ 0 h 203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8350" h="2038350">
                <a:moveTo>
                  <a:pt x="1019175" y="0"/>
                </a:moveTo>
                <a:cubicBezTo>
                  <a:pt x="1582050" y="0"/>
                  <a:pt x="2038350" y="456300"/>
                  <a:pt x="2038350" y="1019175"/>
                </a:cubicBezTo>
                <a:cubicBezTo>
                  <a:pt x="2038350" y="1582050"/>
                  <a:pt x="1582050" y="2038350"/>
                  <a:pt x="1019175" y="2038350"/>
                </a:cubicBezTo>
                <a:cubicBezTo>
                  <a:pt x="456300" y="2038350"/>
                  <a:pt x="0" y="1582050"/>
                  <a:pt x="0" y="1019175"/>
                </a:cubicBezTo>
                <a:cubicBezTo>
                  <a:pt x="0" y="456300"/>
                  <a:pt x="456300" y="0"/>
                  <a:pt x="1019175" y="0"/>
                </a:cubicBezTo>
                <a:close/>
              </a:path>
            </a:pathLst>
          </a:custGeom>
        </p:spPr>
        <p:txBody>
          <a:bodyPr wrap="square">
            <a:noAutofit/>
          </a:bodyPr>
          <a:lstStyle/>
          <a:p>
            <a:endParaRPr lang="zh-CN" altLang="en-US"/>
          </a:p>
        </p:txBody>
      </p:sp>
      <p:sp>
        <p:nvSpPr>
          <p:cNvPr id="20" name="图片占位符 19"/>
          <p:cNvSpPr>
            <a:spLocks noGrp="1"/>
          </p:cNvSpPr>
          <p:nvPr userDrawn="1">
            <p:ph type="pic" sz="quarter" idx="12"/>
          </p:nvPr>
        </p:nvSpPr>
        <p:spPr>
          <a:xfrm>
            <a:off x="8159070" y="1609271"/>
            <a:ext cx="2038350" cy="2038350"/>
          </a:xfrm>
          <a:custGeom>
            <a:avLst/>
            <a:gdLst>
              <a:gd name="connsiteX0" fmla="*/ 1019175 w 2038350"/>
              <a:gd name="connsiteY0" fmla="*/ 0 h 2038350"/>
              <a:gd name="connsiteX1" fmla="*/ 2038350 w 2038350"/>
              <a:gd name="connsiteY1" fmla="*/ 1019175 h 2038350"/>
              <a:gd name="connsiteX2" fmla="*/ 1019175 w 2038350"/>
              <a:gd name="connsiteY2" fmla="*/ 2038350 h 2038350"/>
              <a:gd name="connsiteX3" fmla="*/ 0 w 2038350"/>
              <a:gd name="connsiteY3" fmla="*/ 1019175 h 2038350"/>
              <a:gd name="connsiteX4" fmla="*/ 1019175 w 2038350"/>
              <a:gd name="connsiteY4" fmla="*/ 0 h 203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8350" h="2038350">
                <a:moveTo>
                  <a:pt x="1019175" y="0"/>
                </a:moveTo>
                <a:cubicBezTo>
                  <a:pt x="1582050" y="0"/>
                  <a:pt x="2038350" y="456300"/>
                  <a:pt x="2038350" y="1019175"/>
                </a:cubicBezTo>
                <a:cubicBezTo>
                  <a:pt x="2038350" y="1582050"/>
                  <a:pt x="1582050" y="2038350"/>
                  <a:pt x="1019175" y="2038350"/>
                </a:cubicBezTo>
                <a:cubicBezTo>
                  <a:pt x="456300" y="2038350"/>
                  <a:pt x="0" y="1582050"/>
                  <a:pt x="0" y="1019175"/>
                </a:cubicBezTo>
                <a:cubicBezTo>
                  <a:pt x="0" y="456300"/>
                  <a:pt x="456300" y="0"/>
                  <a:pt x="1019175" y="0"/>
                </a:cubicBezTo>
                <a:close/>
              </a:path>
            </a:pathLst>
          </a:custGeom>
        </p:spPr>
        <p:txBody>
          <a:bodyPr wrap="square">
            <a:noAutofit/>
          </a:bodyPr>
          <a:lstStyle/>
          <a:p>
            <a:endParaRPr lang="zh-CN" alt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三图（4）">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10" name="图片占位符 9"/>
          <p:cNvSpPr>
            <a:spLocks noGrp="1"/>
          </p:cNvSpPr>
          <p:nvPr>
            <p:ph type="pic" sz="quarter" idx="13"/>
          </p:nvPr>
        </p:nvSpPr>
        <p:spPr>
          <a:xfrm>
            <a:off x="3406774" y="1"/>
            <a:ext cx="4391025" cy="2278380"/>
          </a:xfrm>
          <a:effectLst/>
        </p:spPr>
        <p:txBody>
          <a:bodyPr/>
          <a:lstStyle/>
          <a:p>
            <a:endParaRPr lang="zh-CN" altLang="en-US"/>
          </a:p>
        </p:txBody>
      </p:sp>
      <p:sp>
        <p:nvSpPr>
          <p:cNvPr id="12" name="图片占位符 9"/>
          <p:cNvSpPr>
            <a:spLocks noGrp="1"/>
          </p:cNvSpPr>
          <p:nvPr>
            <p:ph type="pic" sz="quarter" idx="14"/>
          </p:nvPr>
        </p:nvSpPr>
        <p:spPr>
          <a:xfrm>
            <a:off x="3406774" y="4579620"/>
            <a:ext cx="4391025" cy="2278380"/>
          </a:xfrm>
          <a:effectLst/>
        </p:spPr>
        <p:txBody>
          <a:bodyPr/>
          <a:lstStyle/>
          <a:p>
            <a:endParaRPr lang="zh-CN" altLang="en-US"/>
          </a:p>
        </p:txBody>
      </p:sp>
      <p:sp>
        <p:nvSpPr>
          <p:cNvPr id="13" name="图片占位符 9"/>
          <p:cNvSpPr>
            <a:spLocks noGrp="1"/>
          </p:cNvSpPr>
          <p:nvPr>
            <p:ph type="pic" sz="quarter" idx="15"/>
          </p:nvPr>
        </p:nvSpPr>
        <p:spPr>
          <a:xfrm>
            <a:off x="7800975" y="2278381"/>
            <a:ext cx="4391025" cy="2301239"/>
          </a:xfrm>
          <a:effectLst/>
        </p:spPr>
        <p:txBody>
          <a:bodyPr/>
          <a:lstStyle/>
          <a:p>
            <a:endParaRPr lang="zh-CN" alt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四图（1）">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661988" y="2109788"/>
            <a:ext cx="2716212" cy="4125912"/>
          </a:xfrm>
        </p:spPr>
        <p:txBody>
          <a:bodyPr>
            <a:normAutofit/>
          </a:bodyPr>
          <a:lstStyle>
            <a:lvl1pPr>
              <a:defRPr sz="2000"/>
            </a:lvl1pPr>
          </a:lstStyle>
          <a:p>
            <a:r>
              <a:rPr lang="zh-CN" altLang="en-US"/>
              <a:t>单击图标添加图片</a:t>
            </a:r>
            <a:endParaRPr lang="zh-CN" altLang="en-US"/>
          </a:p>
        </p:txBody>
      </p:sp>
      <p:sp>
        <p:nvSpPr>
          <p:cNvPr id="18" name="图片占位符 7"/>
          <p:cNvSpPr>
            <a:spLocks noGrp="1"/>
          </p:cNvSpPr>
          <p:nvPr>
            <p:ph type="pic" sz="quarter" idx="11"/>
          </p:nvPr>
        </p:nvSpPr>
        <p:spPr>
          <a:xfrm>
            <a:off x="3373968" y="2109788"/>
            <a:ext cx="2716212" cy="4125912"/>
          </a:xfrm>
        </p:spPr>
        <p:txBody>
          <a:bodyPr>
            <a:normAutofit/>
          </a:bodyPr>
          <a:lstStyle>
            <a:lvl1pPr>
              <a:defRPr sz="2000"/>
            </a:lvl1pPr>
          </a:lstStyle>
          <a:p>
            <a:r>
              <a:rPr lang="zh-CN" altLang="en-US"/>
              <a:t>单击图标添加图片</a:t>
            </a:r>
            <a:endParaRPr lang="zh-CN" altLang="en-US"/>
          </a:p>
        </p:txBody>
      </p:sp>
      <p:sp>
        <p:nvSpPr>
          <p:cNvPr id="19" name="图片占位符 7"/>
          <p:cNvSpPr>
            <a:spLocks noGrp="1"/>
          </p:cNvSpPr>
          <p:nvPr>
            <p:ph type="pic" sz="quarter" idx="12"/>
          </p:nvPr>
        </p:nvSpPr>
        <p:spPr>
          <a:xfrm>
            <a:off x="6085948" y="2109788"/>
            <a:ext cx="2716212" cy="4125912"/>
          </a:xfrm>
        </p:spPr>
        <p:txBody>
          <a:bodyPr>
            <a:normAutofit/>
          </a:bodyPr>
          <a:lstStyle>
            <a:lvl1pPr>
              <a:defRPr sz="2000"/>
            </a:lvl1pPr>
          </a:lstStyle>
          <a:p>
            <a:r>
              <a:rPr lang="zh-CN" altLang="en-US"/>
              <a:t>单击图标添加图片</a:t>
            </a:r>
            <a:endParaRPr lang="zh-CN" altLang="en-US"/>
          </a:p>
        </p:txBody>
      </p:sp>
      <p:sp>
        <p:nvSpPr>
          <p:cNvPr id="20" name="图片占位符 7"/>
          <p:cNvSpPr>
            <a:spLocks noGrp="1"/>
          </p:cNvSpPr>
          <p:nvPr>
            <p:ph type="pic" sz="quarter" idx="13"/>
          </p:nvPr>
        </p:nvSpPr>
        <p:spPr>
          <a:xfrm>
            <a:off x="8797928" y="2109788"/>
            <a:ext cx="2716212" cy="4125912"/>
          </a:xfrm>
        </p:spPr>
        <p:txBody>
          <a:bodyPr>
            <a:normAutofit/>
          </a:bodyPr>
          <a:lstStyle>
            <a:lvl1pPr>
              <a:defRPr sz="2000"/>
            </a:lvl1pPr>
          </a:lstStyle>
          <a:p>
            <a:r>
              <a:rPr lang="zh-CN" altLang="en-US"/>
              <a:t>单击图标添加图片</a:t>
            </a:r>
            <a:endParaRPr lang="zh-CN" alt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四图（2）">
    <p:spTree>
      <p:nvGrpSpPr>
        <p:cNvPr id="1" name=""/>
        <p:cNvGrpSpPr/>
        <p:nvPr/>
      </p:nvGrpSpPr>
      <p:grpSpPr>
        <a:xfrm>
          <a:off x="0" y="0"/>
          <a:ext cx="0" cy="0"/>
          <a:chOff x="0" y="0"/>
          <a:chExt cx="0" cy="0"/>
        </a:xfrm>
      </p:grpSpPr>
      <p:sp>
        <p:nvSpPr>
          <p:cNvPr id="30" name="图片占位符 29"/>
          <p:cNvSpPr>
            <a:spLocks noGrp="1"/>
          </p:cNvSpPr>
          <p:nvPr>
            <p:ph type="pic" sz="quarter" idx="10"/>
          </p:nvPr>
        </p:nvSpPr>
        <p:spPr>
          <a:xfrm>
            <a:off x="661761" y="1790700"/>
            <a:ext cx="2647496" cy="3303588"/>
          </a:xfrm>
          <a:custGeom>
            <a:avLst/>
            <a:gdLst>
              <a:gd name="connsiteX0" fmla="*/ 98246 w 2647496"/>
              <a:gd name="connsiteY0" fmla="*/ 0 h 3303588"/>
              <a:gd name="connsiteX1" fmla="*/ 2550611 w 2647496"/>
              <a:gd name="connsiteY1" fmla="*/ 0 h 3303588"/>
              <a:gd name="connsiteX2" fmla="*/ 2641137 w 2647496"/>
              <a:gd name="connsiteY2" fmla="*/ 60004 h 3303588"/>
              <a:gd name="connsiteX3" fmla="*/ 2647496 w 2647496"/>
              <a:gd name="connsiteY3" fmla="*/ 91505 h 3303588"/>
              <a:gd name="connsiteX4" fmla="*/ 2647496 w 2647496"/>
              <a:gd name="connsiteY4" fmla="*/ 3212310 h 3303588"/>
              <a:gd name="connsiteX5" fmla="*/ 2641137 w 2647496"/>
              <a:gd name="connsiteY5" fmla="*/ 3243810 h 3303588"/>
              <a:gd name="connsiteX6" fmla="*/ 2588853 w 2647496"/>
              <a:gd name="connsiteY6" fmla="*/ 3296094 h 3303588"/>
              <a:gd name="connsiteX7" fmla="*/ 2551731 w 2647496"/>
              <a:gd name="connsiteY7" fmla="*/ 3303588 h 3303588"/>
              <a:gd name="connsiteX8" fmla="*/ 97127 w 2647496"/>
              <a:gd name="connsiteY8" fmla="*/ 3303588 h 3303588"/>
              <a:gd name="connsiteX9" fmla="*/ 60004 w 2647496"/>
              <a:gd name="connsiteY9" fmla="*/ 3296094 h 3303588"/>
              <a:gd name="connsiteX10" fmla="*/ 0 w 2647496"/>
              <a:gd name="connsiteY10" fmla="*/ 3205568 h 3303588"/>
              <a:gd name="connsiteX11" fmla="*/ 0 w 2647496"/>
              <a:gd name="connsiteY11" fmla="*/ 98246 h 3303588"/>
              <a:gd name="connsiteX12" fmla="*/ 98246 w 2647496"/>
              <a:gd name="connsiteY12" fmla="*/ 0 h 330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7496" h="3303588">
                <a:moveTo>
                  <a:pt x="98246" y="0"/>
                </a:moveTo>
                <a:lnTo>
                  <a:pt x="2550611" y="0"/>
                </a:lnTo>
                <a:cubicBezTo>
                  <a:pt x="2591306" y="0"/>
                  <a:pt x="2626222" y="24742"/>
                  <a:pt x="2641137" y="60004"/>
                </a:cubicBezTo>
                <a:lnTo>
                  <a:pt x="2647496" y="91505"/>
                </a:lnTo>
                <a:lnTo>
                  <a:pt x="2647496" y="3212310"/>
                </a:lnTo>
                <a:lnTo>
                  <a:pt x="2641137" y="3243810"/>
                </a:lnTo>
                <a:cubicBezTo>
                  <a:pt x="2631193" y="3267318"/>
                  <a:pt x="2612361" y="3286151"/>
                  <a:pt x="2588853" y="3296094"/>
                </a:cubicBezTo>
                <a:lnTo>
                  <a:pt x="2551731" y="3303588"/>
                </a:lnTo>
                <a:lnTo>
                  <a:pt x="97127" y="3303588"/>
                </a:lnTo>
                <a:lnTo>
                  <a:pt x="60004" y="3296094"/>
                </a:lnTo>
                <a:cubicBezTo>
                  <a:pt x="24742" y="3281179"/>
                  <a:pt x="0" y="3246263"/>
                  <a:pt x="0" y="3205568"/>
                </a:cubicBezTo>
                <a:lnTo>
                  <a:pt x="0" y="98246"/>
                </a:lnTo>
                <a:cubicBezTo>
                  <a:pt x="0" y="43986"/>
                  <a:pt x="43986" y="0"/>
                  <a:pt x="98246" y="0"/>
                </a:cubicBezTo>
                <a:close/>
              </a:path>
            </a:pathLst>
          </a:custGeom>
        </p:spPr>
        <p:txBody>
          <a:bodyPr wrap="square">
            <a:noAutofit/>
          </a:bodyPr>
          <a:lstStyle/>
          <a:p>
            <a:endParaRPr lang="zh-CN" altLang="en-US"/>
          </a:p>
        </p:txBody>
      </p:sp>
      <p:sp>
        <p:nvSpPr>
          <p:cNvPr id="31" name="图片占位符 30"/>
          <p:cNvSpPr>
            <a:spLocks noGrp="1"/>
          </p:cNvSpPr>
          <p:nvPr>
            <p:ph type="pic" sz="quarter" idx="11"/>
          </p:nvPr>
        </p:nvSpPr>
        <p:spPr>
          <a:xfrm>
            <a:off x="3399701" y="1790700"/>
            <a:ext cx="2647496" cy="3303588"/>
          </a:xfrm>
          <a:custGeom>
            <a:avLst/>
            <a:gdLst>
              <a:gd name="connsiteX0" fmla="*/ 98246 w 2647496"/>
              <a:gd name="connsiteY0" fmla="*/ 0 h 3303588"/>
              <a:gd name="connsiteX1" fmla="*/ 2550611 w 2647496"/>
              <a:gd name="connsiteY1" fmla="*/ 0 h 3303588"/>
              <a:gd name="connsiteX2" fmla="*/ 2641137 w 2647496"/>
              <a:gd name="connsiteY2" fmla="*/ 60004 h 3303588"/>
              <a:gd name="connsiteX3" fmla="*/ 2647496 w 2647496"/>
              <a:gd name="connsiteY3" fmla="*/ 91505 h 3303588"/>
              <a:gd name="connsiteX4" fmla="*/ 2647496 w 2647496"/>
              <a:gd name="connsiteY4" fmla="*/ 3212310 h 3303588"/>
              <a:gd name="connsiteX5" fmla="*/ 2641137 w 2647496"/>
              <a:gd name="connsiteY5" fmla="*/ 3243810 h 3303588"/>
              <a:gd name="connsiteX6" fmla="*/ 2588853 w 2647496"/>
              <a:gd name="connsiteY6" fmla="*/ 3296094 h 3303588"/>
              <a:gd name="connsiteX7" fmla="*/ 2551731 w 2647496"/>
              <a:gd name="connsiteY7" fmla="*/ 3303588 h 3303588"/>
              <a:gd name="connsiteX8" fmla="*/ 97127 w 2647496"/>
              <a:gd name="connsiteY8" fmla="*/ 3303588 h 3303588"/>
              <a:gd name="connsiteX9" fmla="*/ 60004 w 2647496"/>
              <a:gd name="connsiteY9" fmla="*/ 3296094 h 3303588"/>
              <a:gd name="connsiteX10" fmla="*/ 0 w 2647496"/>
              <a:gd name="connsiteY10" fmla="*/ 3205568 h 3303588"/>
              <a:gd name="connsiteX11" fmla="*/ 0 w 2647496"/>
              <a:gd name="connsiteY11" fmla="*/ 98246 h 3303588"/>
              <a:gd name="connsiteX12" fmla="*/ 98246 w 2647496"/>
              <a:gd name="connsiteY12" fmla="*/ 0 h 330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7496" h="3303588">
                <a:moveTo>
                  <a:pt x="98246" y="0"/>
                </a:moveTo>
                <a:lnTo>
                  <a:pt x="2550611" y="0"/>
                </a:lnTo>
                <a:cubicBezTo>
                  <a:pt x="2591306" y="0"/>
                  <a:pt x="2626222" y="24742"/>
                  <a:pt x="2641137" y="60004"/>
                </a:cubicBezTo>
                <a:lnTo>
                  <a:pt x="2647496" y="91505"/>
                </a:lnTo>
                <a:lnTo>
                  <a:pt x="2647496" y="3212310"/>
                </a:lnTo>
                <a:lnTo>
                  <a:pt x="2641137" y="3243810"/>
                </a:lnTo>
                <a:cubicBezTo>
                  <a:pt x="2631193" y="3267318"/>
                  <a:pt x="2612361" y="3286151"/>
                  <a:pt x="2588853" y="3296094"/>
                </a:cubicBezTo>
                <a:lnTo>
                  <a:pt x="2551731" y="3303588"/>
                </a:lnTo>
                <a:lnTo>
                  <a:pt x="97127" y="3303588"/>
                </a:lnTo>
                <a:lnTo>
                  <a:pt x="60004" y="3296094"/>
                </a:lnTo>
                <a:cubicBezTo>
                  <a:pt x="24742" y="3281179"/>
                  <a:pt x="0" y="3246263"/>
                  <a:pt x="0" y="3205568"/>
                </a:cubicBezTo>
                <a:lnTo>
                  <a:pt x="0" y="98246"/>
                </a:lnTo>
                <a:cubicBezTo>
                  <a:pt x="0" y="43986"/>
                  <a:pt x="43986" y="0"/>
                  <a:pt x="98246" y="0"/>
                </a:cubicBezTo>
                <a:close/>
              </a:path>
            </a:pathLst>
          </a:custGeom>
        </p:spPr>
        <p:txBody>
          <a:bodyPr wrap="square">
            <a:noAutofit/>
          </a:bodyPr>
          <a:lstStyle/>
          <a:p>
            <a:endParaRPr lang="zh-CN" altLang="en-US"/>
          </a:p>
        </p:txBody>
      </p:sp>
      <p:sp>
        <p:nvSpPr>
          <p:cNvPr id="32" name="图片占位符 31"/>
          <p:cNvSpPr>
            <a:spLocks noGrp="1"/>
          </p:cNvSpPr>
          <p:nvPr>
            <p:ph type="pic" sz="quarter" idx="12"/>
          </p:nvPr>
        </p:nvSpPr>
        <p:spPr>
          <a:xfrm>
            <a:off x="6137641" y="1790700"/>
            <a:ext cx="2647496" cy="3303588"/>
          </a:xfrm>
          <a:custGeom>
            <a:avLst/>
            <a:gdLst>
              <a:gd name="connsiteX0" fmla="*/ 98246 w 2647496"/>
              <a:gd name="connsiteY0" fmla="*/ 0 h 3303588"/>
              <a:gd name="connsiteX1" fmla="*/ 2550611 w 2647496"/>
              <a:gd name="connsiteY1" fmla="*/ 0 h 3303588"/>
              <a:gd name="connsiteX2" fmla="*/ 2641137 w 2647496"/>
              <a:gd name="connsiteY2" fmla="*/ 60004 h 3303588"/>
              <a:gd name="connsiteX3" fmla="*/ 2647496 w 2647496"/>
              <a:gd name="connsiteY3" fmla="*/ 91505 h 3303588"/>
              <a:gd name="connsiteX4" fmla="*/ 2647496 w 2647496"/>
              <a:gd name="connsiteY4" fmla="*/ 3212310 h 3303588"/>
              <a:gd name="connsiteX5" fmla="*/ 2641137 w 2647496"/>
              <a:gd name="connsiteY5" fmla="*/ 3243810 h 3303588"/>
              <a:gd name="connsiteX6" fmla="*/ 2588853 w 2647496"/>
              <a:gd name="connsiteY6" fmla="*/ 3296094 h 3303588"/>
              <a:gd name="connsiteX7" fmla="*/ 2551731 w 2647496"/>
              <a:gd name="connsiteY7" fmla="*/ 3303588 h 3303588"/>
              <a:gd name="connsiteX8" fmla="*/ 97127 w 2647496"/>
              <a:gd name="connsiteY8" fmla="*/ 3303588 h 3303588"/>
              <a:gd name="connsiteX9" fmla="*/ 60004 w 2647496"/>
              <a:gd name="connsiteY9" fmla="*/ 3296094 h 3303588"/>
              <a:gd name="connsiteX10" fmla="*/ 0 w 2647496"/>
              <a:gd name="connsiteY10" fmla="*/ 3205568 h 3303588"/>
              <a:gd name="connsiteX11" fmla="*/ 0 w 2647496"/>
              <a:gd name="connsiteY11" fmla="*/ 98246 h 3303588"/>
              <a:gd name="connsiteX12" fmla="*/ 98246 w 2647496"/>
              <a:gd name="connsiteY12" fmla="*/ 0 h 330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7496" h="3303588">
                <a:moveTo>
                  <a:pt x="98246" y="0"/>
                </a:moveTo>
                <a:lnTo>
                  <a:pt x="2550611" y="0"/>
                </a:lnTo>
                <a:cubicBezTo>
                  <a:pt x="2591306" y="0"/>
                  <a:pt x="2626222" y="24742"/>
                  <a:pt x="2641137" y="60004"/>
                </a:cubicBezTo>
                <a:lnTo>
                  <a:pt x="2647496" y="91505"/>
                </a:lnTo>
                <a:lnTo>
                  <a:pt x="2647496" y="3212310"/>
                </a:lnTo>
                <a:lnTo>
                  <a:pt x="2641137" y="3243810"/>
                </a:lnTo>
                <a:cubicBezTo>
                  <a:pt x="2631193" y="3267318"/>
                  <a:pt x="2612361" y="3286151"/>
                  <a:pt x="2588853" y="3296094"/>
                </a:cubicBezTo>
                <a:lnTo>
                  <a:pt x="2551731" y="3303588"/>
                </a:lnTo>
                <a:lnTo>
                  <a:pt x="97127" y="3303588"/>
                </a:lnTo>
                <a:lnTo>
                  <a:pt x="60004" y="3296094"/>
                </a:lnTo>
                <a:cubicBezTo>
                  <a:pt x="24742" y="3281179"/>
                  <a:pt x="0" y="3246263"/>
                  <a:pt x="0" y="3205568"/>
                </a:cubicBezTo>
                <a:lnTo>
                  <a:pt x="0" y="98246"/>
                </a:lnTo>
                <a:cubicBezTo>
                  <a:pt x="0" y="43986"/>
                  <a:pt x="43986" y="0"/>
                  <a:pt x="98246" y="0"/>
                </a:cubicBezTo>
                <a:close/>
              </a:path>
            </a:pathLst>
          </a:custGeom>
        </p:spPr>
        <p:txBody>
          <a:bodyPr wrap="square">
            <a:noAutofit/>
          </a:bodyPr>
          <a:lstStyle/>
          <a:p>
            <a:endParaRPr lang="zh-CN" altLang="en-US"/>
          </a:p>
        </p:txBody>
      </p:sp>
      <p:sp>
        <p:nvSpPr>
          <p:cNvPr id="33" name="图片占位符 32"/>
          <p:cNvSpPr>
            <a:spLocks noGrp="1"/>
          </p:cNvSpPr>
          <p:nvPr>
            <p:ph type="pic" sz="quarter" idx="13"/>
          </p:nvPr>
        </p:nvSpPr>
        <p:spPr>
          <a:xfrm>
            <a:off x="8875581" y="1790700"/>
            <a:ext cx="2647496" cy="3303588"/>
          </a:xfrm>
          <a:custGeom>
            <a:avLst/>
            <a:gdLst>
              <a:gd name="connsiteX0" fmla="*/ 98246 w 2647496"/>
              <a:gd name="connsiteY0" fmla="*/ 0 h 3303588"/>
              <a:gd name="connsiteX1" fmla="*/ 2550611 w 2647496"/>
              <a:gd name="connsiteY1" fmla="*/ 0 h 3303588"/>
              <a:gd name="connsiteX2" fmla="*/ 2641137 w 2647496"/>
              <a:gd name="connsiteY2" fmla="*/ 60004 h 3303588"/>
              <a:gd name="connsiteX3" fmla="*/ 2647496 w 2647496"/>
              <a:gd name="connsiteY3" fmla="*/ 91505 h 3303588"/>
              <a:gd name="connsiteX4" fmla="*/ 2647496 w 2647496"/>
              <a:gd name="connsiteY4" fmla="*/ 3212310 h 3303588"/>
              <a:gd name="connsiteX5" fmla="*/ 2641137 w 2647496"/>
              <a:gd name="connsiteY5" fmla="*/ 3243810 h 3303588"/>
              <a:gd name="connsiteX6" fmla="*/ 2588853 w 2647496"/>
              <a:gd name="connsiteY6" fmla="*/ 3296094 h 3303588"/>
              <a:gd name="connsiteX7" fmla="*/ 2551731 w 2647496"/>
              <a:gd name="connsiteY7" fmla="*/ 3303588 h 3303588"/>
              <a:gd name="connsiteX8" fmla="*/ 97127 w 2647496"/>
              <a:gd name="connsiteY8" fmla="*/ 3303588 h 3303588"/>
              <a:gd name="connsiteX9" fmla="*/ 60004 w 2647496"/>
              <a:gd name="connsiteY9" fmla="*/ 3296094 h 3303588"/>
              <a:gd name="connsiteX10" fmla="*/ 0 w 2647496"/>
              <a:gd name="connsiteY10" fmla="*/ 3205568 h 3303588"/>
              <a:gd name="connsiteX11" fmla="*/ 0 w 2647496"/>
              <a:gd name="connsiteY11" fmla="*/ 98246 h 3303588"/>
              <a:gd name="connsiteX12" fmla="*/ 98246 w 2647496"/>
              <a:gd name="connsiteY12" fmla="*/ 0 h 330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7496" h="3303588">
                <a:moveTo>
                  <a:pt x="98246" y="0"/>
                </a:moveTo>
                <a:lnTo>
                  <a:pt x="2550611" y="0"/>
                </a:lnTo>
                <a:cubicBezTo>
                  <a:pt x="2591306" y="0"/>
                  <a:pt x="2626222" y="24742"/>
                  <a:pt x="2641137" y="60004"/>
                </a:cubicBezTo>
                <a:lnTo>
                  <a:pt x="2647496" y="91505"/>
                </a:lnTo>
                <a:lnTo>
                  <a:pt x="2647496" y="3212310"/>
                </a:lnTo>
                <a:lnTo>
                  <a:pt x="2641137" y="3243810"/>
                </a:lnTo>
                <a:cubicBezTo>
                  <a:pt x="2631193" y="3267318"/>
                  <a:pt x="2612361" y="3286151"/>
                  <a:pt x="2588853" y="3296094"/>
                </a:cubicBezTo>
                <a:lnTo>
                  <a:pt x="2551731" y="3303588"/>
                </a:lnTo>
                <a:lnTo>
                  <a:pt x="97127" y="3303588"/>
                </a:lnTo>
                <a:lnTo>
                  <a:pt x="60004" y="3296094"/>
                </a:lnTo>
                <a:cubicBezTo>
                  <a:pt x="24742" y="3281179"/>
                  <a:pt x="0" y="3246263"/>
                  <a:pt x="0" y="3205568"/>
                </a:cubicBezTo>
                <a:lnTo>
                  <a:pt x="0" y="98246"/>
                </a:lnTo>
                <a:cubicBezTo>
                  <a:pt x="0" y="43986"/>
                  <a:pt x="43986" y="0"/>
                  <a:pt x="98246" y="0"/>
                </a:cubicBezTo>
                <a:close/>
              </a:path>
            </a:pathLst>
          </a:custGeom>
        </p:spPr>
        <p:txBody>
          <a:bodyPr wrap="square">
            <a:noAutofit/>
          </a:bodyPr>
          <a:lstStyle/>
          <a:p>
            <a:endParaRPr lang="zh-CN" alt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四图（3）">
    <p:spTree>
      <p:nvGrpSpPr>
        <p:cNvPr id="1" name=""/>
        <p:cNvGrpSpPr/>
        <p:nvPr/>
      </p:nvGrpSpPr>
      <p:grpSpPr>
        <a:xfrm>
          <a:off x="0" y="0"/>
          <a:ext cx="0" cy="0"/>
          <a:chOff x="0" y="0"/>
          <a:chExt cx="0" cy="0"/>
        </a:xfrm>
      </p:grpSpPr>
      <p:sp>
        <p:nvSpPr>
          <p:cNvPr id="17" name="图片占位符 16"/>
          <p:cNvSpPr>
            <a:spLocks noGrp="1"/>
          </p:cNvSpPr>
          <p:nvPr>
            <p:ph type="pic" sz="quarter" idx="20"/>
          </p:nvPr>
        </p:nvSpPr>
        <p:spPr>
          <a:xfrm>
            <a:off x="668337" y="1585113"/>
            <a:ext cx="2417103" cy="2075647"/>
          </a:xfrm>
        </p:spPr>
        <p:txBody>
          <a:bodyPr/>
          <a:lstStyle/>
          <a:p>
            <a:endParaRPr lang="zh-CN" altLang="en-US"/>
          </a:p>
        </p:txBody>
      </p:sp>
      <p:sp>
        <p:nvSpPr>
          <p:cNvPr id="18" name="图片占位符 16"/>
          <p:cNvSpPr>
            <a:spLocks noGrp="1"/>
          </p:cNvSpPr>
          <p:nvPr>
            <p:ph type="pic" sz="quarter" idx="21"/>
          </p:nvPr>
        </p:nvSpPr>
        <p:spPr>
          <a:xfrm>
            <a:off x="3479490" y="1585113"/>
            <a:ext cx="2417103" cy="2075647"/>
          </a:xfrm>
        </p:spPr>
        <p:txBody>
          <a:bodyPr/>
          <a:lstStyle/>
          <a:p>
            <a:endParaRPr lang="zh-CN" altLang="en-US"/>
          </a:p>
        </p:txBody>
      </p:sp>
      <p:sp>
        <p:nvSpPr>
          <p:cNvPr id="19" name="图片占位符 16"/>
          <p:cNvSpPr>
            <a:spLocks noGrp="1"/>
          </p:cNvSpPr>
          <p:nvPr>
            <p:ph type="pic" sz="quarter" idx="22"/>
          </p:nvPr>
        </p:nvSpPr>
        <p:spPr>
          <a:xfrm>
            <a:off x="6290643" y="1585113"/>
            <a:ext cx="2417103" cy="2075647"/>
          </a:xfrm>
        </p:spPr>
        <p:txBody>
          <a:bodyPr/>
          <a:lstStyle/>
          <a:p>
            <a:endParaRPr lang="zh-CN" altLang="en-US"/>
          </a:p>
        </p:txBody>
      </p:sp>
      <p:sp>
        <p:nvSpPr>
          <p:cNvPr id="20" name="图片占位符 16"/>
          <p:cNvSpPr>
            <a:spLocks noGrp="1"/>
          </p:cNvSpPr>
          <p:nvPr>
            <p:ph type="pic" sz="quarter" idx="23"/>
          </p:nvPr>
        </p:nvSpPr>
        <p:spPr>
          <a:xfrm>
            <a:off x="9101797" y="1585113"/>
            <a:ext cx="2417103" cy="2075647"/>
          </a:xfrm>
        </p:spPr>
        <p:txBody>
          <a:bodyPr/>
          <a:lstStyle/>
          <a:p>
            <a:endParaRPr lang="zh-CN" alt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五图">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4958277" y="2152650"/>
            <a:ext cx="2305197" cy="3981450"/>
          </a:xfrm>
        </p:spPr>
        <p:txBody>
          <a:bodyPr>
            <a:normAutofit/>
          </a:bodyPr>
          <a:lstStyle>
            <a:lvl1pPr>
              <a:defRPr sz="1800">
                <a:latin typeface="+mn-ea"/>
                <a:ea typeface="+mn-ea"/>
              </a:defRPr>
            </a:lvl1pPr>
          </a:lstStyle>
          <a:p>
            <a:r>
              <a:rPr lang="zh-CN" altLang="en-US"/>
              <a:t>单击图标添加图片</a:t>
            </a:r>
            <a:endParaRPr lang="zh-CN" altLang="en-US"/>
          </a:p>
        </p:txBody>
      </p:sp>
      <p:sp>
        <p:nvSpPr>
          <p:cNvPr id="9" name="图片占位符 8"/>
          <p:cNvSpPr>
            <a:spLocks noGrp="1"/>
          </p:cNvSpPr>
          <p:nvPr>
            <p:ph type="pic" sz="quarter" idx="11"/>
          </p:nvPr>
        </p:nvSpPr>
        <p:spPr>
          <a:xfrm>
            <a:off x="3212468" y="2371725"/>
            <a:ext cx="1759976" cy="3543300"/>
          </a:xfrm>
        </p:spPr>
        <p:txBody>
          <a:bodyPr>
            <a:normAutofit/>
          </a:bodyPr>
          <a:lstStyle>
            <a:lvl1pPr>
              <a:defRPr sz="1600">
                <a:latin typeface="+mn-ea"/>
                <a:ea typeface="+mn-ea"/>
              </a:defRPr>
            </a:lvl1pPr>
          </a:lstStyle>
          <a:p>
            <a:r>
              <a:rPr lang="zh-CN" altLang="en-US"/>
              <a:t>单击图标添加图片</a:t>
            </a:r>
            <a:endParaRPr lang="zh-CN" altLang="en-US"/>
          </a:p>
        </p:txBody>
      </p:sp>
      <p:sp>
        <p:nvSpPr>
          <p:cNvPr id="10" name="图片占位符 8"/>
          <p:cNvSpPr>
            <a:spLocks noGrp="1"/>
          </p:cNvSpPr>
          <p:nvPr>
            <p:ph type="pic" sz="quarter" idx="12"/>
          </p:nvPr>
        </p:nvSpPr>
        <p:spPr>
          <a:xfrm>
            <a:off x="7250307" y="2371725"/>
            <a:ext cx="1759976" cy="3543300"/>
          </a:xfrm>
        </p:spPr>
        <p:txBody>
          <a:bodyPr>
            <a:normAutofit/>
          </a:bodyPr>
          <a:lstStyle>
            <a:lvl1pPr>
              <a:defRPr sz="1600">
                <a:latin typeface="+mn-ea"/>
                <a:ea typeface="+mn-ea"/>
              </a:defRPr>
            </a:lvl1pPr>
          </a:lstStyle>
          <a:p>
            <a:r>
              <a:rPr lang="zh-CN" altLang="en-US"/>
              <a:t>单击图标添加图片</a:t>
            </a:r>
            <a:endParaRPr lang="zh-CN" altLang="en-US"/>
          </a:p>
        </p:txBody>
      </p:sp>
      <p:sp>
        <p:nvSpPr>
          <p:cNvPr id="13" name="图片占位符 8"/>
          <p:cNvSpPr>
            <a:spLocks noGrp="1"/>
          </p:cNvSpPr>
          <p:nvPr>
            <p:ph type="pic" sz="quarter" idx="13"/>
          </p:nvPr>
        </p:nvSpPr>
        <p:spPr>
          <a:xfrm>
            <a:off x="9013458" y="2553726"/>
            <a:ext cx="1759976" cy="3179299"/>
          </a:xfrm>
        </p:spPr>
        <p:txBody>
          <a:bodyPr>
            <a:normAutofit/>
          </a:bodyPr>
          <a:lstStyle>
            <a:lvl1pPr>
              <a:defRPr sz="1600">
                <a:latin typeface="+mn-ea"/>
                <a:ea typeface="+mn-ea"/>
              </a:defRPr>
            </a:lvl1pPr>
          </a:lstStyle>
          <a:p>
            <a:r>
              <a:rPr lang="zh-CN" altLang="en-US"/>
              <a:t>单击图标添加图片</a:t>
            </a:r>
            <a:endParaRPr lang="zh-CN" altLang="en-US"/>
          </a:p>
        </p:txBody>
      </p:sp>
      <p:sp>
        <p:nvSpPr>
          <p:cNvPr id="14" name="图片占位符 8"/>
          <p:cNvSpPr>
            <a:spLocks noGrp="1"/>
          </p:cNvSpPr>
          <p:nvPr>
            <p:ph type="pic" sz="quarter" idx="14"/>
          </p:nvPr>
        </p:nvSpPr>
        <p:spPr>
          <a:xfrm>
            <a:off x="1447730" y="2553726"/>
            <a:ext cx="1759976" cy="3179299"/>
          </a:xfrm>
        </p:spPr>
        <p:txBody>
          <a:bodyPr>
            <a:normAutofit/>
          </a:bodyPr>
          <a:lstStyle>
            <a:lvl1pPr>
              <a:defRPr sz="1600">
                <a:latin typeface="+mn-ea"/>
                <a:ea typeface="+mn-ea"/>
              </a:defRPr>
            </a:lvl1pPr>
          </a:lstStyle>
          <a:p>
            <a:r>
              <a:rPr lang="zh-CN" altLang="en-US"/>
              <a:t>单击图标添加图片</a:t>
            </a:r>
            <a:endParaRPr lang="zh-CN" alt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视频">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7" name="媒体占位符 6"/>
          <p:cNvSpPr>
            <a:spLocks noGrp="1"/>
          </p:cNvSpPr>
          <p:nvPr>
            <p:ph type="media" sz="quarter" idx="13"/>
          </p:nvPr>
        </p:nvSpPr>
        <p:spPr>
          <a:xfrm>
            <a:off x="1748693" y="911762"/>
            <a:ext cx="8694615" cy="3674306"/>
          </a:xfrm>
        </p:spPr>
        <p:txBody>
          <a:bodyPr/>
          <a:lstStyle/>
          <a:p>
            <a:endParaRPr lang="zh-CN" alt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封底（1）">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2822B42-CB69-443B-9887-3FD29800EA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9DEA50E-07FC-4BC9-8D98-274686F401E0}" type="slidenum">
              <a:rPr lang="zh-CN" altLang="en-US" smtClean="0"/>
            </a:fld>
            <a:endParaRPr lang="zh-CN" altLang="en-US"/>
          </a:p>
        </p:txBody>
      </p:sp>
      <p:sp>
        <p:nvSpPr>
          <p:cNvPr id="12" name="图片占位符 11"/>
          <p:cNvSpPr>
            <a:spLocks noGrp="1"/>
          </p:cNvSpPr>
          <p:nvPr>
            <p:ph type="pic" sz="quarter" idx="13"/>
          </p:nvPr>
        </p:nvSpPr>
        <p:spPr>
          <a:xfrm>
            <a:off x="4804228" y="1890486"/>
            <a:ext cx="7387771" cy="3077029"/>
          </a:xfrm>
        </p:spPr>
        <p:txBody>
          <a:bodyPr/>
          <a:lstStyle/>
          <a:p>
            <a:endParaRPr lang="zh-CN" alt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封底（2）">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0"/>
            <a:ext cx="12192000" cy="3124200"/>
          </a:xfrm>
          <a:custGeom>
            <a:avLst/>
            <a:gdLst>
              <a:gd name="connsiteX0" fmla="*/ 0 w 12192000"/>
              <a:gd name="connsiteY0" fmla="*/ 0 h 3124200"/>
              <a:gd name="connsiteX1" fmla="*/ 12192000 w 12192000"/>
              <a:gd name="connsiteY1" fmla="*/ 0 h 3124200"/>
              <a:gd name="connsiteX2" fmla="*/ 12192000 w 12192000"/>
              <a:gd name="connsiteY2" fmla="*/ 1896730 h 3124200"/>
              <a:gd name="connsiteX3" fmla="*/ 11917032 w 12192000"/>
              <a:gd name="connsiteY3" fmla="*/ 2053332 h 3124200"/>
              <a:gd name="connsiteX4" fmla="*/ 6096000 w 12192000"/>
              <a:gd name="connsiteY4" fmla="*/ 3124200 h 3124200"/>
              <a:gd name="connsiteX5" fmla="*/ 274968 w 12192000"/>
              <a:gd name="connsiteY5" fmla="*/ 2053332 h 3124200"/>
              <a:gd name="connsiteX6" fmla="*/ 0 w 12192000"/>
              <a:gd name="connsiteY6" fmla="*/ 1896730 h 312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124200">
                <a:moveTo>
                  <a:pt x="0" y="0"/>
                </a:moveTo>
                <a:lnTo>
                  <a:pt x="12192000" y="0"/>
                </a:lnTo>
                <a:lnTo>
                  <a:pt x="12192000" y="1896730"/>
                </a:lnTo>
                <a:lnTo>
                  <a:pt x="11917032" y="2053332"/>
                </a:lnTo>
                <a:cubicBezTo>
                  <a:pt x="10655501" y="2699417"/>
                  <a:pt x="8519124" y="3124200"/>
                  <a:pt x="6096000" y="3124200"/>
                </a:cubicBezTo>
                <a:cubicBezTo>
                  <a:pt x="3672877" y="3124200"/>
                  <a:pt x="1536499" y="2699417"/>
                  <a:pt x="274968" y="2053332"/>
                </a:cubicBezTo>
                <a:lnTo>
                  <a:pt x="0" y="1896730"/>
                </a:lnTo>
                <a:close/>
              </a:path>
            </a:pathLst>
          </a:custGeom>
        </p:spPr>
        <p:txBody>
          <a:bodyPr wrap="square">
            <a:noAutofit/>
          </a:bodyPr>
          <a:lstStyle/>
          <a:p>
            <a:endParaRPr lang="zh-CN" alt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9"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ct val="0"/>
              </a:spcBef>
              <a:spcAft>
                <a:spcPct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ct val="0"/>
              </a:spcBef>
              <a:spcAft>
                <a:spcPct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userDrawn="1"/>
        </p:nvPicPr>
        <p:blipFill>
          <a:blip r:embed="rId3"/>
          <a:stretch>
            <a:fillRect/>
          </a:stretch>
        </p:blipFill>
        <p:spPr>
          <a:xfrm>
            <a:off x="-615419" y="3771974"/>
            <a:ext cx="13817068" cy="3996426"/>
          </a:xfrm>
          <a:prstGeom prst="rect">
            <a:avLst/>
          </a:prstGeom>
        </p:spPr>
      </p:pic>
      <p:pic>
        <p:nvPicPr>
          <p:cNvPr id="13" name="图片 12"/>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5"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914400" eaLnBrk="1" fontAlgn="auto" latinLnBrk="0" hangingPunct="1">
              <a:lnSpc>
                <a:spcPct val="13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ct val="0"/>
              </a:spcBef>
              <a:spcAft>
                <a:spcPct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ct val="0"/>
              </a:spcBef>
              <a:spcAft>
                <a:spcPct val="0"/>
              </a:spcAft>
              <a:buClrTx/>
              <a:buSzTx/>
              <a:buFontTx/>
              <a:buNone/>
              <a:defRPr/>
            </a:pPr>
            <a:r>
              <a:rPr kumimoji="1" lang="en-US" altLang="zh-CN" sz="1000" b="0" i="0" u="none" strike="noStrike" kern="0" cap="none" spc="0" normalizeH="0" baseline="0" noProof="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1000" b="0" i="0" u="none" strike="noStrike" kern="0" cap="none" spc="0" normalizeH="0" baseline="0" noProof="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DEA50E-07FC-4BC9-8D98-274686F401E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6" r:id="rId1"/>
    <p:sldLayoutId id="2147483677" r:id="rId2"/>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image" Target="../media/image12.svg"/><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slideLayout" Target="../slideLayouts/slideLayout2.xml"/><Relationship Id="rId10" Type="http://schemas.openxmlformats.org/officeDocument/2006/relationships/tags" Target="../tags/tag6.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tags" Target="../tags/tag8.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tags" Target="../tags/tag7.xml"/><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2" Type="http://schemas.openxmlformats.org/officeDocument/2006/relationships/notesSlide" Target="../notesSlides/notesSlide1.xml"/><Relationship Id="rId11" Type="http://schemas.openxmlformats.org/officeDocument/2006/relationships/slideLayout" Target="../slideLayouts/slideLayout2.xml"/><Relationship Id="rId10" Type="http://schemas.openxmlformats.org/officeDocument/2006/relationships/image" Target="../media/image23.svg"/><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25.svg"/><Relationship Id="rId1" Type="http://schemas.openxmlformats.org/officeDocument/2006/relationships/image" Target="../media/image24.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12.svg"/><Relationship Id="rId3" Type="http://schemas.openxmlformats.org/officeDocument/2006/relationships/image" Target="../media/image28.png"/><Relationship Id="rId2" Type="http://schemas.openxmlformats.org/officeDocument/2006/relationships/image" Target="../media/image10.svg"/><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12.svg"/><Relationship Id="rId3" Type="http://schemas.openxmlformats.org/officeDocument/2006/relationships/image" Target="../media/image28.png"/><Relationship Id="rId2" Type="http://schemas.openxmlformats.org/officeDocument/2006/relationships/image" Target="../media/image10.svg"/><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12.svg"/><Relationship Id="rId3" Type="http://schemas.openxmlformats.org/officeDocument/2006/relationships/image" Target="../media/image32.png"/><Relationship Id="rId2" Type="http://schemas.openxmlformats.org/officeDocument/2006/relationships/image" Target="../media/image10.svg"/><Relationship Id="rId1" Type="http://schemas.openxmlformats.org/officeDocument/2006/relationships/image" Target="../media/image31.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7.png"/><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2.svg"/><Relationship Id="rId3" Type="http://schemas.openxmlformats.org/officeDocument/2006/relationships/image" Target="../media/image32.png"/><Relationship Id="rId2" Type="http://schemas.openxmlformats.org/officeDocument/2006/relationships/image" Target="../media/image10.svg"/><Relationship Id="rId10" Type="http://schemas.openxmlformats.org/officeDocument/2006/relationships/notesSlide" Target="../notesSlides/notesSlide6.xml"/><Relationship Id="rId1" Type="http://schemas.openxmlformats.org/officeDocument/2006/relationships/image" Target="../media/image31.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25.svg"/><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14.xml"/><Relationship Id="rId7" Type="http://schemas.openxmlformats.org/officeDocument/2006/relationships/image" Target="../media/image38.svg"/><Relationship Id="rId6" Type="http://schemas.openxmlformats.org/officeDocument/2006/relationships/image" Target="../media/image16.png"/><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7" Type="http://schemas.openxmlformats.org/officeDocument/2006/relationships/notesSlide" Target="../notesSlides/notesSlide7.xml"/><Relationship Id="rId16" Type="http://schemas.openxmlformats.org/officeDocument/2006/relationships/slideLayout" Target="../slideLayouts/slideLayout2.xml"/><Relationship Id="rId15" Type="http://schemas.openxmlformats.org/officeDocument/2006/relationships/image" Target="../media/image40.png"/><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image" Target="../media/image39.svg"/><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image" Target="../media/image41.png"/><Relationship Id="rId4" Type="http://schemas.openxmlformats.org/officeDocument/2006/relationships/image" Target="../media/image12.svg"/><Relationship Id="rId3" Type="http://schemas.openxmlformats.org/officeDocument/2006/relationships/image" Target="../media/image28.png"/><Relationship Id="rId2" Type="http://schemas.openxmlformats.org/officeDocument/2006/relationships/image" Target="../media/image10.svg"/><Relationship Id="rId13" Type="http://schemas.openxmlformats.org/officeDocument/2006/relationships/notesSlide" Target="../notesSlides/notesSlide8.xml"/><Relationship Id="rId12" Type="http://schemas.openxmlformats.org/officeDocument/2006/relationships/slideLayout" Target="../slideLayouts/slideLayout2.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12.svg"/><Relationship Id="rId3" Type="http://schemas.openxmlformats.org/officeDocument/2006/relationships/image" Target="../media/image28.png"/><Relationship Id="rId2" Type="http://schemas.openxmlformats.org/officeDocument/2006/relationships/image" Target="../media/image10.svg"/><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2.xml"/><Relationship Id="rId7" Type="http://schemas.openxmlformats.org/officeDocument/2006/relationships/tags" Target="../tags/tag2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12.svg"/><Relationship Id="rId3" Type="http://schemas.openxmlformats.org/officeDocument/2006/relationships/image" Target="../media/image28.png"/><Relationship Id="rId2" Type="http://schemas.openxmlformats.org/officeDocument/2006/relationships/image" Target="../media/image10.svg"/><Relationship Id="rId1" Type="http://schemas.openxmlformats.org/officeDocument/2006/relationships/image" Target="../media/image27.png"/></Relationships>
</file>

<file path=ppt/slides/_rels/slide17.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image" Target="../media/image44.png"/><Relationship Id="rId7" Type="http://schemas.openxmlformats.org/officeDocument/2006/relationships/image" Target="../media/image43.png"/><Relationship Id="rId6" Type="http://schemas.openxmlformats.org/officeDocument/2006/relationships/tags" Target="../tags/tag26.xml"/><Relationship Id="rId5" Type="http://schemas.openxmlformats.org/officeDocument/2006/relationships/image" Target="../media/image41.png"/><Relationship Id="rId4" Type="http://schemas.openxmlformats.org/officeDocument/2006/relationships/image" Target="../media/image12.svg"/><Relationship Id="rId3" Type="http://schemas.openxmlformats.org/officeDocument/2006/relationships/image" Target="../media/image28.png"/><Relationship Id="rId2" Type="http://schemas.openxmlformats.org/officeDocument/2006/relationships/image" Target="../media/image10.svg"/><Relationship Id="rId11" Type="http://schemas.openxmlformats.org/officeDocument/2006/relationships/notesSlide" Target="../notesSlides/notesSlide11.xml"/><Relationship Id="rId10" Type="http://schemas.openxmlformats.org/officeDocument/2006/relationships/slideLayout" Target="../slideLayouts/slideLayout2.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xml"/><Relationship Id="rId6" Type="http://schemas.openxmlformats.org/officeDocument/2006/relationships/tags" Target="../tags/tag28.xml"/><Relationship Id="rId5" Type="http://schemas.openxmlformats.org/officeDocument/2006/relationships/image" Target="../media/image12.svg"/><Relationship Id="rId4" Type="http://schemas.openxmlformats.org/officeDocument/2006/relationships/image" Target="../media/image28.png"/><Relationship Id="rId3" Type="http://schemas.openxmlformats.org/officeDocument/2006/relationships/image" Target="../media/image10.svg"/><Relationship Id="rId2" Type="http://schemas.openxmlformats.org/officeDocument/2006/relationships/image" Target="../media/image27.png"/><Relationship Id="rId1" Type="http://schemas.openxmlformats.org/officeDocument/2006/relationships/image" Target="../media/image41.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3" Type="http://schemas.openxmlformats.org/officeDocument/2006/relationships/slideLayout" Target="../slideLayouts/slideLayout2.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image" Target="../media/image12.svg"/><Relationship Id="rId2" Type="http://schemas.openxmlformats.org/officeDocument/2006/relationships/tags" Target="../tags/tag30.xml"/><Relationship Id="rId19" Type="http://schemas.openxmlformats.org/officeDocument/2006/relationships/image" Target="../media/image32.png"/><Relationship Id="rId18" Type="http://schemas.openxmlformats.org/officeDocument/2006/relationships/tags" Target="../tags/tag44.xml"/><Relationship Id="rId17" Type="http://schemas.openxmlformats.org/officeDocument/2006/relationships/image" Target="../media/image10.svg"/><Relationship Id="rId16" Type="http://schemas.openxmlformats.org/officeDocument/2006/relationships/image" Target="../media/image31.png"/><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1">
            <a:extLst>
              <a:ext uri="{28A0092B-C50C-407E-A947-70E740481C1C}">
                <a14:useLocalDpi xmlns:a14="http://schemas.microsoft.com/office/drawing/2010/main" val="0"/>
              </a:ext>
            </a:extLst>
          </a:blip>
          <a:srcRect t="17124" b="27036"/>
          <a:stretch>
            <a:fillRect/>
          </a:stretch>
        </p:blipFill>
        <p:spPr>
          <a:xfrm>
            <a:off x="0" y="0"/>
            <a:ext cx="12192000" cy="4538663"/>
          </a:xfrm>
        </p:spPr>
      </p:pic>
      <p:sp>
        <p:nvSpPr>
          <p:cNvPr id="9" name="矩形 8"/>
          <p:cNvSpPr/>
          <p:nvPr/>
        </p:nvSpPr>
        <p:spPr>
          <a:xfrm>
            <a:off x="0" y="0"/>
            <a:ext cx="12192000" cy="4542971"/>
          </a:xfrm>
          <a:prstGeom prst="rect">
            <a:avLst/>
          </a:prstGeom>
          <a:solidFill>
            <a:schemeClr val="accent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52652" y="4976813"/>
            <a:ext cx="551274" cy="723075"/>
          </a:xfrm>
          <a:prstGeom prst="rect">
            <a:avLst/>
          </a:prstGeom>
        </p:spPr>
      </p:pic>
      <p:pic>
        <p:nvPicPr>
          <p:cNvPr id="10" name="图形 9"/>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37541" y="5115646"/>
            <a:ext cx="1981359" cy="445408"/>
          </a:xfrm>
          <a:prstGeom prst="rect">
            <a:avLst/>
          </a:prstGeom>
        </p:spPr>
      </p:pic>
      <p:sp>
        <p:nvSpPr>
          <p:cNvPr id="2" name="文本框 1"/>
          <p:cNvSpPr txBox="1"/>
          <p:nvPr/>
        </p:nvSpPr>
        <p:spPr>
          <a:xfrm>
            <a:off x="555622" y="2599259"/>
            <a:ext cx="4123055" cy="1715770"/>
          </a:xfrm>
          <a:prstGeom prst="rect">
            <a:avLst/>
          </a:prstGeom>
          <a:noFill/>
        </p:spPr>
        <p:txBody>
          <a:bodyPr wrap="none" rtlCol="0">
            <a:spAutoFit/>
          </a:bodyPr>
          <a:lstStyle/>
          <a:p>
            <a:pPr>
              <a:lnSpc>
                <a:spcPct val="120000"/>
              </a:lnSpc>
            </a:pPr>
            <a:r>
              <a:rPr lang="zh-CN" altLang="en-US" sz="4400" b="1">
                <a:solidFill>
                  <a:schemeClr val="bg1"/>
                </a:solidFill>
                <a:latin typeface="+mj-ea"/>
                <a:ea typeface="+mj-ea"/>
              </a:rPr>
              <a:t>广州大学</a:t>
            </a:r>
            <a:endParaRPr lang="en-US" altLang="zh-CN" sz="4400" b="1">
              <a:solidFill>
                <a:schemeClr val="bg1"/>
              </a:solidFill>
              <a:latin typeface="+mj-ea"/>
              <a:ea typeface="+mj-ea"/>
            </a:endParaRPr>
          </a:p>
          <a:p>
            <a:pPr>
              <a:lnSpc>
                <a:spcPct val="120000"/>
              </a:lnSpc>
            </a:pPr>
            <a:r>
              <a:rPr lang="en-US" altLang="zh-CN" sz="4400" b="1">
                <a:solidFill>
                  <a:schemeClr val="bg1"/>
                </a:solidFill>
                <a:latin typeface="+mj-ea"/>
                <a:ea typeface="+mj-ea"/>
              </a:rPr>
              <a:t>10.20 </a:t>
            </a:r>
            <a:r>
              <a:rPr lang="zh-CN" altLang="en-US" sz="4400" b="1">
                <a:solidFill>
                  <a:schemeClr val="bg1"/>
                </a:solidFill>
                <a:latin typeface="+mj-ea"/>
                <a:ea typeface="+mj-ea"/>
              </a:rPr>
              <a:t>组会</a:t>
            </a:r>
            <a:r>
              <a:rPr lang="zh-CN" altLang="en-US" sz="4400" b="1">
                <a:solidFill>
                  <a:schemeClr val="bg1"/>
                </a:solidFill>
                <a:latin typeface="+mj-ea"/>
                <a:ea typeface="+mj-ea"/>
              </a:rPr>
              <a:t>汇报</a:t>
            </a:r>
            <a:endParaRPr lang="zh-CN" altLang="en-US" sz="4400" b="1">
              <a:solidFill>
                <a:schemeClr val="bg1"/>
              </a:solidFill>
              <a:latin typeface="+mj-ea"/>
              <a:ea typeface="+mj-ea"/>
            </a:endParaRPr>
          </a:p>
        </p:txBody>
      </p:sp>
      <p:sp>
        <p:nvSpPr>
          <p:cNvPr id="11" name="文本占位符 24"/>
          <p:cNvSpPr txBox="1"/>
          <p:nvPr/>
        </p:nvSpPr>
        <p:spPr>
          <a:xfrm>
            <a:off x="946150" y="5003164"/>
            <a:ext cx="3260090" cy="344850"/>
          </a:xfrm>
          <a:prstGeom prst="rect">
            <a:avLst/>
          </a:prstGeom>
        </p:spPr>
        <p:txBody>
          <a:bodyPr>
            <a:noAutofit/>
          </a:bodyPr>
          <a:lstStyle>
            <a:lvl1pPr marL="0" marR="0" indent="0" algn="l" defTabSz="914400" rtl="0" eaLnBrk="1" fontAlgn="auto" latinLnBrk="0" hangingPunct="1">
              <a:lnSpc>
                <a:spcPct val="100000"/>
              </a:lnSpc>
              <a:spcBef>
                <a:spcPct val="0"/>
              </a:spcBef>
              <a:spcAft>
                <a:spcPct val="0"/>
              </a:spcAft>
              <a:buClrTx/>
              <a:buSzTx/>
              <a:buFontTx/>
              <a:buNone/>
              <a:defRPr sz="1800" kern="1200">
                <a:solidFill>
                  <a:schemeClr val="accent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pc="130">
                <a:solidFill>
                  <a:srgbClr val="35783C"/>
                </a:solidFill>
                <a:latin typeface="微软雅黑" panose="020B0503020204020204" charset="-122"/>
                <a:ea typeface="微软雅黑" panose="020B0503020204020204" charset="-122"/>
              </a:rPr>
              <a:t>汇报人：</a:t>
            </a:r>
            <a:r>
              <a:rPr lang="zh-CN" altLang="en-US" spc="130">
                <a:solidFill>
                  <a:srgbClr val="35783C"/>
                </a:solidFill>
                <a:latin typeface="微软雅黑" panose="020B0503020204020204" charset="-122"/>
                <a:ea typeface="微软雅黑" panose="020B0503020204020204" charset="-122"/>
              </a:rPr>
              <a:t>徐权</a:t>
            </a:r>
            <a:endParaRPr lang="zh-CN" altLang="en-US" spc="130">
              <a:solidFill>
                <a:srgbClr val="35783C"/>
              </a:solidFill>
              <a:latin typeface="微软雅黑" panose="020B0503020204020204" charset="-122"/>
              <a:ea typeface="微软雅黑" panose="020B0503020204020204" charset="-122"/>
            </a:endParaRPr>
          </a:p>
        </p:txBody>
      </p:sp>
      <p:sp>
        <p:nvSpPr>
          <p:cNvPr id="14" name="矩形 13"/>
          <p:cNvSpPr/>
          <p:nvPr/>
        </p:nvSpPr>
        <p:spPr>
          <a:xfrm>
            <a:off x="660400" y="4976813"/>
            <a:ext cx="152400" cy="39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660400" y="6421869"/>
            <a:ext cx="2189816" cy="234085"/>
            <a:chOff x="1044148" y="5205146"/>
            <a:chExt cx="2189816" cy="234085"/>
          </a:xfrm>
        </p:grpSpPr>
        <p:sp>
          <p:nvSpPr>
            <p:cNvPr id="16" name="任意多边形: 形状 15"/>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17" name="任意多边形: 形状 16"/>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0">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730829"/>
            <a:ext cx="2602523" cy="3396343"/>
          </a:xfrm>
          <a:prstGeom prst="rect">
            <a:avLst/>
          </a:prstGeom>
          <a:gradFill flip="none" rotWithShape="1">
            <a:gsLst>
              <a:gs pos="41000">
                <a:schemeClr val="accent1"/>
              </a:gs>
              <a:gs pos="0">
                <a:schemeClr val="accent1">
                  <a:lumMod val="75000"/>
                </a:schemeClr>
              </a:gs>
              <a:gs pos="100000">
                <a:schemeClr val="accent1">
                  <a:lumMod val="60000"/>
                  <a:lumOff val="40000"/>
                </a:schemeClr>
              </a:gs>
            </a:gsLst>
            <a:lin ang="18000000" scaled="0"/>
          </a:gradFill>
          <a:ln>
            <a:noFill/>
          </a:ln>
          <a:effectLst>
            <a:outerShdw blurRad="1143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743200" y="1730829"/>
            <a:ext cx="9448800" cy="3396343"/>
          </a:xfrm>
          <a:prstGeom prst="rect">
            <a:avLst/>
          </a:prstGeom>
          <a:gradFill flip="none" rotWithShape="1">
            <a:gsLst>
              <a:gs pos="44000">
                <a:schemeClr val="accent1"/>
              </a:gs>
              <a:gs pos="0">
                <a:schemeClr val="accent1">
                  <a:lumMod val="75000"/>
                </a:schemeClr>
              </a:gs>
              <a:gs pos="100000">
                <a:schemeClr val="accent1">
                  <a:lumMod val="60000"/>
                  <a:lumOff val="40000"/>
                </a:schemeClr>
              </a:gs>
            </a:gsLst>
            <a:lin ang="18000000" scaled="0"/>
          </a:gradFill>
          <a:ln>
            <a:noFill/>
          </a:ln>
          <a:effectLst>
            <a:outerShdw blurRad="1143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p:cNvSpPr/>
          <p:nvPr/>
        </p:nvSpPr>
        <p:spPr>
          <a:xfrm>
            <a:off x="9076677" y="1855680"/>
            <a:ext cx="2398209" cy="3146641"/>
          </a:xfrm>
          <a:custGeom>
            <a:avLst/>
            <a:gdLst>
              <a:gd name="connsiteX0" fmla="*/ 1080106 w 2753875"/>
              <a:gd name="connsiteY0" fmla="*/ 3390888 h 3613305"/>
              <a:gd name="connsiteX1" fmla="*/ 1243148 w 2753875"/>
              <a:gd name="connsiteY1" fmla="*/ 3404082 h 3613305"/>
              <a:gd name="connsiteX2" fmla="*/ 1105552 w 2753875"/>
              <a:gd name="connsiteY2" fmla="*/ 3589743 h 3613305"/>
              <a:gd name="connsiteX3" fmla="*/ 1145135 w 2753875"/>
              <a:gd name="connsiteY3" fmla="*/ 3592571 h 3613305"/>
              <a:gd name="connsiteX4" fmla="*/ 1184717 w 2753875"/>
              <a:gd name="connsiteY4" fmla="*/ 3592571 h 3613305"/>
              <a:gd name="connsiteX5" fmla="*/ 1217703 w 2753875"/>
              <a:gd name="connsiteY5" fmla="*/ 3574664 h 3613305"/>
              <a:gd name="connsiteX6" fmla="*/ 1239379 w 2753875"/>
              <a:gd name="connsiteY6" fmla="*/ 3536967 h 3613305"/>
              <a:gd name="connsiteX7" fmla="*/ 1245033 w 2753875"/>
              <a:gd name="connsiteY7" fmla="*/ 3536967 h 3613305"/>
              <a:gd name="connsiteX8" fmla="*/ 1230897 w 2753875"/>
              <a:gd name="connsiteY8" fmla="*/ 3611420 h 3613305"/>
              <a:gd name="connsiteX9" fmla="*/ 1041466 w 2753875"/>
              <a:gd name="connsiteY9" fmla="*/ 3596340 h 3613305"/>
              <a:gd name="connsiteX10" fmla="*/ 1179063 w 2753875"/>
              <a:gd name="connsiteY10" fmla="*/ 3410679 h 3613305"/>
              <a:gd name="connsiteX11" fmla="*/ 1147962 w 2753875"/>
              <a:gd name="connsiteY11" fmla="*/ 3407852 h 3613305"/>
              <a:gd name="connsiteX12" fmla="*/ 1124401 w 2753875"/>
              <a:gd name="connsiteY12" fmla="*/ 3406910 h 3613305"/>
              <a:gd name="connsiteX13" fmla="*/ 1103667 w 2753875"/>
              <a:gd name="connsiteY13" fmla="*/ 3413507 h 3613305"/>
              <a:gd name="connsiteX14" fmla="*/ 1086703 w 2753875"/>
              <a:gd name="connsiteY14" fmla="*/ 3427643 h 3613305"/>
              <a:gd name="connsiteX15" fmla="*/ 1075394 w 2753875"/>
              <a:gd name="connsiteY15" fmla="*/ 3451205 h 3613305"/>
              <a:gd name="connsiteX16" fmla="*/ 1069739 w 2753875"/>
              <a:gd name="connsiteY16" fmla="*/ 3451205 h 3613305"/>
              <a:gd name="connsiteX17" fmla="*/ 1481585 w 2753875"/>
              <a:gd name="connsiteY17" fmla="*/ 3389004 h 3613305"/>
              <a:gd name="connsiteX18" fmla="*/ 1481585 w 2753875"/>
              <a:gd name="connsiteY18" fmla="*/ 3394659 h 3613305"/>
              <a:gd name="connsiteX19" fmla="*/ 1474988 w 2753875"/>
              <a:gd name="connsiteY19" fmla="*/ 3395601 h 3613305"/>
              <a:gd name="connsiteX20" fmla="*/ 1460851 w 2753875"/>
              <a:gd name="connsiteY20" fmla="*/ 3400313 h 3613305"/>
              <a:gd name="connsiteX21" fmla="*/ 1455197 w 2753875"/>
              <a:gd name="connsiteY21" fmla="*/ 3407853 h 3613305"/>
              <a:gd name="connsiteX22" fmla="*/ 1455197 w 2753875"/>
              <a:gd name="connsiteY22" fmla="*/ 3427644 h 3613305"/>
              <a:gd name="connsiteX23" fmla="*/ 1465564 w 2753875"/>
              <a:gd name="connsiteY23" fmla="*/ 3563356 h 3613305"/>
              <a:gd name="connsiteX24" fmla="*/ 1468391 w 2753875"/>
              <a:gd name="connsiteY24" fmla="*/ 3583147 h 3613305"/>
              <a:gd name="connsiteX25" fmla="*/ 1475930 w 2753875"/>
              <a:gd name="connsiteY25" fmla="*/ 3589744 h 3613305"/>
              <a:gd name="connsiteX26" fmla="*/ 1490067 w 2753875"/>
              <a:gd name="connsiteY26" fmla="*/ 3591629 h 3613305"/>
              <a:gd name="connsiteX27" fmla="*/ 1496664 w 2753875"/>
              <a:gd name="connsiteY27" fmla="*/ 3590686 h 3613305"/>
              <a:gd name="connsiteX28" fmla="*/ 1496664 w 2753875"/>
              <a:gd name="connsiteY28" fmla="*/ 3596341 h 3613305"/>
              <a:gd name="connsiteX29" fmla="*/ 1388284 w 2753875"/>
              <a:gd name="connsiteY29" fmla="*/ 3604823 h 3613305"/>
              <a:gd name="connsiteX30" fmla="*/ 1388284 w 2753875"/>
              <a:gd name="connsiteY30" fmla="*/ 3599168 h 3613305"/>
              <a:gd name="connsiteX31" fmla="*/ 1394881 w 2753875"/>
              <a:gd name="connsiteY31" fmla="*/ 3598226 h 3613305"/>
              <a:gd name="connsiteX32" fmla="*/ 1409017 w 2753875"/>
              <a:gd name="connsiteY32" fmla="*/ 3593514 h 3613305"/>
              <a:gd name="connsiteX33" fmla="*/ 1414672 w 2753875"/>
              <a:gd name="connsiteY33" fmla="*/ 3585974 h 3613305"/>
              <a:gd name="connsiteX34" fmla="*/ 1414672 w 2753875"/>
              <a:gd name="connsiteY34" fmla="*/ 3566183 h 3613305"/>
              <a:gd name="connsiteX35" fmla="*/ 1409960 w 2753875"/>
              <a:gd name="connsiteY35" fmla="*/ 3502097 h 3613305"/>
              <a:gd name="connsiteX36" fmla="*/ 1336449 w 2753875"/>
              <a:gd name="connsiteY36" fmla="*/ 3507752 h 3613305"/>
              <a:gd name="connsiteX37" fmla="*/ 1341162 w 2753875"/>
              <a:gd name="connsiteY37" fmla="*/ 3571838 h 3613305"/>
              <a:gd name="connsiteX38" fmla="*/ 1343989 w 2753875"/>
              <a:gd name="connsiteY38" fmla="*/ 3591629 h 3613305"/>
              <a:gd name="connsiteX39" fmla="*/ 1351529 w 2753875"/>
              <a:gd name="connsiteY39" fmla="*/ 3598226 h 3613305"/>
              <a:gd name="connsiteX40" fmla="*/ 1365665 w 2753875"/>
              <a:gd name="connsiteY40" fmla="*/ 3600111 h 3613305"/>
              <a:gd name="connsiteX41" fmla="*/ 1372262 w 2753875"/>
              <a:gd name="connsiteY41" fmla="*/ 3599168 h 3613305"/>
              <a:gd name="connsiteX42" fmla="*/ 1372262 w 2753875"/>
              <a:gd name="connsiteY42" fmla="*/ 3604823 h 3613305"/>
              <a:gd name="connsiteX43" fmla="*/ 1263881 w 2753875"/>
              <a:gd name="connsiteY43" fmla="*/ 3613305 h 3613305"/>
              <a:gd name="connsiteX44" fmla="*/ 1263881 w 2753875"/>
              <a:gd name="connsiteY44" fmla="*/ 3607650 h 3613305"/>
              <a:gd name="connsiteX45" fmla="*/ 1270478 w 2753875"/>
              <a:gd name="connsiteY45" fmla="*/ 3606708 h 3613305"/>
              <a:gd name="connsiteX46" fmla="*/ 1284615 w 2753875"/>
              <a:gd name="connsiteY46" fmla="*/ 3601996 h 3613305"/>
              <a:gd name="connsiteX47" fmla="*/ 1290269 w 2753875"/>
              <a:gd name="connsiteY47" fmla="*/ 3594456 h 3613305"/>
              <a:gd name="connsiteX48" fmla="*/ 1290269 w 2753875"/>
              <a:gd name="connsiteY48" fmla="*/ 3574665 h 3613305"/>
              <a:gd name="connsiteX49" fmla="*/ 1279902 w 2753875"/>
              <a:gd name="connsiteY49" fmla="*/ 3438953 h 3613305"/>
              <a:gd name="connsiteX50" fmla="*/ 1277075 w 2753875"/>
              <a:gd name="connsiteY50" fmla="*/ 3419162 h 3613305"/>
              <a:gd name="connsiteX51" fmla="*/ 1269536 w 2753875"/>
              <a:gd name="connsiteY51" fmla="*/ 3412565 h 3613305"/>
              <a:gd name="connsiteX52" fmla="*/ 1255399 w 2753875"/>
              <a:gd name="connsiteY52" fmla="*/ 3410680 h 3613305"/>
              <a:gd name="connsiteX53" fmla="*/ 1248802 w 2753875"/>
              <a:gd name="connsiteY53" fmla="*/ 3411622 h 3613305"/>
              <a:gd name="connsiteX54" fmla="*/ 1248802 w 2753875"/>
              <a:gd name="connsiteY54" fmla="*/ 3405968 h 3613305"/>
              <a:gd name="connsiteX55" fmla="*/ 1357183 w 2753875"/>
              <a:gd name="connsiteY55" fmla="*/ 3397486 h 3613305"/>
              <a:gd name="connsiteX56" fmla="*/ 1357183 w 2753875"/>
              <a:gd name="connsiteY56" fmla="*/ 3403141 h 3613305"/>
              <a:gd name="connsiteX57" fmla="*/ 1350586 w 2753875"/>
              <a:gd name="connsiteY57" fmla="*/ 3404083 h 3613305"/>
              <a:gd name="connsiteX58" fmla="*/ 1336449 w 2753875"/>
              <a:gd name="connsiteY58" fmla="*/ 3408795 h 3613305"/>
              <a:gd name="connsiteX59" fmla="*/ 1330794 w 2753875"/>
              <a:gd name="connsiteY59" fmla="*/ 3416335 h 3613305"/>
              <a:gd name="connsiteX60" fmla="*/ 1330794 w 2753875"/>
              <a:gd name="connsiteY60" fmla="*/ 3436126 h 3613305"/>
              <a:gd name="connsiteX61" fmla="*/ 1335506 w 2753875"/>
              <a:gd name="connsiteY61" fmla="*/ 3494558 h 3613305"/>
              <a:gd name="connsiteX62" fmla="*/ 1409017 w 2753875"/>
              <a:gd name="connsiteY62" fmla="*/ 3488903 h 3613305"/>
              <a:gd name="connsiteX63" fmla="*/ 1404305 w 2753875"/>
              <a:gd name="connsiteY63" fmla="*/ 3430471 h 3613305"/>
              <a:gd name="connsiteX64" fmla="*/ 1401478 w 2753875"/>
              <a:gd name="connsiteY64" fmla="*/ 3410680 h 3613305"/>
              <a:gd name="connsiteX65" fmla="*/ 1393938 w 2753875"/>
              <a:gd name="connsiteY65" fmla="*/ 3404083 h 3613305"/>
              <a:gd name="connsiteX66" fmla="*/ 1379802 w 2753875"/>
              <a:gd name="connsiteY66" fmla="*/ 3402198 h 3613305"/>
              <a:gd name="connsiteX67" fmla="*/ 1373205 w 2753875"/>
              <a:gd name="connsiteY67" fmla="*/ 3403141 h 3613305"/>
              <a:gd name="connsiteX68" fmla="*/ 1373205 w 2753875"/>
              <a:gd name="connsiteY68" fmla="*/ 3397486 h 3613305"/>
              <a:gd name="connsiteX69" fmla="*/ 1577714 w 2753875"/>
              <a:gd name="connsiteY69" fmla="*/ 3370155 h 3613305"/>
              <a:gd name="connsiteX70" fmla="*/ 1544727 w 2753875"/>
              <a:gd name="connsiteY70" fmla="*/ 3410681 h 3613305"/>
              <a:gd name="connsiteX71" fmla="*/ 1553209 w 2753875"/>
              <a:gd name="connsiteY71" fmla="*/ 3479479 h 3613305"/>
              <a:gd name="connsiteX72" fmla="*/ 1594677 w 2753875"/>
              <a:gd name="connsiteY72" fmla="*/ 3549219 h 3613305"/>
              <a:gd name="connsiteX73" fmla="*/ 1635202 w 2753875"/>
              <a:gd name="connsiteY73" fmla="*/ 3554874 h 3613305"/>
              <a:gd name="connsiteX74" fmla="*/ 1657821 w 2753875"/>
              <a:gd name="connsiteY74" fmla="*/ 3539795 h 3613305"/>
              <a:gd name="connsiteX75" fmla="*/ 1668188 w 2753875"/>
              <a:gd name="connsiteY75" fmla="*/ 3503982 h 3613305"/>
              <a:gd name="connsiteX76" fmla="*/ 1658763 w 2753875"/>
              <a:gd name="connsiteY76" fmla="*/ 3448379 h 3613305"/>
              <a:gd name="connsiteX77" fmla="*/ 1633317 w 2753875"/>
              <a:gd name="connsiteY77" fmla="*/ 3391831 h 3613305"/>
              <a:gd name="connsiteX78" fmla="*/ 1605987 w 2753875"/>
              <a:gd name="connsiteY78" fmla="*/ 3370155 h 3613305"/>
              <a:gd name="connsiteX79" fmla="*/ 1577714 w 2753875"/>
              <a:gd name="connsiteY79" fmla="*/ 3370155 h 3613305"/>
              <a:gd name="connsiteX80" fmla="*/ 912706 w 2753875"/>
              <a:gd name="connsiteY80" fmla="*/ 3357079 h 3613305"/>
              <a:gd name="connsiteX81" fmla="*/ 959474 w 2753875"/>
              <a:gd name="connsiteY81" fmla="*/ 3359788 h 3613305"/>
              <a:gd name="connsiteX82" fmla="*/ 985863 w 2753875"/>
              <a:gd name="connsiteY82" fmla="*/ 3368270 h 3613305"/>
              <a:gd name="connsiteX83" fmla="*/ 1005654 w 2753875"/>
              <a:gd name="connsiteY83" fmla="*/ 3380522 h 3613305"/>
              <a:gd name="connsiteX84" fmla="*/ 1021675 w 2753875"/>
              <a:gd name="connsiteY84" fmla="*/ 3389947 h 3613305"/>
              <a:gd name="connsiteX85" fmla="*/ 1030157 w 2753875"/>
              <a:gd name="connsiteY85" fmla="*/ 3389004 h 3613305"/>
              <a:gd name="connsiteX86" fmla="*/ 1039582 w 2753875"/>
              <a:gd name="connsiteY86" fmla="*/ 3378637 h 3613305"/>
              <a:gd name="connsiteX87" fmla="*/ 1043351 w 2753875"/>
              <a:gd name="connsiteY87" fmla="*/ 3381464 h 3613305"/>
              <a:gd name="connsiteX88" fmla="*/ 1026388 w 2753875"/>
              <a:gd name="connsiteY88" fmla="*/ 3452148 h 3613305"/>
              <a:gd name="connsiteX89" fmla="*/ 1020733 w 2753875"/>
              <a:gd name="connsiteY89" fmla="*/ 3451206 h 3613305"/>
              <a:gd name="connsiteX90" fmla="*/ 1001884 w 2753875"/>
              <a:gd name="connsiteY90" fmla="*/ 3399371 h 3613305"/>
              <a:gd name="connsiteX91" fmla="*/ 962302 w 2753875"/>
              <a:gd name="connsiteY91" fmla="*/ 3373925 h 3613305"/>
              <a:gd name="connsiteX92" fmla="*/ 921777 w 2753875"/>
              <a:gd name="connsiteY92" fmla="*/ 3377695 h 3613305"/>
              <a:gd name="connsiteX93" fmla="*/ 891618 w 2753875"/>
              <a:gd name="connsiteY93" fmla="*/ 3407853 h 3613305"/>
              <a:gd name="connsiteX94" fmla="*/ 873712 w 2753875"/>
              <a:gd name="connsiteY94" fmla="*/ 3453091 h 3613305"/>
              <a:gd name="connsiteX95" fmla="*/ 868057 w 2753875"/>
              <a:gd name="connsiteY95" fmla="*/ 3505867 h 3613305"/>
              <a:gd name="connsiteX96" fmla="*/ 882194 w 2753875"/>
              <a:gd name="connsiteY96" fmla="*/ 3543565 h 3613305"/>
              <a:gd name="connsiteX97" fmla="*/ 916122 w 2753875"/>
              <a:gd name="connsiteY97" fmla="*/ 3562413 h 3613305"/>
              <a:gd name="connsiteX98" fmla="*/ 931201 w 2753875"/>
              <a:gd name="connsiteY98" fmla="*/ 3564298 h 3613305"/>
              <a:gd name="connsiteX99" fmla="*/ 948165 w 2753875"/>
              <a:gd name="connsiteY99" fmla="*/ 3563356 h 3613305"/>
              <a:gd name="connsiteX100" fmla="*/ 958532 w 2753875"/>
              <a:gd name="connsiteY100" fmla="*/ 3520946 h 3613305"/>
              <a:gd name="connsiteX101" fmla="*/ 960417 w 2753875"/>
              <a:gd name="connsiteY101" fmla="*/ 3504925 h 3613305"/>
              <a:gd name="connsiteX102" fmla="*/ 954762 w 2753875"/>
              <a:gd name="connsiteY102" fmla="*/ 3497385 h 3613305"/>
              <a:gd name="connsiteX103" fmla="*/ 943453 w 2753875"/>
              <a:gd name="connsiteY103" fmla="*/ 3491731 h 3613305"/>
              <a:gd name="connsiteX104" fmla="*/ 938741 w 2753875"/>
              <a:gd name="connsiteY104" fmla="*/ 3490788 h 3613305"/>
              <a:gd name="connsiteX105" fmla="*/ 939683 w 2753875"/>
              <a:gd name="connsiteY105" fmla="*/ 3485134 h 3613305"/>
              <a:gd name="connsiteX106" fmla="*/ 1037697 w 2753875"/>
              <a:gd name="connsiteY106" fmla="*/ 3508694 h 3613305"/>
              <a:gd name="connsiteX107" fmla="*/ 1036754 w 2753875"/>
              <a:gd name="connsiteY107" fmla="*/ 3514349 h 3613305"/>
              <a:gd name="connsiteX108" fmla="*/ 1020733 w 2753875"/>
              <a:gd name="connsiteY108" fmla="*/ 3513407 h 3613305"/>
              <a:gd name="connsiteX109" fmla="*/ 1012251 w 2753875"/>
              <a:gd name="connsiteY109" fmla="*/ 3519061 h 3613305"/>
              <a:gd name="connsiteX110" fmla="*/ 1007539 w 2753875"/>
              <a:gd name="connsiteY110" fmla="*/ 3532255 h 3613305"/>
              <a:gd name="connsiteX111" fmla="*/ 997172 w 2753875"/>
              <a:gd name="connsiteY111" fmla="*/ 3574665 h 3613305"/>
              <a:gd name="connsiteX112" fmla="*/ 953820 w 2753875"/>
              <a:gd name="connsiteY112" fmla="*/ 3577493 h 3613305"/>
              <a:gd name="connsiteX113" fmla="*/ 909525 w 2753875"/>
              <a:gd name="connsiteY113" fmla="*/ 3571838 h 3613305"/>
              <a:gd name="connsiteX114" fmla="*/ 863345 w 2753875"/>
              <a:gd name="connsiteY114" fmla="*/ 3552047 h 3613305"/>
              <a:gd name="connsiteX115" fmla="*/ 835072 w 2753875"/>
              <a:gd name="connsiteY115" fmla="*/ 3523773 h 3613305"/>
              <a:gd name="connsiteX116" fmla="*/ 819050 w 2753875"/>
              <a:gd name="connsiteY116" fmla="*/ 3489846 h 3613305"/>
              <a:gd name="connsiteX117" fmla="*/ 819993 w 2753875"/>
              <a:gd name="connsiteY117" fmla="*/ 3440839 h 3613305"/>
              <a:gd name="connsiteX118" fmla="*/ 870884 w 2753875"/>
              <a:gd name="connsiteY118" fmla="*/ 3372040 h 3613305"/>
              <a:gd name="connsiteX119" fmla="*/ 912706 w 2753875"/>
              <a:gd name="connsiteY119" fmla="*/ 3357079 h 3613305"/>
              <a:gd name="connsiteX120" fmla="*/ 1617060 w 2753875"/>
              <a:gd name="connsiteY120" fmla="*/ 3353781 h 3613305"/>
              <a:gd name="connsiteX121" fmla="*/ 1657821 w 2753875"/>
              <a:gd name="connsiteY121" fmla="*/ 3364501 h 3613305"/>
              <a:gd name="connsiteX122" fmla="*/ 1710597 w 2753875"/>
              <a:gd name="connsiteY122" fmla="*/ 3428587 h 3613305"/>
              <a:gd name="connsiteX123" fmla="*/ 1709655 w 2753875"/>
              <a:gd name="connsiteY123" fmla="*/ 3501155 h 3613305"/>
              <a:gd name="connsiteX124" fmla="*/ 1638972 w 2753875"/>
              <a:gd name="connsiteY124" fmla="*/ 3565241 h 3613305"/>
              <a:gd name="connsiteX125" fmla="*/ 1544727 w 2753875"/>
              <a:gd name="connsiteY125" fmla="*/ 3554874 h 3613305"/>
              <a:gd name="connsiteX126" fmla="*/ 1500433 w 2753875"/>
              <a:gd name="connsiteY126" fmla="*/ 3494558 h 3613305"/>
              <a:gd name="connsiteX127" fmla="*/ 1507030 w 2753875"/>
              <a:gd name="connsiteY127" fmla="*/ 3411624 h 3613305"/>
              <a:gd name="connsiteX128" fmla="*/ 1572058 w 2753875"/>
              <a:gd name="connsiteY128" fmla="*/ 3360731 h 3613305"/>
              <a:gd name="connsiteX129" fmla="*/ 1617060 w 2753875"/>
              <a:gd name="connsiteY129" fmla="*/ 3353781 h 3613305"/>
              <a:gd name="connsiteX130" fmla="*/ 647527 w 2753875"/>
              <a:gd name="connsiteY130" fmla="*/ 3246696 h 3613305"/>
              <a:gd name="connsiteX131" fmla="*/ 715384 w 2753875"/>
              <a:gd name="connsiteY131" fmla="*/ 3277796 h 3613305"/>
              <a:gd name="connsiteX132" fmla="*/ 757793 w 2753875"/>
              <a:gd name="connsiteY132" fmla="*/ 3437068 h 3613305"/>
              <a:gd name="connsiteX133" fmla="*/ 793606 w 2753875"/>
              <a:gd name="connsiteY133" fmla="*/ 3355076 h 3613305"/>
              <a:gd name="connsiteX134" fmla="*/ 799260 w 2753875"/>
              <a:gd name="connsiteY134" fmla="*/ 3329630 h 3613305"/>
              <a:gd name="connsiteX135" fmla="*/ 780412 w 2753875"/>
              <a:gd name="connsiteY135" fmla="*/ 3311724 h 3613305"/>
              <a:gd name="connsiteX136" fmla="*/ 782297 w 2753875"/>
              <a:gd name="connsiteY136" fmla="*/ 3306069 h 3613305"/>
              <a:gd name="connsiteX137" fmla="*/ 845440 w 2753875"/>
              <a:gd name="connsiteY137" fmla="*/ 3333400 h 3613305"/>
              <a:gd name="connsiteX138" fmla="*/ 843555 w 2753875"/>
              <a:gd name="connsiteY138" fmla="*/ 3339055 h 3613305"/>
              <a:gd name="connsiteX139" fmla="*/ 825649 w 2753875"/>
              <a:gd name="connsiteY139" fmla="*/ 3336228 h 3613305"/>
              <a:gd name="connsiteX140" fmla="*/ 815282 w 2753875"/>
              <a:gd name="connsiteY140" fmla="*/ 3340940 h 3613305"/>
              <a:gd name="connsiteX141" fmla="*/ 804915 w 2753875"/>
              <a:gd name="connsiteY141" fmla="*/ 3358846 h 3613305"/>
              <a:gd name="connsiteX142" fmla="*/ 735175 w 2753875"/>
              <a:gd name="connsiteY142" fmla="*/ 3517176 h 3613305"/>
              <a:gd name="connsiteX143" fmla="*/ 730462 w 2753875"/>
              <a:gd name="connsiteY143" fmla="*/ 3515291 h 3613305"/>
              <a:gd name="connsiteX144" fmla="*/ 671089 w 2753875"/>
              <a:gd name="connsiteY144" fmla="*/ 3300415 h 3613305"/>
              <a:gd name="connsiteX145" fmla="*/ 618311 w 2753875"/>
              <a:gd name="connsiteY145" fmla="*/ 3421047 h 3613305"/>
              <a:gd name="connsiteX146" fmla="*/ 616427 w 2753875"/>
              <a:gd name="connsiteY146" fmla="*/ 3446493 h 3613305"/>
              <a:gd name="connsiteX147" fmla="*/ 630563 w 2753875"/>
              <a:gd name="connsiteY147" fmla="*/ 3459687 h 3613305"/>
              <a:gd name="connsiteX148" fmla="*/ 635275 w 2753875"/>
              <a:gd name="connsiteY148" fmla="*/ 3461572 h 3613305"/>
              <a:gd name="connsiteX149" fmla="*/ 633390 w 2753875"/>
              <a:gd name="connsiteY149" fmla="*/ 3466284 h 3613305"/>
              <a:gd name="connsiteX150" fmla="*/ 565535 w 2753875"/>
              <a:gd name="connsiteY150" fmla="*/ 3437068 h 3613305"/>
              <a:gd name="connsiteX151" fmla="*/ 567420 w 2753875"/>
              <a:gd name="connsiteY151" fmla="*/ 3432356 h 3613305"/>
              <a:gd name="connsiteX152" fmla="*/ 591923 w 2753875"/>
              <a:gd name="connsiteY152" fmla="*/ 3435183 h 3613305"/>
              <a:gd name="connsiteX153" fmla="*/ 607945 w 2753875"/>
              <a:gd name="connsiteY153" fmla="*/ 3416335 h 3613305"/>
              <a:gd name="connsiteX154" fmla="*/ 666376 w 2753875"/>
              <a:gd name="connsiteY154" fmla="*/ 3282508 h 3613305"/>
              <a:gd name="connsiteX155" fmla="*/ 664491 w 2753875"/>
              <a:gd name="connsiteY155" fmla="*/ 3275912 h 3613305"/>
              <a:gd name="connsiteX156" fmla="*/ 657894 w 2753875"/>
              <a:gd name="connsiteY156" fmla="*/ 3260833 h 3613305"/>
              <a:gd name="connsiteX157" fmla="*/ 645642 w 2753875"/>
              <a:gd name="connsiteY157" fmla="*/ 3252351 h 3613305"/>
              <a:gd name="connsiteX158" fmla="*/ 507104 w 2753875"/>
              <a:gd name="connsiteY158" fmla="*/ 3242926 h 3613305"/>
              <a:gd name="connsiteX159" fmla="*/ 442076 w 2753875"/>
              <a:gd name="connsiteY159" fmla="*/ 3287221 h 3613305"/>
              <a:gd name="connsiteX160" fmla="*/ 495795 w 2753875"/>
              <a:gd name="connsiteY160" fmla="*/ 3320206 h 3613305"/>
              <a:gd name="connsiteX161" fmla="*/ 1889660 w 2753875"/>
              <a:gd name="connsiteY161" fmla="*/ 3241041 h 3613305"/>
              <a:gd name="connsiteX162" fmla="*/ 1891545 w 2753875"/>
              <a:gd name="connsiteY162" fmla="*/ 3246696 h 3613305"/>
              <a:gd name="connsiteX163" fmla="*/ 1887775 w 2753875"/>
              <a:gd name="connsiteY163" fmla="*/ 3248581 h 3613305"/>
              <a:gd name="connsiteX164" fmla="*/ 1875523 w 2753875"/>
              <a:gd name="connsiteY164" fmla="*/ 3258005 h 3613305"/>
              <a:gd name="connsiteX165" fmla="*/ 1871754 w 2753875"/>
              <a:gd name="connsiteY165" fmla="*/ 3271199 h 3613305"/>
              <a:gd name="connsiteX166" fmla="*/ 1876466 w 2753875"/>
              <a:gd name="connsiteY166" fmla="*/ 3288163 h 3613305"/>
              <a:gd name="connsiteX167" fmla="*/ 1907566 w 2753875"/>
              <a:gd name="connsiteY167" fmla="*/ 3360732 h 3613305"/>
              <a:gd name="connsiteX168" fmla="*/ 1924530 w 2753875"/>
              <a:gd name="connsiteY168" fmla="*/ 3410681 h 3613305"/>
              <a:gd name="connsiteX169" fmla="*/ 1915106 w 2753875"/>
              <a:gd name="connsiteY169" fmla="*/ 3447436 h 3613305"/>
              <a:gd name="connsiteX170" fmla="*/ 1873639 w 2753875"/>
              <a:gd name="connsiteY170" fmla="*/ 3480421 h 3613305"/>
              <a:gd name="connsiteX171" fmla="*/ 1832171 w 2753875"/>
              <a:gd name="connsiteY171" fmla="*/ 3490788 h 3613305"/>
              <a:gd name="connsiteX172" fmla="*/ 1796359 w 2753875"/>
              <a:gd name="connsiteY172" fmla="*/ 3478536 h 3613305"/>
              <a:gd name="connsiteX173" fmla="*/ 1772797 w 2753875"/>
              <a:gd name="connsiteY173" fmla="*/ 3443666 h 3613305"/>
              <a:gd name="connsiteX174" fmla="*/ 1732272 w 2753875"/>
              <a:gd name="connsiteY174" fmla="*/ 3350365 h 3613305"/>
              <a:gd name="connsiteX175" fmla="*/ 1721905 w 2753875"/>
              <a:gd name="connsiteY175" fmla="*/ 3330574 h 3613305"/>
              <a:gd name="connsiteX176" fmla="*/ 1712481 w 2753875"/>
              <a:gd name="connsiteY176" fmla="*/ 3326804 h 3613305"/>
              <a:gd name="connsiteX177" fmla="*/ 1694574 w 2753875"/>
              <a:gd name="connsiteY177" fmla="*/ 3331516 h 3613305"/>
              <a:gd name="connsiteX178" fmla="*/ 1693632 w 2753875"/>
              <a:gd name="connsiteY178" fmla="*/ 3325861 h 3613305"/>
              <a:gd name="connsiteX179" fmla="*/ 1791646 w 2753875"/>
              <a:gd name="connsiteY179" fmla="*/ 3283451 h 3613305"/>
              <a:gd name="connsiteX180" fmla="*/ 1793531 w 2753875"/>
              <a:gd name="connsiteY180" fmla="*/ 3289105 h 3613305"/>
              <a:gd name="connsiteX181" fmla="*/ 1788818 w 2753875"/>
              <a:gd name="connsiteY181" fmla="*/ 3290990 h 3613305"/>
              <a:gd name="connsiteX182" fmla="*/ 1774682 w 2753875"/>
              <a:gd name="connsiteY182" fmla="*/ 3299472 h 3613305"/>
              <a:gd name="connsiteX183" fmla="*/ 1771854 w 2753875"/>
              <a:gd name="connsiteY183" fmla="*/ 3307955 h 3613305"/>
              <a:gd name="connsiteX184" fmla="*/ 1778451 w 2753875"/>
              <a:gd name="connsiteY184" fmla="*/ 3328689 h 3613305"/>
              <a:gd name="connsiteX185" fmla="*/ 1818977 w 2753875"/>
              <a:gd name="connsiteY185" fmla="*/ 3421990 h 3613305"/>
              <a:gd name="connsiteX186" fmla="*/ 1837826 w 2753875"/>
              <a:gd name="connsiteY186" fmla="*/ 3454033 h 3613305"/>
              <a:gd name="connsiteX187" fmla="*/ 1856675 w 2753875"/>
              <a:gd name="connsiteY187" fmla="*/ 3462515 h 3613305"/>
              <a:gd name="connsiteX188" fmla="*/ 1881178 w 2753875"/>
              <a:gd name="connsiteY188" fmla="*/ 3458745 h 3613305"/>
              <a:gd name="connsiteX189" fmla="*/ 1904739 w 2753875"/>
              <a:gd name="connsiteY189" fmla="*/ 3440839 h 3613305"/>
              <a:gd name="connsiteX190" fmla="*/ 1912278 w 2753875"/>
              <a:gd name="connsiteY190" fmla="*/ 3414450 h 3613305"/>
              <a:gd name="connsiteX191" fmla="*/ 1899084 w 2753875"/>
              <a:gd name="connsiteY191" fmla="*/ 3369214 h 3613305"/>
              <a:gd name="connsiteX192" fmla="*/ 1865157 w 2753875"/>
              <a:gd name="connsiteY192" fmla="*/ 3291933 h 3613305"/>
              <a:gd name="connsiteX193" fmla="*/ 1854790 w 2753875"/>
              <a:gd name="connsiteY193" fmla="*/ 3274969 h 3613305"/>
              <a:gd name="connsiteX194" fmla="*/ 1844423 w 2753875"/>
              <a:gd name="connsiteY194" fmla="*/ 3270257 h 3613305"/>
              <a:gd name="connsiteX195" fmla="*/ 1825574 w 2753875"/>
              <a:gd name="connsiteY195" fmla="*/ 3274969 h 3613305"/>
              <a:gd name="connsiteX196" fmla="*/ 1823689 w 2753875"/>
              <a:gd name="connsiteY196" fmla="*/ 3269314 h 3613305"/>
              <a:gd name="connsiteX197" fmla="*/ 558938 w 2753875"/>
              <a:gd name="connsiteY197" fmla="*/ 3192977 h 3613305"/>
              <a:gd name="connsiteX198" fmla="*/ 561765 w 2753875"/>
              <a:gd name="connsiteY198" fmla="*/ 3194862 h 3613305"/>
              <a:gd name="connsiteX199" fmla="*/ 536319 w 2753875"/>
              <a:gd name="connsiteY199" fmla="*/ 3378637 h 3613305"/>
              <a:gd name="connsiteX200" fmla="*/ 535377 w 2753875"/>
              <a:gd name="connsiteY200" fmla="*/ 3413508 h 3613305"/>
              <a:gd name="connsiteX201" fmla="*/ 545744 w 2753875"/>
              <a:gd name="connsiteY201" fmla="*/ 3425759 h 3613305"/>
              <a:gd name="connsiteX202" fmla="*/ 542916 w 2753875"/>
              <a:gd name="connsiteY202" fmla="*/ 3430471 h 3613305"/>
              <a:gd name="connsiteX203" fmla="*/ 457155 w 2753875"/>
              <a:gd name="connsiteY203" fmla="*/ 3377695 h 3613305"/>
              <a:gd name="connsiteX204" fmla="*/ 459982 w 2753875"/>
              <a:gd name="connsiteY204" fmla="*/ 3372983 h 3613305"/>
              <a:gd name="connsiteX205" fmla="*/ 463752 w 2753875"/>
              <a:gd name="connsiteY205" fmla="*/ 3374868 h 3613305"/>
              <a:gd name="connsiteX206" fmla="*/ 479773 w 2753875"/>
              <a:gd name="connsiteY206" fmla="*/ 3380522 h 3613305"/>
              <a:gd name="connsiteX207" fmla="*/ 486370 w 2753875"/>
              <a:gd name="connsiteY207" fmla="*/ 3376752 h 3613305"/>
              <a:gd name="connsiteX208" fmla="*/ 488255 w 2753875"/>
              <a:gd name="connsiteY208" fmla="*/ 3371098 h 3613305"/>
              <a:gd name="connsiteX209" fmla="*/ 490140 w 2753875"/>
              <a:gd name="connsiteY209" fmla="*/ 3358846 h 3613305"/>
              <a:gd name="connsiteX210" fmla="*/ 493910 w 2753875"/>
              <a:gd name="connsiteY210" fmla="*/ 3330573 h 3613305"/>
              <a:gd name="connsiteX211" fmla="*/ 431709 w 2753875"/>
              <a:gd name="connsiteY211" fmla="*/ 3291933 h 3613305"/>
              <a:gd name="connsiteX212" fmla="*/ 413803 w 2753875"/>
              <a:gd name="connsiteY212" fmla="*/ 3304185 h 3613305"/>
              <a:gd name="connsiteX213" fmla="*/ 401551 w 2753875"/>
              <a:gd name="connsiteY213" fmla="*/ 3316436 h 3613305"/>
              <a:gd name="connsiteX214" fmla="*/ 400608 w 2753875"/>
              <a:gd name="connsiteY214" fmla="*/ 3331515 h 3613305"/>
              <a:gd name="connsiteX215" fmla="*/ 415687 w 2753875"/>
              <a:gd name="connsiteY215" fmla="*/ 3345652 h 3613305"/>
              <a:gd name="connsiteX216" fmla="*/ 412860 w 2753875"/>
              <a:gd name="connsiteY216" fmla="*/ 3350364 h 3613305"/>
              <a:gd name="connsiteX217" fmla="*/ 354429 w 2753875"/>
              <a:gd name="connsiteY217" fmla="*/ 3314552 h 3613305"/>
              <a:gd name="connsiteX218" fmla="*/ 357256 w 2753875"/>
              <a:gd name="connsiteY218" fmla="*/ 3309839 h 3613305"/>
              <a:gd name="connsiteX219" fmla="*/ 377990 w 2753875"/>
              <a:gd name="connsiteY219" fmla="*/ 3311724 h 3613305"/>
              <a:gd name="connsiteX220" fmla="*/ 409090 w 2753875"/>
              <a:gd name="connsiteY220" fmla="*/ 3294760 h 3613305"/>
              <a:gd name="connsiteX221" fmla="*/ 2161082 w 2753875"/>
              <a:gd name="connsiteY221" fmla="*/ 3032762 h 3613305"/>
              <a:gd name="connsiteX222" fmla="*/ 2164852 w 2753875"/>
              <a:gd name="connsiteY222" fmla="*/ 3037474 h 3613305"/>
              <a:gd name="connsiteX223" fmla="*/ 2161082 w 2753875"/>
              <a:gd name="connsiteY223" fmla="*/ 3040302 h 3613305"/>
              <a:gd name="connsiteX224" fmla="*/ 2151658 w 2753875"/>
              <a:gd name="connsiteY224" fmla="*/ 3051611 h 3613305"/>
              <a:gd name="connsiteX225" fmla="*/ 2151658 w 2753875"/>
              <a:gd name="connsiteY225" fmla="*/ 3064805 h 3613305"/>
              <a:gd name="connsiteX226" fmla="*/ 2161082 w 2753875"/>
              <a:gd name="connsiteY226" fmla="*/ 3079884 h 3613305"/>
              <a:gd name="connsiteX227" fmla="*/ 2210089 w 2753875"/>
              <a:gd name="connsiteY227" fmla="*/ 3142085 h 3613305"/>
              <a:gd name="connsiteX228" fmla="*/ 2239304 w 2753875"/>
              <a:gd name="connsiteY228" fmla="*/ 3186379 h 3613305"/>
              <a:gd name="connsiteX229" fmla="*/ 2239304 w 2753875"/>
              <a:gd name="connsiteY229" fmla="*/ 3224077 h 3613305"/>
              <a:gd name="connsiteX230" fmla="*/ 2208204 w 2753875"/>
              <a:gd name="connsiteY230" fmla="*/ 3266487 h 3613305"/>
              <a:gd name="connsiteX231" fmla="*/ 2171449 w 2753875"/>
              <a:gd name="connsiteY231" fmla="*/ 3286278 h 3613305"/>
              <a:gd name="connsiteX232" fmla="*/ 2133751 w 2753875"/>
              <a:gd name="connsiteY232" fmla="*/ 3284393 h 3613305"/>
              <a:gd name="connsiteX233" fmla="*/ 2101708 w 2753875"/>
              <a:gd name="connsiteY233" fmla="*/ 3257062 h 3613305"/>
              <a:gd name="connsiteX234" fmla="*/ 2038564 w 2753875"/>
              <a:gd name="connsiteY234" fmla="*/ 3176955 h 3613305"/>
              <a:gd name="connsiteX235" fmla="*/ 2023485 w 2753875"/>
              <a:gd name="connsiteY235" fmla="*/ 3160934 h 3613305"/>
              <a:gd name="connsiteX236" fmla="*/ 2014061 w 2753875"/>
              <a:gd name="connsiteY236" fmla="*/ 3159991 h 3613305"/>
              <a:gd name="connsiteX237" fmla="*/ 1998039 w 2753875"/>
              <a:gd name="connsiteY237" fmla="*/ 3169415 h 3613305"/>
              <a:gd name="connsiteX238" fmla="*/ 1995212 w 2753875"/>
              <a:gd name="connsiteY238" fmla="*/ 3164703 h 3613305"/>
              <a:gd name="connsiteX239" fmla="*/ 2079089 w 2753875"/>
              <a:gd name="connsiteY239" fmla="*/ 3097790 h 3613305"/>
              <a:gd name="connsiteX240" fmla="*/ 2082859 w 2753875"/>
              <a:gd name="connsiteY240" fmla="*/ 3102503 h 3613305"/>
              <a:gd name="connsiteX241" fmla="*/ 2079089 w 2753875"/>
              <a:gd name="connsiteY241" fmla="*/ 3106272 h 3613305"/>
              <a:gd name="connsiteX242" fmla="*/ 2067780 w 2753875"/>
              <a:gd name="connsiteY242" fmla="*/ 3118524 h 3613305"/>
              <a:gd name="connsiteX243" fmla="*/ 2066837 w 2753875"/>
              <a:gd name="connsiteY243" fmla="*/ 3127948 h 3613305"/>
              <a:gd name="connsiteX244" fmla="*/ 2079089 w 2753875"/>
              <a:gd name="connsiteY244" fmla="*/ 3146797 h 3613305"/>
              <a:gd name="connsiteX245" fmla="*/ 2142233 w 2753875"/>
              <a:gd name="connsiteY245" fmla="*/ 3226904 h 3613305"/>
              <a:gd name="connsiteX246" fmla="*/ 2168621 w 2753875"/>
              <a:gd name="connsiteY246" fmla="*/ 3253293 h 3613305"/>
              <a:gd name="connsiteX247" fmla="*/ 2188413 w 2753875"/>
              <a:gd name="connsiteY247" fmla="*/ 3256120 h 3613305"/>
              <a:gd name="connsiteX248" fmla="*/ 2211031 w 2753875"/>
              <a:gd name="connsiteY248" fmla="*/ 3245753 h 3613305"/>
              <a:gd name="connsiteX249" fmla="*/ 2228937 w 2753875"/>
              <a:gd name="connsiteY249" fmla="*/ 3222192 h 3613305"/>
              <a:gd name="connsiteX250" fmla="*/ 2229880 w 2753875"/>
              <a:gd name="connsiteY250" fmla="*/ 3194861 h 3613305"/>
              <a:gd name="connsiteX251" fmla="*/ 2205376 w 2753875"/>
              <a:gd name="connsiteY251" fmla="*/ 3154337 h 3613305"/>
              <a:gd name="connsiteX252" fmla="*/ 2152600 w 2753875"/>
              <a:gd name="connsiteY252" fmla="*/ 3088366 h 3613305"/>
              <a:gd name="connsiteX253" fmla="*/ 2137521 w 2753875"/>
              <a:gd name="connsiteY253" fmla="*/ 3074229 h 3613305"/>
              <a:gd name="connsiteX254" fmla="*/ 2126212 w 2753875"/>
              <a:gd name="connsiteY254" fmla="*/ 3072344 h 3613305"/>
              <a:gd name="connsiteX255" fmla="*/ 2108305 w 2753875"/>
              <a:gd name="connsiteY255" fmla="*/ 3081769 h 3613305"/>
              <a:gd name="connsiteX256" fmla="*/ 2104536 w 2753875"/>
              <a:gd name="connsiteY256" fmla="*/ 3077057 h 3613305"/>
              <a:gd name="connsiteX257" fmla="*/ 312963 w 2753875"/>
              <a:gd name="connsiteY257" fmla="*/ 3003547 h 3613305"/>
              <a:gd name="connsiteX258" fmla="*/ 393070 w 2753875"/>
              <a:gd name="connsiteY258" fmla="*/ 3075173 h 3613305"/>
              <a:gd name="connsiteX259" fmla="*/ 389300 w 2753875"/>
              <a:gd name="connsiteY259" fmla="*/ 3079885 h 3613305"/>
              <a:gd name="connsiteX260" fmla="*/ 385530 w 2753875"/>
              <a:gd name="connsiteY260" fmla="*/ 3076115 h 3613305"/>
              <a:gd name="connsiteX261" fmla="*/ 371394 w 2753875"/>
              <a:gd name="connsiteY261" fmla="*/ 3066691 h 3613305"/>
              <a:gd name="connsiteX262" fmla="*/ 361969 w 2753875"/>
              <a:gd name="connsiteY262" fmla="*/ 3067634 h 3613305"/>
              <a:gd name="connsiteX263" fmla="*/ 345948 w 2753875"/>
              <a:gd name="connsiteY263" fmla="*/ 3082713 h 3613305"/>
              <a:gd name="connsiteX264" fmla="*/ 278091 w 2753875"/>
              <a:gd name="connsiteY264" fmla="*/ 3159050 h 3613305"/>
              <a:gd name="connsiteX265" fmla="*/ 256415 w 2753875"/>
              <a:gd name="connsiteY265" fmla="*/ 3189208 h 3613305"/>
              <a:gd name="connsiteX266" fmla="*/ 256415 w 2753875"/>
              <a:gd name="connsiteY266" fmla="*/ 3209942 h 3613305"/>
              <a:gd name="connsiteX267" fmla="*/ 270552 w 2753875"/>
              <a:gd name="connsiteY267" fmla="*/ 3230675 h 3613305"/>
              <a:gd name="connsiteX268" fmla="*/ 296940 w 2753875"/>
              <a:gd name="connsiteY268" fmla="*/ 3243869 h 3613305"/>
              <a:gd name="connsiteX269" fmla="*/ 324272 w 2753875"/>
              <a:gd name="connsiteY269" fmla="*/ 3240099 h 3613305"/>
              <a:gd name="connsiteX270" fmla="*/ 359142 w 2753875"/>
              <a:gd name="connsiteY270" fmla="*/ 3208999 h 3613305"/>
              <a:gd name="connsiteX271" fmla="*/ 415688 w 2753875"/>
              <a:gd name="connsiteY271" fmla="*/ 3145856 h 3613305"/>
              <a:gd name="connsiteX272" fmla="*/ 426998 w 2753875"/>
              <a:gd name="connsiteY272" fmla="*/ 3128892 h 3613305"/>
              <a:gd name="connsiteX273" fmla="*/ 426998 w 2753875"/>
              <a:gd name="connsiteY273" fmla="*/ 3117583 h 3613305"/>
              <a:gd name="connsiteX274" fmla="*/ 414746 w 2753875"/>
              <a:gd name="connsiteY274" fmla="*/ 3101561 h 3613305"/>
              <a:gd name="connsiteX275" fmla="*/ 418516 w 2753875"/>
              <a:gd name="connsiteY275" fmla="*/ 3096849 h 3613305"/>
              <a:gd name="connsiteX276" fmla="*/ 472234 w 2753875"/>
              <a:gd name="connsiteY276" fmla="*/ 3144914 h 3613305"/>
              <a:gd name="connsiteX277" fmla="*/ 468465 w 2753875"/>
              <a:gd name="connsiteY277" fmla="*/ 3149626 h 3613305"/>
              <a:gd name="connsiteX278" fmla="*/ 465637 w 2753875"/>
              <a:gd name="connsiteY278" fmla="*/ 3146798 h 3613305"/>
              <a:gd name="connsiteX279" fmla="*/ 452443 w 2753875"/>
              <a:gd name="connsiteY279" fmla="*/ 3140201 h 3613305"/>
              <a:gd name="connsiteX280" fmla="*/ 439249 w 2753875"/>
              <a:gd name="connsiteY280" fmla="*/ 3142086 h 3613305"/>
              <a:gd name="connsiteX281" fmla="*/ 426055 w 2753875"/>
              <a:gd name="connsiteY281" fmla="*/ 3154338 h 3613305"/>
              <a:gd name="connsiteX282" fmla="*/ 373279 w 2753875"/>
              <a:gd name="connsiteY282" fmla="*/ 3213711 h 3613305"/>
              <a:gd name="connsiteX283" fmla="*/ 334639 w 2753875"/>
              <a:gd name="connsiteY283" fmla="*/ 3250466 h 3613305"/>
              <a:gd name="connsiteX284" fmla="*/ 296940 w 2753875"/>
              <a:gd name="connsiteY284" fmla="*/ 3257064 h 3613305"/>
              <a:gd name="connsiteX285" fmla="*/ 249818 w 2753875"/>
              <a:gd name="connsiteY285" fmla="*/ 3233503 h 3613305"/>
              <a:gd name="connsiteX286" fmla="*/ 223430 w 2753875"/>
              <a:gd name="connsiteY286" fmla="*/ 3200517 h 3613305"/>
              <a:gd name="connsiteX287" fmla="*/ 218718 w 2753875"/>
              <a:gd name="connsiteY287" fmla="*/ 3162820 h 3613305"/>
              <a:gd name="connsiteX288" fmla="*/ 240394 w 2753875"/>
              <a:gd name="connsiteY288" fmla="*/ 3126065 h 3613305"/>
              <a:gd name="connsiteX289" fmla="*/ 308249 w 2753875"/>
              <a:gd name="connsiteY289" fmla="*/ 3049726 h 3613305"/>
              <a:gd name="connsiteX290" fmla="*/ 321445 w 2753875"/>
              <a:gd name="connsiteY290" fmla="*/ 3031820 h 3613305"/>
              <a:gd name="connsiteX291" fmla="*/ 320502 w 2753875"/>
              <a:gd name="connsiteY291" fmla="*/ 3022396 h 3613305"/>
              <a:gd name="connsiteX292" fmla="*/ 308249 w 2753875"/>
              <a:gd name="connsiteY292" fmla="*/ 3008259 h 3613305"/>
              <a:gd name="connsiteX293" fmla="*/ 168770 w 2753875"/>
              <a:gd name="connsiteY293" fmla="*/ 2876318 h 3613305"/>
              <a:gd name="connsiteX294" fmla="*/ 246992 w 2753875"/>
              <a:gd name="connsiteY294" fmla="*/ 2918728 h 3613305"/>
              <a:gd name="connsiteX295" fmla="*/ 263014 w 2753875"/>
              <a:gd name="connsiteY295" fmla="*/ 2941346 h 3613305"/>
              <a:gd name="connsiteX296" fmla="*/ 271496 w 2753875"/>
              <a:gd name="connsiteY296" fmla="*/ 2962080 h 3613305"/>
              <a:gd name="connsiteX297" fmla="*/ 279035 w 2753875"/>
              <a:gd name="connsiteY297" fmla="*/ 2979044 h 3613305"/>
              <a:gd name="connsiteX298" fmla="*/ 286575 w 2753875"/>
              <a:gd name="connsiteY298" fmla="*/ 2982814 h 3613305"/>
              <a:gd name="connsiteX299" fmla="*/ 299769 w 2753875"/>
              <a:gd name="connsiteY299" fmla="*/ 2979986 h 3613305"/>
              <a:gd name="connsiteX300" fmla="*/ 300711 w 2753875"/>
              <a:gd name="connsiteY300" fmla="*/ 2983756 h 3613305"/>
              <a:gd name="connsiteX301" fmla="*/ 245107 w 2753875"/>
              <a:gd name="connsiteY301" fmla="*/ 3030878 h 3613305"/>
              <a:gd name="connsiteX302" fmla="*/ 241338 w 2753875"/>
              <a:gd name="connsiteY302" fmla="*/ 3026166 h 3613305"/>
              <a:gd name="connsiteX303" fmla="*/ 256417 w 2753875"/>
              <a:gd name="connsiteY303" fmla="*/ 2973389 h 3613305"/>
              <a:gd name="connsiteX304" fmla="*/ 239453 w 2753875"/>
              <a:gd name="connsiteY304" fmla="*/ 2929095 h 3613305"/>
              <a:gd name="connsiteX305" fmla="*/ 204583 w 2753875"/>
              <a:gd name="connsiteY305" fmla="*/ 2908361 h 3613305"/>
              <a:gd name="connsiteX306" fmla="*/ 162173 w 2753875"/>
              <a:gd name="connsiteY306" fmla="*/ 2914958 h 3613305"/>
              <a:gd name="connsiteX307" fmla="*/ 121647 w 2753875"/>
              <a:gd name="connsiteY307" fmla="*/ 2941346 h 3613305"/>
              <a:gd name="connsiteX308" fmla="*/ 86777 w 2753875"/>
              <a:gd name="connsiteY308" fmla="*/ 2980929 h 3613305"/>
              <a:gd name="connsiteX309" fmla="*/ 76410 w 2753875"/>
              <a:gd name="connsiteY309" fmla="*/ 3019569 h 3613305"/>
              <a:gd name="connsiteX310" fmla="*/ 92432 w 2753875"/>
              <a:gd name="connsiteY310" fmla="*/ 3054439 h 3613305"/>
              <a:gd name="connsiteX311" fmla="*/ 103741 w 2753875"/>
              <a:gd name="connsiteY311" fmla="*/ 3064806 h 3613305"/>
              <a:gd name="connsiteX312" fmla="*/ 117877 w 2753875"/>
              <a:gd name="connsiteY312" fmla="*/ 3074230 h 3613305"/>
              <a:gd name="connsiteX313" fmla="*/ 150864 w 2753875"/>
              <a:gd name="connsiteY313" fmla="*/ 3045957 h 3613305"/>
              <a:gd name="connsiteX314" fmla="*/ 162173 w 2753875"/>
              <a:gd name="connsiteY314" fmla="*/ 3034648 h 3613305"/>
              <a:gd name="connsiteX315" fmla="*/ 163115 w 2753875"/>
              <a:gd name="connsiteY315" fmla="*/ 3025223 h 3613305"/>
              <a:gd name="connsiteX316" fmla="*/ 157461 w 2753875"/>
              <a:gd name="connsiteY316" fmla="*/ 3013914 h 3613305"/>
              <a:gd name="connsiteX317" fmla="*/ 153691 w 2753875"/>
              <a:gd name="connsiteY317" fmla="*/ 3010144 h 3613305"/>
              <a:gd name="connsiteX318" fmla="*/ 158403 w 2753875"/>
              <a:gd name="connsiteY318" fmla="*/ 3006375 h 3613305"/>
              <a:gd name="connsiteX319" fmla="*/ 223431 w 2753875"/>
              <a:gd name="connsiteY319" fmla="*/ 3083654 h 3613305"/>
              <a:gd name="connsiteX320" fmla="*/ 218719 w 2753875"/>
              <a:gd name="connsiteY320" fmla="*/ 3087424 h 3613305"/>
              <a:gd name="connsiteX321" fmla="*/ 205525 w 2753875"/>
              <a:gd name="connsiteY321" fmla="*/ 3077057 h 3613305"/>
              <a:gd name="connsiteX322" fmla="*/ 195158 w 2753875"/>
              <a:gd name="connsiteY322" fmla="*/ 3077057 h 3613305"/>
              <a:gd name="connsiteX323" fmla="*/ 183849 w 2753875"/>
              <a:gd name="connsiteY323" fmla="*/ 3085539 h 3613305"/>
              <a:gd name="connsiteX324" fmla="*/ 150864 w 2753875"/>
              <a:gd name="connsiteY324" fmla="*/ 3113812 h 3613305"/>
              <a:gd name="connsiteX325" fmla="*/ 114108 w 2753875"/>
              <a:gd name="connsiteY325" fmla="*/ 3091194 h 3613305"/>
              <a:gd name="connsiteX326" fmla="*/ 82065 w 2753875"/>
              <a:gd name="connsiteY326" fmla="*/ 3060094 h 3613305"/>
              <a:gd name="connsiteX327" fmla="*/ 56619 w 2753875"/>
              <a:gd name="connsiteY327" fmla="*/ 3017684 h 3613305"/>
              <a:gd name="connsiteX328" fmla="*/ 50022 w 2753875"/>
              <a:gd name="connsiteY328" fmla="*/ 2978101 h 3613305"/>
              <a:gd name="connsiteX329" fmla="*/ 57561 w 2753875"/>
              <a:gd name="connsiteY329" fmla="*/ 2941346 h 3613305"/>
              <a:gd name="connsiteX330" fmla="*/ 86777 w 2753875"/>
              <a:gd name="connsiteY330" fmla="*/ 2902706 h 3613305"/>
              <a:gd name="connsiteX331" fmla="*/ 168770 w 2753875"/>
              <a:gd name="connsiteY331" fmla="*/ 2876318 h 3613305"/>
              <a:gd name="connsiteX332" fmla="*/ 2307159 w 2753875"/>
              <a:gd name="connsiteY332" fmla="*/ 2868778 h 3613305"/>
              <a:gd name="connsiteX333" fmla="*/ 2311871 w 2753875"/>
              <a:gd name="connsiteY333" fmla="*/ 2872548 h 3613305"/>
              <a:gd name="connsiteX334" fmla="*/ 2303389 w 2753875"/>
              <a:gd name="connsiteY334" fmla="*/ 2888569 h 3613305"/>
              <a:gd name="connsiteX335" fmla="*/ 2305274 w 2753875"/>
              <a:gd name="connsiteY335" fmla="*/ 2899879 h 3613305"/>
              <a:gd name="connsiteX336" fmla="*/ 2319411 w 2753875"/>
              <a:gd name="connsiteY336" fmla="*/ 2915900 h 3613305"/>
              <a:gd name="connsiteX337" fmla="*/ 2448524 w 2753875"/>
              <a:gd name="connsiteY337" fmla="*/ 3030877 h 3613305"/>
              <a:gd name="connsiteX338" fmla="*/ 2444755 w 2753875"/>
              <a:gd name="connsiteY338" fmla="*/ 3034647 h 3613305"/>
              <a:gd name="connsiteX339" fmla="*/ 2222340 w 2753875"/>
              <a:gd name="connsiteY339" fmla="*/ 3024280 h 3613305"/>
              <a:gd name="connsiteX340" fmla="*/ 2321295 w 2753875"/>
              <a:gd name="connsiteY340" fmla="*/ 3111927 h 3613305"/>
              <a:gd name="connsiteX341" fmla="*/ 2344856 w 2753875"/>
              <a:gd name="connsiteY341" fmla="*/ 3122294 h 3613305"/>
              <a:gd name="connsiteX342" fmla="*/ 2361820 w 2753875"/>
              <a:gd name="connsiteY342" fmla="*/ 3112869 h 3613305"/>
              <a:gd name="connsiteX343" fmla="*/ 2364647 w 2753875"/>
              <a:gd name="connsiteY343" fmla="*/ 3109099 h 3613305"/>
              <a:gd name="connsiteX344" fmla="*/ 2368417 w 2753875"/>
              <a:gd name="connsiteY344" fmla="*/ 3112869 h 3613305"/>
              <a:gd name="connsiteX345" fmla="*/ 2319411 w 2753875"/>
              <a:gd name="connsiteY345" fmla="*/ 3167531 h 3613305"/>
              <a:gd name="connsiteX346" fmla="*/ 2315641 w 2753875"/>
              <a:gd name="connsiteY346" fmla="*/ 3163761 h 3613305"/>
              <a:gd name="connsiteX347" fmla="*/ 2326008 w 2753875"/>
              <a:gd name="connsiteY347" fmla="*/ 3141142 h 3613305"/>
              <a:gd name="connsiteX348" fmla="*/ 2312813 w 2753875"/>
              <a:gd name="connsiteY348" fmla="*/ 3120409 h 3613305"/>
              <a:gd name="connsiteX349" fmla="*/ 2203491 w 2753875"/>
              <a:gd name="connsiteY349" fmla="*/ 3023338 h 3613305"/>
              <a:gd name="connsiteX350" fmla="*/ 2195951 w 2753875"/>
              <a:gd name="connsiteY350" fmla="*/ 3023338 h 3613305"/>
              <a:gd name="connsiteX351" fmla="*/ 2179930 w 2753875"/>
              <a:gd name="connsiteY351" fmla="*/ 3025223 h 3613305"/>
              <a:gd name="connsiteX352" fmla="*/ 2167678 w 2753875"/>
              <a:gd name="connsiteY352" fmla="*/ 3034647 h 3613305"/>
              <a:gd name="connsiteX353" fmla="*/ 2162966 w 2753875"/>
              <a:gd name="connsiteY353" fmla="*/ 3030877 h 3613305"/>
              <a:gd name="connsiteX354" fmla="*/ 2214800 w 2753875"/>
              <a:gd name="connsiteY354" fmla="*/ 2973389 h 3613305"/>
              <a:gd name="connsiteX355" fmla="*/ 2378784 w 2753875"/>
              <a:gd name="connsiteY355" fmla="*/ 2982813 h 3613305"/>
              <a:gd name="connsiteX356" fmla="*/ 2311871 w 2753875"/>
              <a:gd name="connsiteY356" fmla="*/ 2923440 h 3613305"/>
              <a:gd name="connsiteX357" fmla="*/ 2289253 w 2753875"/>
              <a:gd name="connsiteY357" fmla="*/ 2910245 h 3613305"/>
              <a:gd name="connsiteX358" fmla="*/ 2266634 w 2753875"/>
              <a:gd name="connsiteY358" fmla="*/ 2923440 h 3613305"/>
              <a:gd name="connsiteX359" fmla="*/ 2261922 w 2753875"/>
              <a:gd name="connsiteY359" fmla="*/ 2919670 h 3613305"/>
              <a:gd name="connsiteX360" fmla="*/ 2376899 w 2753875"/>
              <a:gd name="connsiteY360" fmla="*/ 2751916 h 3613305"/>
              <a:gd name="connsiteX361" fmla="*/ 2381611 w 2753875"/>
              <a:gd name="connsiteY361" fmla="*/ 2754743 h 3613305"/>
              <a:gd name="connsiteX362" fmla="*/ 2377842 w 2753875"/>
              <a:gd name="connsiteY362" fmla="*/ 2760398 h 3613305"/>
              <a:gd name="connsiteX363" fmla="*/ 2373130 w 2753875"/>
              <a:gd name="connsiteY363" fmla="*/ 2774534 h 3613305"/>
              <a:gd name="connsiteX364" fmla="*/ 2375957 w 2753875"/>
              <a:gd name="connsiteY364" fmla="*/ 2783959 h 3613305"/>
              <a:gd name="connsiteX365" fmla="*/ 2391036 w 2753875"/>
              <a:gd name="connsiteY365" fmla="*/ 2795268 h 3613305"/>
              <a:gd name="connsiteX366" fmla="*/ 2451353 w 2753875"/>
              <a:gd name="connsiteY366" fmla="*/ 2832967 h 3613305"/>
              <a:gd name="connsiteX367" fmla="*/ 2506957 w 2753875"/>
              <a:gd name="connsiteY367" fmla="*/ 2866894 h 3613305"/>
              <a:gd name="connsiteX368" fmla="*/ 2524863 w 2753875"/>
              <a:gd name="connsiteY368" fmla="*/ 2876319 h 3613305"/>
              <a:gd name="connsiteX369" fmla="*/ 2534287 w 2753875"/>
              <a:gd name="connsiteY369" fmla="*/ 2874434 h 3613305"/>
              <a:gd name="connsiteX370" fmla="*/ 2544654 w 2753875"/>
              <a:gd name="connsiteY370" fmla="*/ 2864067 h 3613305"/>
              <a:gd name="connsiteX371" fmla="*/ 2548424 w 2753875"/>
              <a:gd name="connsiteY371" fmla="*/ 2858412 h 3613305"/>
              <a:gd name="connsiteX372" fmla="*/ 2553136 w 2753875"/>
              <a:gd name="connsiteY372" fmla="*/ 2861240 h 3613305"/>
              <a:gd name="connsiteX373" fmla="*/ 2496590 w 2753875"/>
              <a:gd name="connsiteY373" fmla="*/ 2953598 h 3613305"/>
              <a:gd name="connsiteX374" fmla="*/ 2491878 w 2753875"/>
              <a:gd name="connsiteY374" fmla="*/ 2950771 h 3613305"/>
              <a:gd name="connsiteX375" fmla="*/ 2495647 w 2753875"/>
              <a:gd name="connsiteY375" fmla="*/ 2945117 h 3613305"/>
              <a:gd name="connsiteX376" fmla="*/ 2500359 w 2753875"/>
              <a:gd name="connsiteY376" fmla="*/ 2930980 h 3613305"/>
              <a:gd name="connsiteX377" fmla="*/ 2497532 w 2753875"/>
              <a:gd name="connsiteY377" fmla="*/ 2921556 h 3613305"/>
              <a:gd name="connsiteX378" fmla="*/ 2482453 w 2753875"/>
              <a:gd name="connsiteY378" fmla="*/ 2910246 h 3613305"/>
              <a:gd name="connsiteX379" fmla="*/ 2426849 w 2753875"/>
              <a:gd name="connsiteY379" fmla="*/ 2876319 h 3613305"/>
              <a:gd name="connsiteX380" fmla="*/ 2366533 w 2753875"/>
              <a:gd name="connsiteY380" fmla="*/ 2838621 h 3613305"/>
              <a:gd name="connsiteX381" fmla="*/ 2348626 w 2753875"/>
              <a:gd name="connsiteY381" fmla="*/ 2829197 h 3613305"/>
              <a:gd name="connsiteX382" fmla="*/ 2339202 w 2753875"/>
              <a:gd name="connsiteY382" fmla="*/ 2831082 h 3613305"/>
              <a:gd name="connsiteX383" fmla="*/ 2328835 w 2753875"/>
              <a:gd name="connsiteY383" fmla="*/ 2841449 h 3613305"/>
              <a:gd name="connsiteX384" fmla="*/ 2325065 w 2753875"/>
              <a:gd name="connsiteY384" fmla="*/ 2847103 h 3613305"/>
              <a:gd name="connsiteX385" fmla="*/ 2320353 w 2753875"/>
              <a:gd name="connsiteY385" fmla="*/ 2844276 h 3613305"/>
              <a:gd name="connsiteX386" fmla="*/ 2473027 w 2753875"/>
              <a:gd name="connsiteY386" fmla="*/ 2530444 h 3613305"/>
              <a:gd name="connsiteX387" fmla="*/ 2478682 w 2753875"/>
              <a:gd name="connsiteY387" fmla="*/ 2532329 h 3613305"/>
              <a:gd name="connsiteX388" fmla="*/ 2482452 w 2753875"/>
              <a:gd name="connsiteY388" fmla="*/ 2555890 h 3613305"/>
              <a:gd name="connsiteX389" fmla="*/ 2507898 w 2753875"/>
              <a:gd name="connsiteY389" fmla="*/ 2586990 h 3613305"/>
              <a:gd name="connsiteX390" fmla="*/ 2626645 w 2753875"/>
              <a:gd name="connsiteY390" fmla="*/ 2714220 h 3613305"/>
              <a:gd name="connsiteX391" fmla="*/ 2624760 w 2753875"/>
              <a:gd name="connsiteY391" fmla="*/ 2718932 h 3613305"/>
              <a:gd name="connsiteX392" fmla="*/ 2444754 w 2753875"/>
              <a:gd name="connsiteY392" fmla="*/ 2720817 h 3613305"/>
              <a:gd name="connsiteX393" fmla="*/ 2406114 w 2753875"/>
              <a:gd name="connsiteY393" fmla="*/ 2723645 h 3613305"/>
              <a:gd name="connsiteX394" fmla="*/ 2393863 w 2753875"/>
              <a:gd name="connsiteY394" fmla="*/ 2735896 h 3613305"/>
              <a:gd name="connsiteX395" fmla="*/ 2388208 w 2753875"/>
              <a:gd name="connsiteY395" fmla="*/ 2734011 h 3613305"/>
              <a:gd name="connsiteX396" fmla="*/ 2426848 w 2753875"/>
              <a:gd name="connsiteY396" fmla="*/ 2642595 h 3613305"/>
              <a:gd name="connsiteX397" fmla="*/ 2432503 w 2753875"/>
              <a:gd name="connsiteY397" fmla="*/ 2644480 h 3613305"/>
              <a:gd name="connsiteX398" fmla="*/ 2431560 w 2753875"/>
              <a:gd name="connsiteY398" fmla="*/ 2647307 h 3613305"/>
              <a:gd name="connsiteX399" fmla="*/ 2427790 w 2753875"/>
              <a:gd name="connsiteY399" fmla="*/ 2665213 h 3613305"/>
              <a:gd name="connsiteX400" fmla="*/ 2432503 w 2753875"/>
              <a:gd name="connsiteY400" fmla="*/ 2670868 h 3613305"/>
              <a:gd name="connsiteX401" fmla="*/ 2439100 w 2753875"/>
              <a:gd name="connsiteY401" fmla="*/ 2671811 h 3613305"/>
              <a:gd name="connsiteX402" fmla="*/ 2460776 w 2753875"/>
              <a:gd name="connsiteY402" fmla="*/ 2671811 h 3613305"/>
              <a:gd name="connsiteX403" fmla="*/ 2572926 w 2753875"/>
              <a:gd name="connsiteY403" fmla="*/ 2670868 h 3613305"/>
              <a:gd name="connsiteX404" fmla="*/ 2504128 w 2753875"/>
              <a:gd name="connsiteY404" fmla="*/ 2597357 h 3613305"/>
              <a:gd name="connsiteX405" fmla="*/ 2487164 w 2753875"/>
              <a:gd name="connsiteY405" fmla="*/ 2580393 h 3613305"/>
              <a:gd name="connsiteX406" fmla="*/ 2478682 w 2753875"/>
              <a:gd name="connsiteY406" fmla="*/ 2574739 h 3613305"/>
              <a:gd name="connsiteX407" fmla="*/ 2470200 w 2753875"/>
              <a:gd name="connsiteY407" fmla="*/ 2573796 h 3613305"/>
              <a:gd name="connsiteX408" fmla="*/ 2462660 w 2753875"/>
              <a:gd name="connsiteY408" fmla="*/ 2578508 h 3613305"/>
              <a:gd name="connsiteX409" fmla="*/ 2453236 w 2753875"/>
              <a:gd name="connsiteY409" fmla="*/ 2593587 h 3613305"/>
              <a:gd name="connsiteX410" fmla="*/ 2447582 w 2753875"/>
              <a:gd name="connsiteY410" fmla="*/ 2591702 h 3613305"/>
              <a:gd name="connsiteX411" fmla="*/ 2520150 w 2753875"/>
              <a:gd name="connsiteY411" fmla="*/ 2342899 h 3613305"/>
              <a:gd name="connsiteX412" fmla="*/ 2579523 w 2753875"/>
              <a:gd name="connsiteY412" fmla="*/ 2357036 h 3613305"/>
              <a:gd name="connsiteX413" fmla="*/ 2578581 w 2753875"/>
              <a:gd name="connsiteY413" fmla="*/ 2362690 h 3613305"/>
              <a:gd name="connsiteX414" fmla="*/ 2544653 w 2753875"/>
              <a:gd name="connsiteY414" fmla="*/ 2367402 h 3613305"/>
              <a:gd name="connsiteX415" fmla="*/ 2524862 w 2753875"/>
              <a:gd name="connsiteY415" fmla="*/ 2386251 h 3613305"/>
              <a:gd name="connsiteX416" fmla="*/ 2514495 w 2753875"/>
              <a:gd name="connsiteY416" fmla="*/ 2416409 h 3613305"/>
              <a:gd name="connsiteX417" fmla="*/ 2510725 w 2753875"/>
              <a:gd name="connsiteY417" fmla="*/ 2438086 h 3613305"/>
              <a:gd name="connsiteX418" fmla="*/ 2592717 w 2753875"/>
              <a:gd name="connsiteY418" fmla="*/ 2457877 h 3613305"/>
              <a:gd name="connsiteX419" fmla="*/ 2593660 w 2753875"/>
              <a:gd name="connsiteY419" fmla="*/ 2454107 h 3613305"/>
              <a:gd name="connsiteX420" fmla="*/ 2588005 w 2753875"/>
              <a:gd name="connsiteY420" fmla="*/ 2423006 h 3613305"/>
              <a:gd name="connsiteX421" fmla="*/ 2555020 w 2753875"/>
              <a:gd name="connsiteY421" fmla="*/ 2403215 h 3613305"/>
              <a:gd name="connsiteX422" fmla="*/ 2555962 w 2753875"/>
              <a:gd name="connsiteY422" fmla="*/ 2397560 h 3613305"/>
              <a:gd name="connsiteX423" fmla="*/ 2661515 w 2753875"/>
              <a:gd name="connsiteY423" fmla="*/ 2423006 h 3613305"/>
              <a:gd name="connsiteX424" fmla="*/ 2660573 w 2753875"/>
              <a:gd name="connsiteY424" fmla="*/ 2428662 h 3613305"/>
              <a:gd name="connsiteX425" fmla="*/ 2630415 w 2753875"/>
              <a:gd name="connsiteY425" fmla="*/ 2429604 h 3613305"/>
              <a:gd name="connsiteX426" fmla="*/ 2612509 w 2753875"/>
              <a:gd name="connsiteY426" fmla="*/ 2439028 h 3613305"/>
              <a:gd name="connsiteX427" fmla="*/ 2603084 w 2753875"/>
              <a:gd name="connsiteY427" fmla="*/ 2459762 h 3613305"/>
              <a:gd name="connsiteX428" fmla="*/ 2659631 w 2753875"/>
              <a:gd name="connsiteY428" fmla="*/ 2473899 h 3613305"/>
              <a:gd name="connsiteX429" fmla="*/ 2680364 w 2753875"/>
              <a:gd name="connsiteY429" fmla="*/ 2477668 h 3613305"/>
              <a:gd name="connsiteX430" fmla="*/ 2687904 w 2753875"/>
              <a:gd name="connsiteY430" fmla="*/ 2473899 h 3613305"/>
              <a:gd name="connsiteX431" fmla="*/ 2693558 w 2753875"/>
              <a:gd name="connsiteY431" fmla="*/ 2461647 h 3613305"/>
              <a:gd name="connsiteX432" fmla="*/ 2696386 w 2753875"/>
              <a:gd name="connsiteY432" fmla="*/ 2449395 h 3613305"/>
              <a:gd name="connsiteX433" fmla="*/ 2694501 w 2753875"/>
              <a:gd name="connsiteY433" fmla="*/ 2401330 h 3613305"/>
              <a:gd name="connsiteX434" fmla="*/ 2660573 w 2753875"/>
              <a:gd name="connsiteY434" fmla="*/ 2367402 h 3613305"/>
              <a:gd name="connsiteX435" fmla="*/ 2661515 w 2753875"/>
              <a:gd name="connsiteY435" fmla="*/ 2361748 h 3613305"/>
              <a:gd name="connsiteX436" fmla="*/ 2723716 w 2753875"/>
              <a:gd name="connsiteY436" fmla="*/ 2386251 h 3613305"/>
              <a:gd name="connsiteX437" fmla="*/ 2681306 w 2753875"/>
              <a:gd name="connsiteY437" fmla="*/ 2560603 h 3613305"/>
              <a:gd name="connsiteX438" fmla="*/ 2675652 w 2753875"/>
              <a:gd name="connsiteY438" fmla="*/ 2559661 h 3613305"/>
              <a:gd name="connsiteX439" fmla="*/ 2677537 w 2753875"/>
              <a:gd name="connsiteY439" fmla="*/ 2553063 h 3613305"/>
              <a:gd name="connsiteX440" fmla="*/ 2677537 w 2753875"/>
              <a:gd name="connsiteY440" fmla="*/ 2537984 h 3613305"/>
              <a:gd name="connsiteX441" fmla="*/ 2671882 w 2753875"/>
              <a:gd name="connsiteY441" fmla="*/ 2530445 h 3613305"/>
              <a:gd name="connsiteX442" fmla="*/ 2653976 w 2753875"/>
              <a:gd name="connsiteY442" fmla="*/ 2523848 h 3613305"/>
              <a:gd name="connsiteX443" fmla="*/ 2521092 w 2753875"/>
              <a:gd name="connsiteY443" fmla="*/ 2491805 h 3613305"/>
              <a:gd name="connsiteX444" fmla="*/ 2504128 w 2753875"/>
              <a:gd name="connsiteY444" fmla="*/ 2488035 h 3613305"/>
              <a:gd name="connsiteX445" fmla="*/ 2494704 w 2753875"/>
              <a:gd name="connsiteY445" fmla="*/ 2491805 h 3613305"/>
              <a:gd name="connsiteX446" fmla="*/ 2487164 w 2753875"/>
              <a:gd name="connsiteY446" fmla="*/ 2505942 h 3613305"/>
              <a:gd name="connsiteX447" fmla="*/ 2485280 w 2753875"/>
              <a:gd name="connsiteY447" fmla="*/ 2512539 h 3613305"/>
              <a:gd name="connsiteX448" fmla="*/ 2479625 w 2753875"/>
              <a:gd name="connsiteY448" fmla="*/ 2511596 h 3613305"/>
              <a:gd name="connsiteX449" fmla="*/ 967957 w 2753875"/>
              <a:gd name="connsiteY449" fmla="*/ 2267504 h 3613305"/>
              <a:gd name="connsiteX450" fmla="*/ 902928 w 2753875"/>
              <a:gd name="connsiteY450" fmla="*/ 2293892 h 3613305"/>
              <a:gd name="connsiteX451" fmla="*/ 884079 w 2753875"/>
              <a:gd name="connsiteY451" fmla="*/ 2290122 h 3613305"/>
              <a:gd name="connsiteX452" fmla="*/ 870885 w 2753875"/>
              <a:gd name="connsiteY452" fmla="*/ 2299547 h 3613305"/>
              <a:gd name="connsiteX453" fmla="*/ 861461 w 2753875"/>
              <a:gd name="connsiteY453" fmla="*/ 2301431 h 3613305"/>
              <a:gd name="connsiteX454" fmla="*/ 796432 w 2753875"/>
              <a:gd name="connsiteY454" fmla="*/ 2377769 h 3613305"/>
              <a:gd name="connsiteX455" fmla="*/ 796432 w 2753875"/>
              <a:gd name="connsiteY455" fmla="*/ 2389078 h 3613305"/>
              <a:gd name="connsiteX456" fmla="*/ 826590 w 2753875"/>
              <a:gd name="connsiteY456" fmla="*/ 2404157 h 3613305"/>
              <a:gd name="connsiteX457" fmla="*/ 830360 w 2753875"/>
              <a:gd name="connsiteY457" fmla="*/ 2404157 h 3613305"/>
              <a:gd name="connsiteX458" fmla="*/ 888791 w 2753875"/>
              <a:gd name="connsiteY458" fmla="*/ 2385308 h 3613305"/>
              <a:gd name="connsiteX459" fmla="*/ 949108 w 2753875"/>
              <a:gd name="connsiteY459" fmla="*/ 2369287 h 3613305"/>
              <a:gd name="connsiteX460" fmla="*/ 952878 w 2753875"/>
              <a:gd name="connsiteY460" fmla="*/ 2326877 h 3613305"/>
              <a:gd name="connsiteX461" fmla="*/ 979266 w 2753875"/>
              <a:gd name="connsiteY461" fmla="*/ 2290122 h 3613305"/>
              <a:gd name="connsiteX462" fmla="*/ 979266 w 2753875"/>
              <a:gd name="connsiteY462" fmla="*/ 2282583 h 3613305"/>
              <a:gd name="connsiteX463" fmla="*/ 967957 w 2753875"/>
              <a:gd name="connsiteY463" fmla="*/ 2267504 h 3613305"/>
              <a:gd name="connsiteX464" fmla="*/ 2596487 w 2753875"/>
              <a:gd name="connsiteY464" fmla="*/ 2188338 h 3613305"/>
              <a:gd name="connsiteX465" fmla="*/ 2560675 w 2753875"/>
              <a:gd name="connsiteY465" fmla="*/ 2195878 h 3613305"/>
              <a:gd name="connsiteX466" fmla="*/ 2545596 w 2753875"/>
              <a:gd name="connsiteY466" fmla="*/ 2230749 h 3613305"/>
              <a:gd name="connsiteX467" fmla="*/ 2543711 w 2753875"/>
              <a:gd name="connsiteY467" fmla="*/ 2246771 h 3613305"/>
              <a:gd name="connsiteX468" fmla="*/ 2634186 w 2753875"/>
              <a:gd name="connsiteY468" fmla="*/ 2255253 h 3613305"/>
              <a:gd name="connsiteX469" fmla="*/ 2635128 w 2753875"/>
              <a:gd name="connsiteY469" fmla="*/ 2246771 h 3613305"/>
              <a:gd name="connsiteX470" fmla="*/ 2634186 w 2753875"/>
              <a:gd name="connsiteY470" fmla="*/ 2214728 h 3613305"/>
              <a:gd name="connsiteX471" fmla="*/ 2621933 w 2753875"/>
              <a:gd name="connsiteY471" fmla="*/ 2196820 h 3613305"/>
              <a:gd name="connsiteX472" fmla="*/ 2596487 w 2753875"/>
              <a:gd name="connsiteY472" fmla="*/ 2188338 h 3613305"/>
              <a:gd name="connsiteX473" fmla="*/ 2748221 w 2753875"/>
              <a:gd name="connsiteY473" fmla="*/ 2120483 h 3613305"/>
              <a:gd name="connsiteX474" fmla="*/ 2753875 w 2753875"/>
              <a:gd name="connsiteY474" fmla="*/ 2121425 h 3613305"/>
              <a:gd name="connsiteX475" fmla="*/ 2747278 w 2753875"/>
              <a:gd name="connsiteY475" fmla="*/ 2186454 h 3613305"/>
              <a:gd name="connsiteX476" fmla="*/ 2648322 w 2753875"/>
              <a:gd name="connsiteY476" fmla="*/ 2243943 h 3613305"/>
              <a:gd name="connsiteX477" fmla="*/ 2647380 w 2753875"/>
              <a:gd name="connsiteY477" fmla="*/ 2257137 h 3613305"/>
              <a:gd name="connsiteX478" fmla="*/ 2704869 w 2753875"/>
              <a:gd name="connsiteY478" fmla="*/ 2262792 h 3613305"/>
              <a:gd name="connsiteX479" fmla="*/ 2726544 w 2753875"/>
              <a:gd name="connsiteY479" fmla="*/ 2262792 h 3613305"/>
              <a:gd name="connsiteX480" fmla="*/ 2734084 w 2753875"/>
              <a:gd name="connsiteY480" fmla="*/ 2256195 h 3613305"/>
              <a:gd name="connsiteX481" fmla="*/ 2738796 w 2753875"/>
              <a:gd name="connsiteY481" fmla="*/ 2237346 h 3613305"/>
              <a:gd name="connsiteX482" fmla="*/ 2744451 w 2753875"/>
              <a:gd name="connsiteY482" fmla="*/ 2238289 h 3613305"/>
              <a:gd name="connsiteX483" fmla="*/ 2734084 w 2753875"/>
              <a:gd name="connsiteY483" fmla="*/ 2343842 h 3613305"/>
              <a:gd name="connsiteX484" fmla="*/ 2728429 w 2753875"/>
              <a:gd name="connsiteY484" fmla="*/ 2342899 h 3613305"/>
              <a:gd name="connsiteX485" fmla="*/ 2727487 w 2753875"/>
              <a:gd name="connsiteY485" fmla="*/ 2323108 h 3613305"/>
              <a:gd name="connsiteX486" fmla="*/ 2720890 w 2753875"/>
              <a:gd name="connsiteY486" fmla="*/ 2315568 h 3613305"/>
              <a:gd name="connsiteX487" fmla="*/ 2700156 w 2753875"/>
              <a:gd name="connsiteY487" fmla="*/ 2311799 h 3613305"/>
              <a:gd name="connsiteX488" fmla="*/ 2566329 w 2753875"/>
              <a:gd name="connsiteY488" fmla="*/ 2298605 h 3613305"/>
              <a:gd name="connsiteX489" fmla="*/ 2544653 w 2753875"/>
              <a:gd name="connsiteY489" fmla="*/ 2298605 h 3613305"/>
              <a:gd name="connsiteX490" fmla="*/ 2537114 w 2753875"/>
              <a:gd name="connsiteY490" fmla="*/ 2305202 h 3613305"/>
              <a:gd name="connsiteX491" fmla="*/ 2532402 w 2753875"/>
              <a:gd name="connsiteY491" fmla="*/ 2324050 h 3613305"/>
              <a:gd name="connsiteX492" fmla="*/ 2526747 w 2753875"/>
              <a:gd name="connsiteY492" fmla="*/ 2323108 h 3613305"/>
              <a:gd name="connsiteX493" fmla="*/ 2536171 w 2753875"/>
              <a:gd name="connsiteY493" fmla="*/ 2226979 h 3613305"/>
              <a:gd name="connsiteX494" fmla="*/ 2546538 w 2753875"/>
              <a:gd name="connsiteY494" fmla="*/ 2172317 h 3613305"/>
              <a:gd name="connsiteX495" fmla="*/ 2568214 w 2753875"/>
              <a:gd name="connsiteY495" fmla="*/ 2145929 h 3613305"/>
              <a:gd name="connsiteX496" fmla="*/ 2602142 w 2753875"/>
              <a:gd name="connsiteY496" fmla="*/ 2138389 h 3613305"/>
              <a:gd name="connsiteX497" fmla="*/ 2637955 w 2753875"/>
              <a:gd name="connsiteY497" fmla="*/ 2158180 h 3613305"/>
              <a:gd name="connsiteX498" fmla="*/ 2649265 w 2753875"/>
              <a:gd name="connsiteY498" fmla="*/ 2189281 h 3613305"/>
              <a:gd name="connsiteX499" fmla="*/ 2723717 w 2753875"/>
              <a:gd name="connsiteY499" fmla="*/ 2146871 h 3613305"/>
              <a:gd name="connsiteX500" fmla="*/ 2741624 w 2753875"/>
              <a:gd name="connsiteY500" fmla="*/ 2134620 h 3613305"/>
              <a:gd name="connsiteX501" fmla="*/ 2748221 w 2753875"/>
              <a:gd name="connsiteY501" fmla="*/ 2120483 h 3613305"/>
              <a:gd name="connsiteX502" fmla="*/ 2686020 w 2753875"/>
              <a:gd name="connsiteY502" fmla="*/ 1945190 h 3613305"/>
              <a:gd name="connsiteX503" fmla="*/ 2731256 w 2753875"/>
              <a:gd name="connsiteY503" fmla="*/ 1964039 h 3613305"/>
              <a:gd name="connsiteX504" fmla="*/ 2751048 w 2753875"/>
              <a:gd name="connsiteY504" fmla="*/ 2014931 h 3613305"/>
              <a:gd name="connsiteX505" fmla="*/ 2749163 w 2753875"/>
              <a:gd name="connsiteY505" fmla="*/ 2033780 h 3613305"/>
              <a:gd name="connsiteX506" fmla="*/ 2742566 w 2753875"/>
              <a:gd name="connsiteY506" fmla="*/ 2055456 h 3613305"/>
              <a:gd name="connsiteX507" fmla="*/ 2739739 w 2753875"/>
              <a:gd name="connsiteY507" fmla="*/ 2067708 h 3613305"/>
              <a:gd name="connsiteX508" fmla="*/ 2742566 w 2753875"/>
              <a:gd name="connsiteY508" fmla="*/ 2076190 h 3613305"/>
              <a:gd name="connsiteX509" fmla="*/ 2751990 w 2753875"/>
              <a:gd name="connsiteY509" fmla="*/ 2082787 h 3613305"/>
              <a:gd name="connsiteX510" fmla="*/ 2751990 w 2753875"/>
              <a:gd name="connsiteY510" fmla="*/ 2088442 h 3613305"/>
              <a:gd name="connsiteX511" fmla="*/ 2673768 w 2753875"/>
              <a:gd name="connsiteY511" fmla="*/ 2090326 h 3613305"/>
              <a:gd name="connsiteX512" fmla="*/ 2673768 w 2753875"/>
              <a:gd name="connsiteY512" fmla="*/ 2084672 h 3613305"/>
              <a:gd name="connsiteX513" fmla="*/ 2723717 w 2753875"/>
              <a:gd name="connsiteY513" fmla="*/ 2057341 h 3613305"/>
              <a:gd name="connsiteX514" fmla="*/ 2739739 w 2753875"/>
              <a:gd name="connsiteY514" fmla="*/ 2015874 h 3613305"/>
              <a:gd name="connsiteX515" fmla="*/ 2729372 w 2753875"/>
              <a:gd name="connsiteY515" fmla="*/ 1988542 h 3613305"/>
              <a:gd name="connsiteX516" fmla="*/ 2707696 w 2753875"/>
              <a:gd name="connsiteY516" fmla="*/ 1979118 h 3613305"/>
              <a:gd name="connsiteX517" fmla="*/ 2693559 w 2753875"/>
              <a:gd name="connsiteY517" fmla="*/ 1983830 h 3613305"/>
              <a:gd name="connsiteX518" fmla="*/ 2680365 w 2753875"/>
              <a:gd name="connsiteY518" fmla="*/ 1996082 h 3613305"/>
              <a:gd name="connsiteX519" fmla="*/ 2665286 w 2753875"/>
              <a:gd name="connsiteY519" fmla="*/ 2024356 h 3613305"/>
              <a:gd name="connsiteX520" fmla="*/ 2642667 w 2753875"/>
              <a:gd name="connsiteY520" fmla="*/ 2065823 h 3613305"/>
              <a:gd name="connsiteX521" fmla="*/ 2620991 w 2753875"/>
              <a:gd name="connsiteY521" fmla="*/ 2085614 h 3613305"/>
              <a:gd name="connsiteX522" fmla="*/ 2594602 w 2753875"/>
              <a:gd name="connsiteY522" fmla="*/ 2093154 h 3613305"/>
              <a:gd name="connsiteX523" fmla="*/ 2552192 w 2753875"/>
              <a:gd name="connsiteY523" fmla="*/ 2076190 h 3613305"/>
              <a:gd name="connsiteX524" fmla="*/ 2533344 w 2753875"/>
              <a:gd name="connsiteY524" fmla="*/ 2030953 h 3613305"/>
              <a:gd name="connsiteX525" fmla="*/ 2535229 w 2753875"/>
              <a:gd name="connsiteY525" fmla="*/ 2011162 h 3613305"/>
              <a:gd name="connsiteX526" fmla="*/ 2541826 w 2753875"/>
              <a:gd name="connsiteY526" fmla="*/ 1993254 h 3613305"/>
              <a:gd name="connsiteX527" fmla="*/ 2546538 w 2753875"/>
              <a:gd name="connsiteY527" fmla="*/ 1979118 h 3613305"/>
              <a:gd name="connsiteX528" fmla="*/ 2543711 w 2753875"/>
              <a:gd name="connsiteY528" fmla="*/ 1972521 h 3613305"/>
              <a:gd name="connsiteX529" fmla="*/ 2531459 w 2753875"/>
              <a:gd name="connsiteY529" fmla="*/ 1968751 h 3613305"/>
              <a:gd name="connsiteX530" fmla="*/ 2533344 w 2753875"/>
              <a:gd name="connsiteY530" fmla="*/ 1964039 h 3613305"/>
              <a:gd name="connsiteX531" fmla="*/ 2602142 w 2753875"/>
              <a:gd name="connsiteY531" fmla="*/ 1960269 h 3613305"/>
              <a:gd name="connsiteX532" fmla="*/ 2602142 w 2753875"/>
              <a:gd name="connsiteY532" fmla="*/ 1966866 h 3613305"/>
              <a:gd name="connsiteX533" fmla="*/ 2560675 w 2753875"/>
              <a:gd name="connsiteY533" fmla="*/ 1989485 h 3613305"/>
              <a:gd name="connsiteX534" fmla="*/ 2545596 w 2753875"/>
              <a:gd name="connsiteY534" fmla="*/ 2027183 h 3613305"/>
              <a:gd name="connsiteX535" fmla="*/ 2554077 w 2753875"/>
              <a:gd name="connsiteY535" fmla="*/ 2051686 h 3613305"/>
              <a:gd name="connsiteX536" fmla="*/ 2573869 w 2753875"/>
              <a:gd name="connsiteY536" fmla="*/ 2060168 h 3613305"/>
              <a:gd name="connsiteX537" fmla="*/ 2586120 w 2753875"/>
              <a:gd name="connsiteY537" fmla="*/ 2056399 h 3613305"/>
              <a:gd name="connsiteX538" fmla="*/ 2600257 w 2753875"/>
              <a:gd name="connsiteY538" fmla="*/ 2042262 h 3613305"/>
              <a:gd name="connsiteX539" fmla="*/ 2617221 w 2753875"/>
              <a:gd name="connsiteY539" fmla="*/ 2008334 h 3613305"/>
              <a:gd name="connsiteX540" fmla="*/ 2650207 w 2753875"/>
              <a:gd name="connsiteY540" fmla="*/ 1958384 h 3613305"/>
              <a:gd name="connsiteX541" fmla="*/ 2686020 w 2753875"/>
              <a:gd name="connsiteY541" fmla="*/ 1945190 h 3613305"/>
              <a:gd name="connsiteX542" fmla="*/ 2719005 w 2753875"/>
              <a:gd name="connsiteY542" fmla="*/ 1801940 h 3613305"/>
              <a:gd name="connsiteX543" fmla="*/ 2736911 w 2753875"/>
              <a:gd name="connsiteY543" fmla="*/ 1909379 h 3613305"/>
              <a:gd name="connsiteX544" fmla="*/ 2731257 w 2753875"/>
              <a:gd name="connsiteY544" fmla="*/ 1910321 h 3613305"/>
              <a:gd name="connsiteX545" fmla="*/ 2730315 w 2753875"/>
              <a:gd name="connsiteY545" fmla="*/ 1903724 h 3613305"/>
              <a:gd name="connsiteX546" fmla="*/ 2724660 w 2753875"/>
              <a:gd name="connsiteY546" fmla="*/ 1889588 h 3613305"/>
              <a:gd name="connsiteX547" fmla="*/ 2716178 w 2753875"/>
              <a:gd name="connsiteY547" fmla="*/ 1884875 h 3613305"/>
              <a:gd name="connsiteX548" fmla="*/ 2697329 w 2753875"/>
              <a:gd name="connsiteY548" fmla="*/ 1886760 h 3613305"/>
              <a:gd name="connsiteX549" fmla="*/ 2562560 w 2753875"/>
              <a:gd name="connsiteY549" fmla="*/ 1909379 h 3613305"/>
              <a:gd name="connsiteX550" fmla="*/ 2542768 w 2753875"/>
              <a:gd name="connsiteY550" fmla="*/ 1914091 h 3613305"/>
              <a:gd name="connsiteX551" fmla="*/ 2537114 w 2753875"/>
              <a:gd name="connsiteY551" fmla="*/ 1921630 h 3613305"/>
              <a:gd name="connsiteX552" fmla="*/ 2536171 w 2753875"/>
              <a:gd name="connsiteY552" fmla="*/ 1935767 h 3613305"/>
              <a:gd name="connsiteX553" fmla="*/ 2537114 w 2753875"/>
              <a:gd name="connsiteY553" fmla="*/ 1942364 h 3613305"/>
              <a:gd name="connsiteX554" fmla="*/ 2531459 w 2753875"/>
              <a:gd name="connsiteY554" fmla="*/ 1943307 h 3613305"/>
              <a:gd name="connsiteX555" fmla="*/ 2513553 w 2753875"/>
              <a:gd name="connsiteY555" fmla="*/ 1835868 h 3613305"/>
              <a:gd name="connsiteX556" fmla="*/ 2519207 w 2753875"/>
              <a:gd name="connsiteY556" fmla="*/ 1834925 h 3613305"/>
              <a:gd name="connsiteX557" fmla="*/ 2520150 w 2753875"/>
              <a:gd name="connsiteY557" fmla="*/ 1841522 h 3613305"/>
              <a:gd name="connsiteX558" fmla="*/ 2525805 w 2753875"/>
              <a:gd name="connsiteY558" fmla="*/ 1855660 h 3613305"/>
              <a:gd name="connsiteX559" fmla="*/ 2534286 w 2753875"/>
              <a:gd name="connsiteY559" fmla="*/ 1860372 h 3613305"/>
              <a:gd name="connsiteX560" fmla="*/ 2553135 w 2753875"/>
              <a:gd name="connsiteY560" fmla="*/ 1858487 h 3613305"/>
              <a:gd name="connsiteX561" fmla="*/ 2687905 w 2753875"/>
              <a:gd name="connsiteY561" fmla="*/ 1835868 h 3613305"/>
              <a:gd name="connsiteX562" fmla="*/ 2707696 w 2753875"/>
              <a:gd name="connsiteY562" fmla="*/ 1831156 h 3613305"/>
              <a:gd name="connsiteX563" fmla="*/ 2713350 w 2753875"/>
              <a:gd name="connsiteY563" fmla="*/ 1823616 h 3613305"/>
              <a:gd name="connsiteX564" fmla="*/ 2714293 w 2753875"/>
              <a:gd name="connsiteY564" fmla="*/ 1809480 h 3613305"/>
              <a:gd name="connsiteX565" fmla="*/ 2713350 w 2753875"/>
              <a:gd name="connsiteY565" fmla="*/ 1802882 h 3613305"/>
              <a:gd name="connsiteX566" fmla="*/ 2586121 w 2753875"/>
              <a:gd name="connsiteY566" fmla="*/ 1407059 h 3613305"/>
              <a:gd name="connsiteX567" fmla="*/ 2634185 w 2753875"/>
              <a:gd name="connsiteY567" fmla="*/ 1513554 h 3613305"/>
              <a:gd name="connsiteX568" fmla="*/ 2629473 w 2753875"/>
              <a:gd name="connsiteY568" fmla="*/ 1515439 h 3613305"/>
              <a:gd name="connsiteX569" fmla="*/ 2624761 w 2753875"/>
              <a:gd name="connsiteY569" fmla="*/ 1506015 h 3613305"/>
              <a:gd name="connsiteX570" fmla="*/ 2616279 w 2753875"/>
              <a:gd name="connsiteY570" fmla="*/ 1493763 h 3613305"/>
              <a:gd name="connsiteX571" fmla="*/ 2606855 w 2753875"/>
              <a:gd name="connsiteY571" fmla="*/ 1490936 h 3613305"/>
              <a:gd name="connsiteX572" fmla="*/ 2588948 w 2753875"/>
              <a:gd name="connsiteY572" fmla="*/ 1497533 h 3613305"/>
              <a:gd name="connsiteX573" fmla="*/ 2551251 w 2753875"/>
              <a:gd name="connsiteY573" fmla="*/ 1514497 h 3613305"/>
              <a:gd name="connsiteX574" fmla="*/ 2489992 w 2753875"/>
              <a:gd name="connsiteY574" fmla="*/ 1595546 h 3613305"/>
              <a:gd name="connsiteX575" fmla="*/ 2470200 w 2753875"/>
              <a:gd name="connsiteY575" fmla="*/ 1626647 h 3613305"/>
              <a:gd name="connsiteX576" fmla="*/ 2471484 w 2753875"/>
              <a:gd name="connsiteY576" fmla="*/ 1637559 h 3613305"/>
              <a:gd name="connsiteX577" fmla="*/ 2517323 w 2753875"/>
              <a:gd name="connsiteY577" fmla="*/ 1625704 h 3613305"/>
              <a:gd name="connsiteX578" fmla="*/ 2518265 w 2753875"/>
              <a:gd name="connsiteY578" fmla="*/ 1631359 h 3613305"/>
              <a:gd name="connsiteX579" fmla="*/ 2493762 w 2753875"/>
              <a:gd name="connsiteY579" fmla="*/ 1649265 h 3613305"/>
              <a:gd name="connsiteX580" fmla="*/ 2484337 w 2753875"/>
              <a:gd name="connsiteY580" fmla="*/ 1668114 h 3613305"/>
              <a:gd name="connsiteX581" fmla="*/ 2487164 w 2753875"/>
              <a:gd name="connsiteY581" fmla="*/ 1688847 h 3613305"/>
              <a:gd name="connsiteX582" fmla="*/ 2490934 w 2753875"/>
              <a:gd name="connsiteY582" fmla="*/ 1703926 h 3613305"/>
              <a:gd name="connsiteX583" fmla="*/ 2646436 w 2753875"/>
              <a:gd name="connsiteY583" fmla="*/ 1664344 h 3613305"/>
              <a:gd name="connsiteX584" fmla="*/ 2665285 w 2753875"/>
              <a:gd name="connsiteY584" fmla="*/ 1657747 h 3613305"/>
              <a:gd name="connsiteX585" fmla="*/ 2669997 w 2753875"/>
              <a:gd name="connsiteY585" fmla="*/ 1649265 h 3613305"/>
              <a:gd name="connsiteX586" fmla="*/ 2669055 w 2753875"/>
              <a:gd name="connsiteY586" fmla="*/ 1635128 h 3613305"/>
              <a:gd name="connsiteX587" fmla="*/ 2667170 w 2753875"/>
              <a:gd name="connsiteY587" fmla="*/ 1628531 h 3613305"/>
              <a:gd name="connsiteX588" fmla="*/ 2672825 w 2753875"/>
              <a:gd name="connsiteY588" fmla="*/ 1627589 h 3613305"/>
              <a:gd name="connsiteX589" fmla="*/ 2700155 w 2753875"/>
              <a:gd name="connsiteY589" fmla="*/ 1733142 h 3613305"/>
              <a:gd name="connsiteX590" fmla="*/ 2694501 w 2753875"/>
              <a:gd name="connsiteY590" fmla="*/ 1734084 h 3613305"/>
              <a:gd name="connsiteX591" fmla="*/ 2692616 w 2753875"/>
              <a:gd name="connsiteY591" fmla="*/ 1727487 h 3613305"/>
              <a:gd name="connsiteX592" fmla="*/ 2686019 w 2753875"/>
              <a:gd name="connsiteY592" fmla="*/ 1714293 h 3613305"/>
              <a:gd name="connsiteX593" fmla="*/ 2677537 w 2753875"/>
              <a:gd name="connsiteY593" fmla="*/ 1709581 h 3613305"/>
              <a:gd name="connsiteX594" fmla="*/ 2658688 w 2753875"/>
              <a:gd name="connsiteY594" fmla="*/ 1712408 h 3613305"/>
              <a:gd name="connsiteX595" fmla="*/ 2503186 w 2753875"/>
              <a:gd name="connsiteY595" fmla="*/ 1751991 h 3613305"/>
              <a:gd name="connsiteX596" fmla="*/ 2506956 w 2753875"/>
              <a:gd name="connsiteY596" fmla="*/ 1766127 h 3613305"/>
              <a:gd name="connsiteX597" fmla="*/ 2522977 w 2753875"/>
              <a:gd name="connsiteY597" fmla="*/ 1793458 h 3613305"/>
              <a:gd name="connsiteX598" fmla="*/ 2561617 w 2753875"/>
              <a:gd name="connsiteY598" fmla="*/ 1800997 h 3613305"/>
              <a:gd name="connsiteX599" fmla="*/ 2563502 w 2753875"/>
              <a:gd name="connsiteY599" fmla="*/ 1806652 h 3613305"/>
              <a:gd name="connsiteX600" fmla="*/ 2508841 w 2753875"/>
              <a:gd name="connsiteY600" fmla="*/ 1820788 h 3613305"/>
              <a:gd name="connsiteX601" fmla="*/ 2462661 w 2753875"/>
              <a:gd name="connsiteY601" fmla="*/ 1639841 h 3613305"/>
              <a:gd name="connsiteX602" fmla="*/ 2464101 w 2753875"/>
              <a:gd name="connsiteY602" fmla="*/ 1639469 h 3613305"/>
              <a:gd name="connsiteX603" fmla="*/ 2424963 w 2753875"/>
              <a:gd name="connsiteY603" fmla="*/ 1554079 h 3613305"/>
              <a:gd name="connsiteX604" fmla="*/ 2430618 w 2753875"/>
              <a:gd name="connsiteY604" fmla="*/ 1552194 h 3613305"/>
              <a:gd name="connsiteX605" fmla="*/ 2432503 w 2753875"/>
              <a:gd name="connsiteY605" fmla="*/ 1555964 h 3613305"/>
              <a:gd name="connsiteX606" fmla="*/ 2440042 w 2753875"/>
              <a:gd name="connsiteY606" fmla="*/ 1566331 h 3613305"/>
              <a:gd name="connsiteX607" fmla="*/ 2446639 w 2753875"/>
              <a:gd name="connsiteY607" fmla="*/ 1567273 h 3613305"/>
              <a:gd name="connsiteX608" fmla="*/ 2466431 w 2753875"/>
              <a:gd name="connsiteY608" fmla="*/ 1544655 h 3613305"/>
              <a:gd name="connsiteX609" fmla="*/ 2513553 w 2753875"/>
              <a:gd name="connsiteY609" fmla="*/ 1482454 h 3613305"/>
              <a:gd name="connsiteX610" fmla="*/ 2440985 w 2753875"/>
              <a:gd name="connsiteY610" fmla="*/ 1473972 h 3613305"/>
              <a:gd name="connsiteX611" fmla="*/ 2407057 w 2753875"/>
              <a:gd name="connsiteY611" fmla="*/ 1473972 h 3613305"/>
              <a:gd name="connsiteX612" fmla="*/ 2402345 w 2753875"/>
              <a:gd name="connsiteY612" fmla="*/ 1480569 h 3613305"/>
              <a:gd name="connsiteX613" fmla="*/ 2406114 w 2753875"/>
              <a:gd name="connsiteY613" fmla="*/ 1500360 h 3613305"/>
              <a:gd name="connsiteX614" fmla="*/ 2400460 w 2753875"/>
              <a:gd name="connsiteY614" fmla="*/ 1503188 h 3613305"/>
              <a:gd name="connsiteX615" fmla="*/ 2375014 w 2753875"/>
              <a:gd name="connsiteY615" fmla="*/ 1443814 h 3613305"/>
              <a:gd name="connsiteX616" fmla="*/ 2380669 w 2753875"/>
              <a:gd name="connsiteY616" fmla="*/ 1440987 h 3613305"/>
              <a:gd name="connsiteX617" fmla="*/ 2392920 w 2753875"/>
              <a:gd name="connsiteY617" fmla="*/ 1453238 h 3613305"/>
              <a:gd name="connsiteX618" fmla="*/ 2434387 w 2753875"/>
              <a:gd name="connsiteY618" fmla="*/ 1460778 h 3613305"/>
              <a:gd name="connsiteX619" fmla="*/ 2521093 w 2753875"/>
              <a:gd name="connsiteY619" fmla="*/ 1471145 h 3613305"/>
              <a:gd name="connsiteX620" fmla="*/ 2567272 w 2753875"/>
              <a:gd name="connsiteY620" fmla="*/ 1450411 h 3613305"/>
              <a:gd name="connsiteX621" fmla="*/ 2585178 w 2753875"/>
              <a:gd name="connsiteY621" fmla="*/ 1440987 h 3613305"/>
              <a:gd name="connsiteX622" fmla="*/ 2588948 w 2753875"/>
              <a:gd name="connsiteY622" fmla="*/ 1432505 h 3613305"/>
              <a:gd name="connsiteX623" fmla="*/ 2586121 w 2753875"/>
              <a:gd name="connsiteY623" fmla="*/ 1419311 h 3613305"/>
              <a:gd name="connsiteX624" fmla="*/ 2581409 w 2753875"/>
              <a:gd name="connsiteY624" fmla="*/ 1408944 h 3613305"/>
              <a:gd name="connsiteX625" fmla="*/ 1375090 w 2753875"/>
              <a:gd name="connsiteY625" fmla="*/ 1276060 h 3613305"/>
              <a:gd name="connsiteX626" fmla="*/ 1319486 w 2753875"/>
              <a:gd name="connsiteY626" fmla="*/ 1293966 h 3613305"/>
              <a:gd name="connsiteX627" fmla="*/ 1290270 w 2753875"/>
              <a:gd name="connsiteY627" fmla="*/ 1337318 h 3613305"/>
              <a:gd name="connsiteX628" fmla="*/ 1263882 w 2753875"/>
              <a:gd name="connsiteY628" fmla="*/ 1337318 h 3613305"/>
              <a:gd name="connsiteX629" fmla="*/ 1256343 w 2753875"/>
              <a:gd name="connsiteY629" fmla="*/ 1359937 h 3613305"/>
              <a:gd name="connsiteX630" fmla="*/ 1256343 w 2753875"/>
              <a:gd name="connsiteY630" fmla="*/ 1413656 h 3613305"/>
              <a:gd name="connsiteX631" fmla="*/ 1261055 w 2753875"/>
              <a:gd name="connsiteY631" fmla="*/ 1471144 h 3613305"/>
              <a:gd name="connsiteX632" fmla="*/ 1222415 w 2753875"/>
              <a:gd name="connsiteY632" fmla="*/ 1517324 h 3613305"/>
              <a:gd name="connsiteX633" fmla="*/ 1189430 w 2753875"/>
              <a:gd name="connsiteY633" fmla="*/ 1569158 h 3613305"/>
              <a:gd name="connsiteX634" fmla="*/ 1122517 w 2753875"/>
              <a:gd name="connsiteY634" fmla="*/ 1667171 h 3613305"/>
              <a:gd name="connsiteX635" fmla="*/ 1126286 w 2753875"/>
              <a:gd name="connsiteY635" fmla="*/ 1693559 h 3613305"/>
              <a:gd name="connsiteX636" fmla="*/ 1099898 w 2753875"/>
              <a:gd name="connsiteY636" fmla="*/ 1739739 h 3613305"/>
              <a:gd name="connsiteX637" fmla="*/ 1099898 w 2753875"/>
              <a:gd name="connsiteY637" fmla="*/ 1762357 h 3613305"/>
              <a:gd name="connsiteX638" fmla="*/ 1122517 w 2753875"/>
              <a:gd name="connsiteY638" fmla="*/ 1762357 h 3613305"/>
              <a:gd name="connsiteX639" fmla="*/ 1143250 w 2753875"/>
              <a:gd name="connsiteY639" fmla="*/ 1733142 h 3613305"/>
              <a:gd name="connsiteX640" fmla="*/ 1168696 w 2753875"/>
              <a:gd name="connsiteY640" fmla="*/ 1712408 h 3613305"/>
              <a:gd name="connsiteX641" fmla="*/ 1256343 w 2753875"/>
              <a:gd name="connsiteY641" fmla="*/ 1658689 h 3613305"/>
              <a:gd name="connsiteX642" fmla="*/ 1293098 w 2753875"/>
              <a:gd name="connsiteY642" fmla="*/ 1622877 h 3613305"/>
              <a:gd name="connsiteX643" fmla="*/ 1347759 w 2753875"/>
              <a:gd name="connsiteY643" fmla="*/ 1608740 h 3613305"/>
              <a:gd name="connsiteX644" fmla="*/ 1343989 w 2753875"/>
              <a:gd name="connsiteY644" fmla="*/ 1558791 h 3613305"/>
              <a:gd name="connsiteX645" fmla="*/ 1353414 w 2753875"/>
              <a:gd name="connsiteY645" fmla="*/ 1501302 h 3613305"/>
              <a:gd name="connsiteX646" fmla="*/ 1381687 w 2753875"/>
              <a:gd name="connsiteY646" fmla="*/ 1477741 h 3613305"/>
              <a:gd name="connsiteX647" fmla="*/ 1420327 w 2753875"/>
              <a:gd name="connsiteY647" fmla="*/ 1386325 h 3613305"/>
              <a:gd name="connsiteX648" fmla="*/ 1462736 w 2753875"/>
              <a:gd name="connsiteY648" fmla="*/ 1298678 h 3613305"/>
              <a:gd name="connsiteX649" fmla="*/ 1462736 w 2753875"/>
              <a:gd name="connsiteY649" fmla="*/ 1279830 h 3613305"/>
              <a:gd name="connsiteX650" fmla="*/ 1435406 w 2753875"/>
              <a:gd name="connsiteY650" fmla="*/ 1286427 h 3613305"/>
              <a:gd name="connsiteX651" fmla="*/ 1382629 w 2753875"/>
              <a:gd name="connsiteY651" fmla="*/ 1276060 h 3613305"/>
              <a:gd name="connsiteX652" fmla="*/ 2612510 w 2753875"/>
              <a:gd name="connsiteY652" fmla="*/ 0 h 3613305"/>
              <a:gd name="connsiteX653" fmla="*/ 2628531 w 2753875"/>
              <a:gd name="connsiteY653" fmla="*/ 10367 h 3613305"/>
              <a:gd name="connsiteX654" fmla="*/ 2648322 w 2753875"/>
              <a:gd name="connsiteY654" fmla="*/ 6597 h 3613305"/>
              <a:gd name="connsiteX655" fmla="*/ 2695444 w 2753875"/>
              <a:gd name="connsiteY655" fmla="*/ 80107 h 3613305"/>
              <a:gd name="connsiteX656" fmla="*/ 2728429 w 2753875"/>
              <a:gd name="connsiteY656" fmla="*/ 165869 h 3613305"/>
              <a:gd name="connsiteX657" fmla="*/ 2743508 w 2753875"/>
              <a:gd name="connsiteY657" fmla="*/ 227127 h 3613305"/>
              <a:gd name="connsiteX658" fmla="*/ 2730314 w 2753875"/>
              <a:gd name="connsiteY658" fmla="*/ 353415 h 3613305"/>
              <a:gd name="connsiteX659" fmla="*/ 2719947 w 2753875"/>
              <a:gd name="connsiteY659" fmla="*/ 368493 h 3613305"/>
              <a:gd name="connsiteX660" fmla="*/ 2719947 w 2753875"/>
              <a:gd name="connsiteY660" fmla="*/ 376032 h 3613305"/>
              <a:gd name="connsiteX661" fmla="*/ 2738796 w 2753875"/>
              <a:gd name="connsiteY661" fmla="*/ 407133 h 3613305"/>
              <a:gd name="connsiteX662" fmla="*/ 2734084 w 2753875"/>
              <a:gd name="connsiteY662" fmla="*/ 429751 h 3613305"/>
              <a:gd name="connsiteX663" fmla="*/ 2750105 w 2753875"/>
              <a:gd name="connsiteY663" fmla="*/ 453312 h 3613305"/>
              <a:gd name="connsiteX664" fmla="*/ 2738796 w 2753875"/>
              <a:gd name="connsiteY664" fmla="*/ 468391 h 3613305"/>
              <a:gd name="connsiteX665" fmla="*/ 2738796 w 2753875"/>
              <a:gd name="connsiteY665" fmla="*/ 487241 h 3613305"/>
              <a:gd name="connsiteX666" fmla="*/ 2723717 w 2753875"/>
              <a:gd name="connsiteY666" fmla="*/ 506089 h 3613305"/>
              <a:gd name="connsiteX667" fmla="*/ 2731256 w 2753875"/>
              <a:gd name="connsiteY667" fmla="*/ 536247 h 3613305"/>
              <a:gd name="connsiteX668" fmla="*/ 2731256 w 2753875"/>
              <a:gd name="connsiteY668" fmla="*/ 558865 h 3613305"/>
              <a:gd name="connsiteX669" fmla="*/ 2716178 w 2753875"/>
              <a:gd name="connsiteY669" fmla="*/ 563578 h 3613305"/>
              <a:gd name="connsiteX670" fmla="*/ 2716178 w 2753875"/>
              <a:gd name="connsiteY670" fmla="*/ 586196 h 3613305"/>
              <a:gd name="connsiteX671" fmla="*/ 2708638 w 2753875"/>
              <a:gd name="connsiteY671" fmla="*/ 601275 h 3613305"/>
              <a:gd name="connsiteX672" fmla="*/ 2713350 w 2753875"/>
              <a:gd name="connsiteY672" fmla="*/ 623893 h 3613305"/>
              <a:gd name="connsiteX673" fmla="*/ 2686020 w 2753875"/>
              <a:gd name="connsiteY673" fmla="*/ 651224 h 3613305"/>
              <a:gd name="connsiteX674" fmla="*/ 2704868 w 2753875"/>
              <a:gd name="connsiteY674" fmla="*/ 673843 h 3613305"/>
              <a:gd name="connsiteX675" fmla="*/ 2693559 w 2753875"/>
              <a:gd name="connsiteY675" fmla="*/ 681382 h 3613305"/>
              <a:gd name="connsiteX676" fmla="*/ 2678480 w 2753875"/>
              <a:gd name="connsiteY676" fmla="*/ 681382 h 3613305"/>
              <a:gd name="connsiteX677" fmla="*/ 2678480 w 2753875"/>
              <a:gd name="connsiteY677" fmla="*/ 696461 h 3613305"/>
              <a:gd name="connsiteX678" fmla="*/ 2647380 w 2753875"/>
              <a:gd name="connsiteY678" fmla="*/ 741698 h 3613305"/>
              <a:gd name="connsiteX679" fmla="*/ 2629473 w 2753875"/>
              <a:gd name="connsiteY679" fmla="*/ 792590 h 3613305"/>
              <a:gd name="connsiteX680" fmla="*/ 2629473 w 2753875"/>
              <a:gd name="connsiteY680" fmla="*/ 800129 h 3613305"/>
              <a:gd name="connsiteX681" fmla="*/ 2587064 w 2753875"/>
              <a:gd name="connsiteY681" fmla="*/ 880236 h 3613305"/>
              <a:gd name="connsiteX682" fmla="*/ 2569158 w 2753875"/>
              <a:gd name="connsiteY682" fmla="*/ 923588 h 3613305"/>
              <a:gd name="connsiteX683" fmla="*/ 2544654 w 2753875"/>
              <a:gd name="connsiteY683" fmla="*/ 960343 h 3613305"/>
              <a:gd name="connsiteX684" fmla="*/ 2544654 w 2753875"/>
              <a:gd name="connsiteY684" fmla="*/ 986732 h 3613305"/>
              <a:gd name="connsiteX685" fmla="*/ 2524863 w 2753875"/>
              <a:gd name="connsiteY685" fmla="*/ 1009350 h 3613305"/>
              <a:gd name="connsiteX686" fmla="*/ 2506014 w 2753875"/>
              <a:gd name="connsiteY686" fmla="*/ 1010293 h 3613305"/>
              <a:gd name="connsiteX687" fmla="*/ 2429677 w 2753875"/>
              <a:gd name="connsiteY687" fmla="*/ 1101709 h 3613305"/>
              <a:gd name="connsiteX688" fmla="*/ 2429677 w 2753875"/>
              <a:gd name="connsiteY688" fmla="*/ 1113018 h 3613305"/>
              <a:gd name="connsiteX689" fmla="*/ 2400461 w 2753875"/>
              <a:gd name="connsiteY689" fmla="*/ 1152601 h 3613305"/>
              <a:gd name="connsiteX690" fmla="*/ 2382555 w 2753875"/>
              <a:gd name="connsiteY690" fmla="*/ 1199722 h 3613305"/>
              <a:gd name="connsiteX691" fmla="*/ 2351455 w 2753875"/>
              <a:gd name="connsiteY691" fmla="*/ 1237420 h 3613305"/>
              <a:gd name="connsiteX692" fmla="*/ 2328836 w 2753875"/>
              <a:gd name="connsiteY692" fmla="*/ 1279830 h 3613305"/>
              <a:gd name="connsiteX693" fmla="*/ 2193125 w 2753875"/>
              <a:gd name="connsiteY693" fmla="*/ 1408001 h 3613305"/>
              <a:gd name="connsiteX694" fmla="*/ 2139406 w 2753875"/>
              <a:gd name="connsiteY694" fmla="*/ 1434389 h 3613305"/>
              <a:gd name="connsiteX695" fmla="*/ 2120557 w 2753875"/>
              <a:gd name="connsiteY695" fmla="*/ 1434389 h 3613305"/>
              <a:gd name="connsiteX696" fmla="*/ 2091342 w 2753875"/>
              <a:gd name="connsiteY696" fmla="*/ 1470202 h 3613305"/>
              <a:gd name="connsiteX697" fmla="*/ 2067781 w 2753875"/>
              <a:gd name="connsiteY697" fmla="*/ 1507899 h 3613305"/>
              <a:gd name="connsiteX698" fmla="*/ 2033853 w 2753875"/>
              <a:gd name="connsiteY698" fmla="*/ 1535230 h 3613305"/>
              <a:gd name="connsiteX699" fmla="*/ 2005580 w 2753875"/>
              <a:gd name="connsiteY699" fmla="*/ 1564446 h 3613305"/>
              <a:gd name="connsiteX700" fmla="*/ 1965055 w 2753875"/>
              <a:gd name="connsiteY700" fmla="*/ 1581410 h 3613305"/>
              <a:gd name="connsiteX701" fmla="*/ 1921703 w 2753875"/>
              <a:gd name="connsiteY701" fmla="*/ 1595546 h 3613305"/>
              <a:gd name="connsiteX702" fmla="*/ 1910394 w 2753875"/>
              <a:gd name="connsiteY702" fmla="*/ 1604028 h 3613305"/>
              <a:gd name="connsiteX703" fmla="*/ 1890603 w 2753875"/>
              <a:gd name="connsiteY703" fmla="*/ 1603086 h 3613305"/>
              <a:gd name="connsiteX704" fmla="*/ 1814265 w 2753875"/>
              <a:gd name="connsiteY704" fmla="*/ 1645495 h 3613305"/>
              <a:gd name="connsiteX705" fmla="*/ 1742640 w 2753875"/>
              <a:gd name="connsiteY705" fmla="*/ 1692617 h 3613305"/>
              <a:gd name="connsiteX706" fmla="*/ 1580541 w 2753875"/>
              <a:gd name="connsiteY706" fmla="*/ 1764242 h 3613305"/>
              <a:gd name="connsiteX707" fmla="*/ 1496664 w 2753875"/>
              <a:gd name="connsiteY707" fmla="*/ 1764242 h 3613305"/>
              <a:gd name="connsiteX708" fmla="*/ 1424097 w 2753875"/>
              <a:gd name="connsiteY708" fmla="*/ 1754818 h 3613305"/>
              <a:gd name="connsiteX709" fmla="*/ 1427866 w 2753875"/>
              <a:gd name="connsiteY709" fmla="*/ 1783091 h 3613305"/>
              <a:gd name="connsiteX710" fmla="*/ 1411845 w 2753875"/>
              <a:gd name="connsiteY710" fmla="*/ 1875450 h 3613305"/>
              <a:gd name="connsiteX711" fmla="*/ 1411845 w 2753875"/>
              <a:gd name="connsiteY711" fmla="*/ 1882989 h 3613305"/>
              <a:gd name="connsiteX712" fmla="*/ 1293098 w 2753875"/>
              <a:gd name="connsiteY712" fmla="*/ 1929169 h 3613305"/>
              <a:gd name="connsiteX713" fmla="*/ 1304407 w 2753875"/>
              <a:gd name="connsiteY713" fmla="*/ 1959327 h 3613305"/>
              <a:gd name="connsiteX714" fmla="*/ 1216760 w 2753875"/>
              <a:gd name="connsiteY714" fmla="*/ 2028125 h 3613305"/>
              <a:gd name="connsiteX715" fmla="*/ 1216760 w 2753875"/>
              <a:gd name="connsiteY715" fmla="*/ 2066765 h 3613305"/>
              <a:gd name="connsiteX716" fmla="*/ 1194142 w 2753875"/>
              <a:gd name="connsiteY716" fmla="*/ 2105404 h 3613305"/>
              <a:gd name="connsiteX717" fmla="*/ 1220530 w 2753875"/>
              <a:gd name="connsiteY717" fmla="*/ 2128023 h 3613305"/>
              <a:gd name="connsiteX718" fmla="*/ 1224300 w 2753875"/>
              <a:gd name="connsiteY718" fmla="*/ 2155354 h 3613305"/>
              <a:gd name="connsiteX719" fmla="*/ 1160214 w 2753875"/>
              <a:gd name="connsiteY719" fmla="*/ 2220382 h 3613305"/>
              <a:gd name="connsiteX720" fmla="*/ 1126286 w 2753875"/>
              <a:gd name="connsiteY720" fmla="*/ 2251482 h 3613305"/>
              <a:gd name="connsiteX721" fmla="*/ 1110265 w 2753875"/>
              <a:gd name="connsiteY721" fmla="*/ 2300489 h 3613305"/>
              <a:gd name="connsiteX722" fmla="*/ 1121574 w 2753875"/>
              <a:gd name="connsiteY722" fmla="*/ 2308028 h 3613305"/>
              <a:gd name="connsiteX723" fmla="*/ 1131941 w 2753875"/>
              <a:gd name="connsiteY723" fmla="*/ 2308028 h 3613305"/>
              <a:gd name="connsiteX724" fmla="*/ 1225242 w 2753875"/>
              <a:gd name="connsiteY724" fmla="*/ 2263734 h 3613305"/>
              <a:gd name="connsiteX725" fmla="*/ 1295925 w 2753875"/>
              <a:gd name="connsiteY725" fmla="*/ 2196821 h 3613305"/>
              <a:gd name="connsiteX726" fmla="*/ 1280846 w 2753875"/>
              <a:gd name="connsiteY726" fmla="*/ 2177972 h 3613305"/>
              <a:gd name="connsiteX727" fmla="*/ 1303465 w 2753875"/>
              <a:gd name="connsiteY727" fmla="*/ 2143102 h 3613305"/>
              <a:gd name="connsiteX728" fmla="*/ 1342104 w 2753875"/>
              <a:gd name="connsiteY728" fmla="*/ 2177972 h 3613305"/>
              <a:gd name="connsiteX729" fmla="*/ 1364723 w 2753875"/>
              <a:gd name="connsiteY729" fmla="*/ 2254310 h 3613305"/>
              <a:gd name="connsiteX730" fmla="*/ 1364723 w 2753875"/>
              <a:gd name="connsiteY730" fmla="*/ 2265619 h 3613305"/>
              <a:gd name="connsiteX731" fmla="*/ 1312889 w 2753875"/>
              <a:gd name="connsiteY731" fmla="*/ 2336302 h 3613305"/>
              <a:gd name="connsiteX732" fmla="*/ 1238436 w 2753875"/>
              <a:gd name="connsiteY732" fmla="*/ 2384366 h 3613305"/>
              <a:gd name="connsiteX733" fmla="*/ 1212048 w 2753875"/>
              <a:gd name="connsiteY733" fmla="*/ 2384366 h 3613305"/>
              <a:gd name="connsiteX734" fmla="*/ 1032043 w 2753875"/>
              <a:gd name="connsiteY734" fmla="*/ 2491804 h 3613305"/>
              <a:gd name="connsiteX735" fmla="*/ 989633 w 2753875"/>
              <a:gd name="connsiteY735" fmla="*/ 2506883 h 3613305"/>
              <a:gd name="connsiteX736" fmla="*/ 989633 w 2753875"/>
              <a:gd name="connsiteY736" fmla="*/ 2530444 h 3613305"/>
              <a:gd name="connsiteX737" fmla="*/ 977381 w 2753875"/>
              <a:gd name="connsiteY737" fmla="*/ 2545523 h 3613305"/>
              <a:gd name="connsiteX738" fmla="*/ 978324 w 2753875"/>
              <a:gd name="connsiteY738" fmla="*/ 2580393 h 3613305"/>
              <a:gd name="connsiteX739" fmla="*/ 934028 w 2753875"/>
              <a:gd name="connsiteY739" fmla="*/ 2653903 h 3613305"/>
              <a:gd name="connsiteX740" fmla="*/ 868058 w 2753875"/>
              <a:gd name="connsiteY740" fmla="*/ 2875376 h 3613305"/>
              <a:gd name="connsiteX741" fmla="*/ 852979 w 2753875"/>
              <a:gd name="connsiteY741" fmla="*/ 2914016 h 3613305"/>
              <a:gd name="connsiteX742" fmla="*/ 822821 w 2753875"/>
              <a:gd name="connsiteY742" fmla="*/ 2963965 h 3613305"/>
              <a:gd name="connsiteX743" fmla="*/ 780411 w 2753875"/>
              <a:gd name="connsiteY743" fmla="*/ 3066690 h 3613305"/>
              <a:gd name="connsiteX744" fmla="*/ 780411 w 2753875"/>
              <a:gd name="connsiteY744" fmla="*/ 3051611 h 3613305"/>
              <a:gd name="connsiteX745" fmla="*/ 749311 w 2753875"/>
              <a:gd name="connsiteY745" fmla="*/ 3026166 h 3613305"/>
              <a:gd name="connsiteX746" fmla="*/ 728577 w 2753875"/>
              <a:gd name="connsiteY746" fmla="*/ 2993180 h 3613305"/>
              <a:gd name="connsiteX747" fmla="*/ 716325 w 2753875"/>
              <a:gd name="connsiteY747" fmla="*/ 2898937 h 3613305"/>
              <a:gd name="connsiteX748" fmla="*/ 689937 w 2753875"/>
              <a:gd name="connsiteY748" fmla="*/ 2833909 h 3613305"/>
              <a:gd name="connsiteX749" fmla="*/ 689937 w 2753875"/>
              <a:gd name="connsiteY749" fmla="*/ 2830139 h 3613305"/>
              <a:gd name="connsiteX750" fmla="*/ 708786 w 2753875"/>
              <a:gd name="connsiteY750" fmla="*/ 2818829 h 3613305"/>
              <a:gd name="connsiteX751" fmla="*/ 712555 w 2753875"/>
              <a:gd name="connsiteY751" fmla="*/ 2799981 h 3613305"/>
              <a:gd name="connsiteX752" fmla="*/ 712555 w 2753875"/>
              <a:gd name="connsiteY752" fmla="*/ 2792441 h 3613305"/>
              <a:gd name="connsiteX753" fmla="*/ 701246 w 2753875"/>
              <a:gd name="connsiteY753" fmla="*/ 2773592 h 3613305"/>
              <a:gd name="connsiteX754" fmla="*/ 724807 w 2753875"/>
              <a:gd name="connsiteY754" fmla="*/ 2743435 h 3613305"/>
              <a:gd name="connsiteX755" fmla="*/ 754965 w 2753875"/>
              <a:gd name="connsiteY755" fmla="*/ 2742492 h 3613305"/>
              <a:gd name="connsiteX756" fmla="*/ 801145 w 2753875"/>
              <a:gd name="connsiteY756" fmla="*/ 2646363 h 3613305"/>
              <a:gd name="connsiteX757" fmla="*/ 808684 w 2753875"/>
              <a:gd name="connsiteY757" fmla="*/ 2596414 h 3613305"/>
              <a:gd name="connsiteX758" fmla="*/ 793605 w 2753875"/>
              <a:gd name="connsiteY758" fmla="*/ 2588875 h 3613305"/>
              <a:gd name="connsiteX759" fmla="*/ 736116 w 2753875"/>
              <a:gd name="connsiteY759" fmla="*/ 2603954 h 3613305"/>
              <a:gd name="connsiteX760" fmla="*/ 691822 w 2753875"/>
              <a:gd name="connsiteY760" fmla="*/ 2537983 h 3613305"/>
              <a:gd name="connsiteX761" fmla="*/ 659779 w 2753875"/>
              <a:gd name="connsiteY761" fmla="*/ 2462588 h 3613305"/>
              <a:gd name="connsiteX762" fmla="*/ 659779 w 2753875"/>
              <a:gd name="connsiteY762" fmla="*/ 2458818 h 3613305"/>
              <a:gd name="connsiteX763" fmla="*/ 728577 w 2753875"/>
              <a:gd name="connsiteY763" fmla="*/ 2390021 h 3613305"/>
              <a:gd name="connsiteX764" fmla="*/ 728577 w 2753875"/>
              <a:gd name="connsiteY764" fmla="*/ 2382481 h 3613305"/>
              <a:gd name="connsiteX765" fmla="*/ 717268 w 2753875"/>
              <a:gd name="connsiteY765" fmla="*/ 2371172 h 3613305"/>
              <a:gd name="connsiteX766" fmla="*/ 709728 w 2753875"/>
              <a:gd name="connsiteY766" fmla="*/ 2371172 h 3613305"/>
              <a:gd name="connsiteX767" fmla="*/ 690879 w 2753875"/>
              <a:gd name="connsiteY767" fmla="*/ 2378711 h 3613305"/>
              <a:gd name="connsiteX768" fmla="*/ 675800 w 2753875"/>
              <a:gd name="connsiteY768" fmla="*/ 2378711 h 3613305"/>
              <a:gd name="connsiteX769" fmla="*/ 672031 w 2753875"/>
              <a:gd name="connsiteY769" fmla="*/ 2348553 h 3613305"/>
              <a:gd name="connsiteX770" fmla="*/ 661664 w 2753875"/>
              <a:gd name="connsiteY770" fmla="*/ 2324992 h 3613305"/>
              <a:gd name="connsiteX771" fmla="*/ 645642 w 2753875"/>
              <a:gd name="connsiteY771" fmla="*/ 2275986 h 3613305"/>
              <a:gd name="connsiteX772" fmla="*/ 645642 w 2753875"/>
              <a:gd name="connsiteY772" fmla="*/ 2241116 h 3613305"/>
              <a:gd name="connsiteX773" fmla="*/ 656952 w 2753875"/>
              <a:gd name="connsiteY773" fmla="*/ 2218497 h 3613305"/>
              <a:gd name="connsiteX774" fmla="*/ 750253 w 2753875"/>
              <a:gd name="connsiteY774" fmla="*/ 2204360 h 3613305"/>
              <a:gd name="connsiteX775" fmla="*/ 836957 w 2753875"/>
              <a:gd name="connsiteY775" fmla="*/ 2187397 h 3613305"/>
              <a:gd name="connsiteX776" fmla="*/ 1035812 w 2753875"/>
              <a:gd name="connsiteY776" fmla="*/ 2079959 h 3613305"/>
              <a:gd name="connsiteX777" fmla="*/ 870885 w 2753875"/>
              <a:gd name="connsiteY777" fmla="*/ 2133678 h 3613305"/>
              <a:gd name="connsiteX778" fmla="*/ 817166 w 2753875"/>
              <a:gd name="connsiteY778" fmla="*/ 2133678 h 3613305"/>
              <a:gd name="connsiteX779" fmla="*/ 764390 w 2753875"/>
              <a:gd name="connsiteY779" fmla="*/ 2079016 h 3613305"/>
              <a:gd name="connsiteX780" fmla="*/ 721980 w 2753875"/>
              <a:gd name="connsiteY780" fmla="*/ 2014931 h 3613305"/>
              <a:gd name="connsiteX781" fmla="*/ 721980 w 2753875"/>
              <a:gd name="connsiteY781" fmla="*/ 2003621 h 3613305"/>
              <a:gd name="connsiteX782" fmla="*/ 783238 w 2753875"/>
              <a:gd name="connsiteY782" fmla="*/ 1961212 h 3613305"/>
              <a:gd name="connsiteX783" fmla="*/ 840727 w 2753875"/>
              <a:gd name="connsiteY783" fmla="*/ 1915032 h 3613305"/>
              <a:gd name="connsiteX784" fmla="*/ 879367 w 2753875"/>
              <a:gd name="connsiteY784" fmla="*/ 1910320 h 3613305"/>
              <a:gd name="connsiteX785" fmla="*/ 920834 w 2753875"/>
              <a:gd name="connsiteY785" fmla="*/ 1879220 h 3613305"/>
              <a:gd name="connsiteX786" fmla="*/ 924604 w 2753875"/>
              <a:gd name="connsiteY786" fmla="*/ 1878277 h 3613305"/>
              <a:gd name="connsiteX787" fmla="*/ 908582 w 2753875"/>
              <a:gd name="connsiteY787" fmla="*/ 1851889 h 3613305"/>
              <a:gd name="connsiteX788" fmla="*/ 895388 w 2753875"/>
              <a:gd name="connsiteY788" fmla="*/ 1809479 h 3613305"/>
              <a:gd name="connsiteX789" fmla="*/ 890676 w 2753875"/>
              <a:gd name="connsiteY789" fmla="*/ 1811364 h 3613305"/>
              <a:gd name="connsiteX790" fmla="*/ 879367 w 2753875"/>
              <a:gd name="connsiteY790" fmla="*/ 1788746 h 3613305"/>
              <a:gd name="connsiteX791" fmla="*/ 824705 w 2753875"/>
              <a:gd name="connsiteY791" fmla="*/ 1830213 h 3613305"/>
              <a:gd name="connsiteX792" fmla="*/ 768159 w 2753875"/>
              <a:gd name="connsiteY792" fmla="*/ 1866025 h 3613305"/>
              <a:gd name="connsiteX793" fmla="*/ 680513 w 2753875"/>
              <a:gd name="connsiteY793" fmla="*/ 1888644 h 3613305"/>
              <a:gd name="connsiteX794" fmla="*/ 680513 w 2753875"/>
              <a:gd name="connsiteY794" fmla="*/ 1911262 h 3613305"/>
              <a:gd name="connsiteX795" fmla="*/ 668261 w 2753875"/>
              <a:gd name="connsiteY795" fmla="*/ 1926341 h 3613305"/>
              <a:gd name="connsiteX796" fmla="*/ 608887 w 2753875"/>
              <a:gd name="connsiteY796" fmla="*/ 1945190 h 3613305"/>
              <a:gd name="connsiteX797" fmla="*/ 603233 w 2753875"/>
              <a:gd name="connsiteY797" fmla="*/ 1957442 h 3613305"/>
              <a:gd name="connsiteX798" fmla="*/ 576845 w 2753875"/>
              <a:gd name="connsiteY798" fmla="*/ 1957442 h 3613305"/>
              <a:gd name="connsiteX799" fmla="*/ 454328 w 2753875"/>
              <a:gd name="connsiteY799" fmla="*/ 1957442 h 3613305"/>
              <a:gd name="connsiteX800" fmla="*/ 347832 w 2753875"/>
              <a:gd name="connsiteY800" fmla="*/ 1933881 h 3613305"/>
              <a:gd name="connsiteX801" fmla="*/ 186676 w 2753875"/>
              <a:gd name="connsiteY801" fmla="*/ 1834925 h 3613305"/>
              <a:gd name="connsiteX802" fmla="*/ 167827 w 2753875"/>
              <a:gd name="connsiteY802" fmla="*/ 1834925 h 3613305"/>
              <a:gd name="connsiteX803" fmla="*/ 123532 w 2753875"/>
              <a:gd name="connsiteY803" fmla="*/ 1795343 h 3613305"/>
              <a:gd name="connsiteX804" fmla="*/ 83008 w 2753875"/>
              <a:gd name="connsiteY804" fmla="*/ 1755760 h 3613305"/>
              <a:gd name="connsiteX805" fmla="*/ 45310 w 2753875"/>
              <a:gd name="connsiteY805" fmla="*/ 1632301 h 3613305"/>
              <a:gd name="connsiteX806" fmla="*/ 26461 w 2753875"/>
              <a:gd name="connsiteY806" fmla="*/ 1667171 h 3613305"/>
              <a:gd name="connsiteX807" fmla="*/ 2900 w 2753875"/>
              <a:gd name="connsiteY807" fmla="*/ 1645495 h 3613305"/>
              <a:gd name="connsiteX808" fmla="*/ 7613 w 2753875"/>
              <a:gd name="connsiteY808" fmla="*/ 1621934 h 3613305"/>
              <a:gd name="connsiteX809" fmla="*/ 7613 w 2753875"/>
              <a:gd name="connsiteY809" fmla="*/ 1610625 h 3613305"/>
              <a:gd name="connsiteX810" fmla="*/ 73 w 2753875"/>
              <a:gd name="connsiteY810" fmla="*/ 1584237 h 3613305"/>
              <a:gd name="connsiteX811" fmla="*/ 9497 w 2753875"/>
              <a:gd name="connsiteY811" fmla="*/ 1492820 h 3613305"/>
              <a:gd name="connsiteX812" fmla="*/ 29289 w 2753875"/>
              <a:gd name="connsiteY812" fmla="*/ 1443814 h 3613305"/>
              <a:gd name="connsiteX813" fmla="*/ 50022 w 2753875"/>
              <a:gd name="connsiteY813" fmla="*/ 1344858 h 3613305"/>
              <a:gd name="connsiteX814" fmla="*/ 86777 w 2753875"/>
              <a:gd name="connsiteY814" fmla="*/ 1301506 h 3613305"/>
              <a:gd name="connsiteX815" fmla="*/ 118820 w 2753875"/>
              <a:gd name="connsiteY815" fmla="*/ 1252499 h 3613305"/>
              <a:gd name="connsiteX816" fmla="*/ 195158 w 2753875"/>
              <a:gd name="connsiteY816" fmla="*/ 1172392 h 3613305"/>
              <a:gd name="connsiteX817" fmla="*/ 221546 w 2753875"/>
              <a:gd name="connsiteY817" fmla="*/ 1172392 h 3613305"/>
              <a:gd name="connsiteX818" fmla="*/ 254531 w 2753875"/>
              <a:gd name="connsiteY818" fmla="*/ 1097939 h 3613305"/>
              <a:gd name="connsiteX819" fmla="*/ 294113 w 2753875"/>
              <a:gd name="connsiteY819" fmla="*/ 1030084 h 3613305"/>
              <a:gd name="connsiteX820" fmla="*/ 346890 w 2753875"/>
              <a:gd name="connsiteY820" fmla="*/ 982962 h 3613305"/>
              <a:gd name="connsiteX821" fmla="*/ 376105 w 2753875"/>
              <a:gd name="connsiteY821" fmla="*/ 962228 h 3613305"/>
              <a:gd name="connsiteX822" fmla="*/ 394954 w 2753875"/>
              <a:gd name="connsiteY822" fmla="*/ 934898 h 3613305"/>
              <a:gd name="connsiteX823" fmla="*/ 448673 w 2753875"/>
              <a:gd name="connsiteY823" fmla="*/ 888718 h 3613305"/>
              <a:gd name="connsiteX824" fmla="*/ 508989 w 2753875"/>
              <a:gd name="connsiteY824" fmla="*/ 853848 h 3613305"/>
              <a:gd name="connsiteX825" fmla="*/ 566478 w 2753875"/>
              <a:gd name="connsiteY825" fmla="*/ 782223 h 3613305"/>
              <a:gd name="connsiteX826" fmla="*/ 627736 w 2753875"/>
              <a:gd name="connsiteY826" fmla="*/ 720964 h 3613305"/>
              <a:gd name="connsiteX827" fmla="*/ 686167 w 2753875"/>
              <a:gd name="connsiteY827" fmla="*/ 653109 h 3613305"/>
              <a:gd name="connsiteX828" fmla="*/ 750253 w 2753875"/>
              <a:gd name="connsiteY828" fmla="*/ 594678 h 3613305"/>
              <a:gd name="connsiteX829" fmla="*/ 894446 w 2753875"/>
              <a:gd name="connsiteY829" fmla="*/ 490067 h 3613305"/>
              <a:gd name="connsiteX830" fmla="*/ 934971 w 2753875"/>
              <a:gd name="connsiteY830" fmla="*/ 464622 h 3613305"/>
              <a:gd name="connsiteX831" fmla="*/ 980209 w 2753875"/>
              <a:gd name="connsiteY831" fmla="*/ 448601 h 3613305"/>
              <a:gd name="connsiteX832" fmla="*/ 1063143 w 2753875"/>
              <a:gd name="connsiteY832" fmla="*/ 409019 h 3613305"/>
              <a:gd name="connsiteX833" fmla="*/ 1150790 w 2753875"/>
              <a:gd name="connsiteY833" fmla="*/ 351529 h 3613305"/>
              <a:gd name="connsiteX834" fmla="*/ 1254458 w 2753875"/>
              <a:gd name="connsiteY834" fmla="*/ 312889 h 3613305"/>
              <a:gd name="connsiteX835" fmla="*/ 1265767 w 2753875"/>
              <a:gd name="connsiteY835" fmla="*/ 304407 h 3613305"/>
              <a:gd name="connsiteX836" fmla="*/ 1304407 w 2753875"/>
              <a:gd name="connsiteY836" fmla="*/ 300637 h 3613305"/>
              <a:gd name="connsiteX837" fmla="*/ 1319486 w 2753875"/>
              <a:gd name="connsiteY837" fmla="*/ 309119 h 3613305"/>
              <a:gd name="connsiteX838" fmla="*/ 1342104 w 2753875"/>
              <a:gd name="connsiteY838" fmla="*/ 309119 h 3613305"/>
              <a:gd name="connsiteX839" fmla="*/ 1235609 w 2753875"/>
              <a:gd name="connsiteY839" fmla="*/ 406190 h 3613305"/>
              <a:gd name="connsiteX840" fmla="*/ 1134768 w 2753875"/>
              <a:gd name="connsiteY840" fmla="*/ 505146 h 3613305"/>
              <a:gd name="connsiteX841" fmla="*/ 1119689 w 2753875"/>
              <a:gd name="connsiteY841" fmla="*/ 500434 h 3613305"/>
              <a:gd name="connsiteX842" fmla="*/ 1062201 w 2753875"/>
              <a:gd name="connsiteY842" fmla="*/ 554153 h 3613305"/>
              <a:gd name="connsiteX843" fmla="*/ 1000942 w 2753875"/>
              <a:gd name="connsiteY843" fmla="*/ 600332 h 3613305"/>
              <a:gd name="connsiteX844" fmla="*/ 939683 w 2753875"/>
              <a:gd name="connsiteY844" fmla="*/ 642742 h 3613305"/>
              <a:gd name="connsiteX845" fmla="*/ 892561 w 2753875"/>
              <a:gd name="connsiteY845" fmla="*/ 703058 h 3613305"/>
              <a:gd name="connsiteX846" fmla="*/ 844497 w 2753875"/>
              <a:gd name="connsiteY846" fmla="*/ 757719 h 3613305"/>
              <a:gd name="connsiteX847" fmla="*/ 806799 w 2753875"/>
              <a:gd name="connsiteY847" fmla="*/ 785050 h 3613305"/>
              <a:gd name="connsiteX848" fmla="*/ 784181 w 2753875"/>
              <a:gd name="connsiteY848" fmla="*/ 823690 h 3613305"/>
              <a:gd name="connsiteX849" fmla="*/ 721037 w 2753875"/>
              <a:gd name="connsiteY849" fmla="*/ 883064 h 3613305"/>
              <a:gd name="connsiteX850" fmla="*/ 694649 w 2753875"/>
              <a:gd name="connsiteY850" fmla="*/ 921704 h 3613305"/>
              <a:gd name="connsiteX851" fmla="*/ 661664 w 2753875"/>
              <a:gd name="connsiteY851" fmla="*/ 949977 h 3613305"/>
              <a:gd name="connsiteX852" fmla="*/ 602290 w 2753875"/>
              <a:gd name="connsiteY852" fmla="*/ 1013120 h 3613305"/>
              <a:gd name="connsiteX853" fmla="*/ 508047 w 2753875"/>
              <a:gd name="connsiteY853" fmla="*/ 1167680 h 3613305"/>
              <a:gd name="connsiteX854" fmla="*/ 487313 w 2753875"/>
              <a:gd name="connsiteY854" fmla="*/ 1211974 h 3613305"/>
              <a:gd name="connsiteX855" fmla="*/ 457155 w 2753875"/>
              <a:gd name="connsiteY855" fmla="*/ 1243075 h 3613305"/>
              <a:gd name="connsiteX856" fmla="*/ 434537 w 2753875"/>
              <a:gd name="connsiteY856" fmla="*/ 1281714 h 3613305"/>
              <a:gd name="connsiteX857" fmla="*/ 408148 w 2753875"/>
              <a:gd name="connsiteY857" fmla="*/ 1316585 h 3613305"/>
              <a:gd name="connsiteX858" fmla="*/ 412861 w 2753875"/>
              <a:gd name="connsiteY858" fmla="*/ 1339203 h 3613305"/>
              <a:gd name="connsiteX859" fmla="*/ 377048 w 2753875"/>
              <a:gd name="connsiteY859" fmla="*/ 1408001 h 3613305"/>
              <a:gd name="connsiteX860" fmla="*/ 361969 w 2753875"/>
              <a:gd name="connsiteY860" fmla="*/ 1496590 h 3613305"/>
              <a:gd name="connsiteX861" fmla="*/ 361969 w 2753875"/>
              <a:gd name="connsiteY861" fmla="*/ 1507899 h 3613305"/>
              <a:gd name="connsiteX862" fmla="*/ 420400 w 2753875"/>
              <a:gd name="connsiteY862" fmla="*/ 1560676 h 3613305"/>
              <a:gd name="connsiteX863" fmla="*/ 476946 w 2753875"/>
              <a:gd name="connsiteY863" fmla="*/ 1561618 h 3613305"/>
              <a:gd name="connsiteX864" fmla="*/ 519356 w 2753875"/>
              <a:gd name="connsiteY864" fmla="*/ 1571985 h 3613305"/>
              <a:gd name="connsiteX865" fmla="*/ 519356 w 2753875"/>
              <a:gd name="connsiteY865" fmla="*/ 1560676 h 3613305"/>
              <a:gd name="connsiteX866" fmla="*/ 568363 w 2753875"/>
              <a:gd name="connsiteY866" fmla="*/ 1544654 h 3613305"/>
              <a:gd name="connsiteX867" fmla="*/ 609830 w 2753875"/>
              <a:gd name="connsiteY867" fmla="*/ 1524863 h 3613305"/>
              <a:gd name="connsiteX868" fmla="*/ 694649 w 2753875"/>
              <a:gd name="connsiteY868" fmla="*/ 1487166 h 3613305"/>
              <a:gd name="connsiteX869" fmla="*/ 732347 w 2753875"/>
              <a:gd name="connsiteY869" fmla="*/ 1447583 h 3613305"/>
              <a:gd name="connsiteX870" fmla="*/ 763447 w 2753875"/>
              <a:gd name="connsiteY870" fmla="*/ 1406116 h 3613305"/>
              <a:gd name="connsiteX871" fmla="*/ 836957 w 2753875"/>
              <a:gd name="connsiteY871" fmla="*/ 1330721 h 3613305"/>
              <a:gd name="connsiteX872" fmla="*/ 758735 w 2753875"/>
              <a:gd name="connsiteY872" fmla="*/ 1282657 h 3613305"/>
              <a:gd name="connsiteX873" fmla="*/ 742714 w 2753875"/>
              <a:gd name="connsiteY873" fmla="*/ 1237420 h 3613305"/>
              <a:gd name="connsiteX874" fmla="*/ 725750 w 2753875"/>
              <a:gd name="connsiteY874" fmla="*/ 1193125 h 3613305"/>
              <a:gd name="connsiteX875" fmla="*/ 730462 w 2753875"/>
              <a:gd name="connsiteY875" fmla="*/ 1154485 h 3613305"/>
              <a:gd name="connsiteX876" fmla="*/ 738001 w 2753875"/>
              <a:gd name="connsiteY876" fmla="*/ 1147888 h 3613305"/>
              <a:gd name="connsiteX877" fmla="*/ 760620 w 2753875"/>
              <a:gd name="connsiteY877" fmla="*/ 1146946 h 3613305"/>
              <a:gd name="connsiteX878" fmla="*/ 770987 w 2753875"/>
              <a:gd name="connsiteY878" fmla="*/ 1134694 h 3613305"/>
              <a:gd name="connsiteX879" fmla="*/ 833187 w 2753875"/>
              <a:gd name="connsiteY879" fmla="*/ 1129040 h 3613305"/>
              <a:gd name="connsiteX880" fmla="*/ 836957 w 2753875"/>
              <a:gd name="connsiteY880" fmla="*/ 1127155 h 3613305"/>
              <a:gd name="connsiteX881" fmla="*/ 855806 w 2753875"/>
              <a:gd name="connsiteY881" fmla="*/ 1134694 h 3613305"/>
              <a:gd name="connsiteX882" fmla="*/ 863345 w 2753875"/>
              <a:gd name="connsiteY882" fmla="*/ 1134694 h 3613305"/>
              <a:gd name="connsiteX883" fmla="*/ 878424 w 2753875"/>
              <a:gd name="connsiteY883" fmla="*/ 1127155 h 3613305"/>
              <a:gd name="connsiteX884" fmla="*/ 990575 w 2753875"/>
              <a:gd name="connsiteY884" fmla="*/ 1120558 h 3613305"/>
              <a:gd name="connsiteX885" fmla="*/ 1034870 w 2753875"/>
              <a:gd name="connsiteY885" fmla="*/ 1103594 h 3613305"/>
              <a:gd name="connsiteX886" fmla="*/ 1069740 w 2753875"/>
              <a:gd name="connsiteY886" fmla="*/ 1080975 h 3613305"/>
              <a:gd name="connsiteX887" fmla="*/ 1171523 w 2753875"/>
              <a:gd name="connsiteY887" fmla="*/ 1064012 h 3613305"/>
              <a:gd name="connsiteX888" fmla="*/ 1268594 w 2753875"/>
              <a:gd name="connsiteY888" fmla="*/ 1042335 h 3613305"/>
              <a:gd name="connsiteX889" fmla="*/ 1348702 w 2753875"/>
              <a:gd name="connsiteY889" fmla="*/ 1011235 h 3613305"/>
              <a:gd name="connsiteX890" fmla="*/ 1404305 w 2753875"/>
              <a:gd name="connsiteY890" fmla="*/ 1050817 h 3613305"/>
              <a:gd name="connsiteX891" fmla="*/ 1463679 w 2753875"/>
              <a:gd name="connsiteY891" fmla="*/ 1087572 h 3613305"/>
              <a:gd name="connsiteX892" fmla="*/ 1457082 w 2753875"/>
              <a:gd name="connsiteY892" fmla="*/ 1145061 h 3613305"/>
              <a:gd name="connsiteX893" fmla="*/ 1475931 w 2753875"/>
              <a:gd name="connsiteY893" fmla="*/ 1166737 h 3613305"/>
              <a:gd name="connsiteX894" fmla="*/ 1471218 w 2753875"/>
              <a:gd name="connsiteY894" fmla="*/ 1167680 h 3613305"/>
              <a:gd name="connsiteX895" fmla="*/ 1470276 w 2753875"/>
              <a:gd name="connsiteY895" fmla="*/ 1221399 h 3613305"/>
              <a:gd name="connsiteX896" fmla="*/ 1471218 w 2753875"/>
              <a:gd name="connsiteY896" fmla="*/ 1252499 h 3613305"/>
              <a:gd name="connsiteX897" fmla="*/ 1482528 w 2753875"/>
              <a:gd name="connsiteY897" fmla="*/ 1252499 h 3613305"/>
              <a:gd name="connsiteX898" fmla="*/ 1482528 w 2753875"/>
              <a:gd name="connsiteY898" fmla="*/ 1241190 h 3613305"/>
              <a:gd name="connsiteX899" fmla="*/ 1507973 w 2753875"/>
              <a:gd name="connsiteY899" fmla="*/ 1209147 h 3613305"/>
              <a:gd name="connsiteX900" fmla="*/ 1523052 w 2753875"/>
              <a:gd name="connsiteY900" fmla="*/ 1170507 h 3613305"/>
              <a:gd name="connsiteX901" fmla="*/ 1567347 w 2753875"/>
              <a:gd name="connsiteY901" fmla="*/ 1103594 h 3613305"/>
              <a:gd name="connsiteX902" fmla="*/ 1567347 w 2753875"/>
              <a:gd name="connsiteY902" fmla="*/ 1084745 h 3613305"/>
              <a:gd name="connsiteX903" fmla="*/ 1607872 w 2753875"/>
              <a:gd name="connsiteY903" fmla="*/ 1030084 h 3613305"/>
              <a:gd name="connsiteX904" fmla="*/ 1623893 w 2753875"/>
              <a:gd name="connsiteY904" fmla="*/ 996156 h 3613305"/>
              <a:gd name="connsiteX905" fmla="*/ 1645569 w 2753875"/>
              <a:gd name="connsiteY905" fmla="*/ 972595 h 3613305"/>
              <a:gd name="connsiteX906" fmla="*/ 1716252 w 2753875"/>
              <a:gd name="connsiteY906" fmla="*/ 851963 h 3613305"/>
              <a:gd name="connsiteX907" fmla="*/ 1755834 w 2753875"/>
              <a:gd name="connsiteY907" fmla="*/ 818978 h 3613305"/>
              <a:gd name="connsiteX908" fmla="*/ 1777510 w 2753875"/>
              <a:gd name="connsiteY908" fmla="*/ 817093 h 3613305"/>
              <a:gd name="connsiteX909" fmla="*/ 1804841 w 2753875"/>
              <a:gd name="connsiteY909" fmla="*/ 783165 h 3613305"/>
              <a:gd name="connsiteX910" fmla="*/ 1823690 w 2753875"/>
              <a:gd name="connsiteY910" fmla="*/ 740757 h 3613305"/>
              <a:gd name="connsiteX911" fmla="*/ 1818978 w 2753875"/>
              <a:gd name="connsiteY911" fmla="*/ 718137 h 3613305"/>
              <a:gd name="connsiteX912" fmla="*/ 1835941 w 2753875"/>
              <a:gd name="connsiteY912" fmla="*/ 700231 h 3613305"/>
              <a:gd name="connsiteX913" fmla="*/ 1845366 w 2753875"/>
              <a:gd name="connsiteY913" fmla="*/ 679497 h 3613305"/>
              <a:gd name="connsiteX914" fmla="*/ 1896257 w 2753875"/>
              <a:gd name="connsiteY914" fmla="*/ 665361 h 3613305"/>
              <a:gd name="connsiteX915" fmla="*/ 1911336 w 2753875"/>
              <a:gd name="connsiteY915" fmla="*/ 657821 h 3613305"/>
              <a:gd name="connsiteX916" fmla="*/ 1922646 w 2753875"/>
              <a:gd name="connsiteY916" fmla="*/ 657821 h 3613305"/>
              <a:gd name="connsiteX917" fmla="*/ 1991444 w 2753875"/>
              <a:gd name="connsiteY917" fmla="*/ 730389 h 3613305"/>
              <a:gd name="connsiteX918" fmla="*/ 1965055 w 2753875"/>
              <a:gd name="connsiteY918" fmla="*/ 765259 h 3613305"/>
              <a:gd name="connsiteX919" fmla="*/ 1976364 w 2753875"/>
              <a:gd name="connsiteY919" fmla="*/ 787877 h 3613305"/>
              <a:gd name="connsiteX920" fmla="*/ 1976364 w 2753875"/>
              <a:gd name="connsiteY920" fmla="*/ 799187 h 3613305"/>
              <a:gd name="connsiteX921" fmla="*/ 1974480 w 2753875"/>
              <a:gd name="connsiteY921" fmla="*/ 852906 h 3613305"/>
              <a:gd name="connsiteX922" fmla="*/ 1959401 w 2753875"/>
              <a:gd name="connsiteY922" fmla="*/ 873639 h 3613305"/>
              <a:gd name="connsiteX923" fmla="*/ 1957516 w 2753875"/>
              <a:gd name="connsiteY923" fmla="*/ 906624 h 3613305"/>
              <a:gd name="connsiteX924" fmla="*/ 1927358 w 2753875"/>
              <a:gd name="connsiteY924" fmla="*/ 982962 h 3613305"/>
              <a:gd name="connsiteX925" fmla="*/ 1891545 w 2753875"/>
              <a:gd name="connsiteY925" fmla="*/ 1015947 h 3613305"/>
              <a:gd name="connsiteX926" fmla="*/ 1869869 w 2753875"/>
              <a:gd name="connsiteY926" fmla="*/ 1059299 h 3613305"/>
              <a:gd name="connsiteX927" fmla="*/ 1869869 w 2753875"/>
              <a:gd name="connsiteY927" fmla="*/ 1070609 h 3613305"/>
              <a:gd name="connsiteX928" fmla="*/ 1831229 w 2753875"/>
              <a:gd name="connsiteY928" fmla="*/ 1131867 h 3613305"/>
              <a:gd name="connsiteX929" fmla="*/ 1796359 w 2753875"/>
              <a:gd name="connsiteY929" fmla="*/ 1162025 h 3613305"/>
              <a:gd name="connsiteX930" fmla="*/ 1796359 w 2753875"/>
              <a:gd name="connsiteY930" fmla="*/ 1180874 h 3613305"/>
              <a:gd name="connsiteX931" fmla="*/ 1807668 w 2753875"/>
              <a:gd name="connsiteY931" fmla="*/ 1230823 h 3613305"/>
              <a:gd name="connsiteX932" fmla="*/ 1816150 w 2753875"/>
              <a:gd name="connsiteY932" fmla="*/ 1237420 h 3613305"/>
              <a:gd name="connsiteX933" fmla="*/ 1887775 w 2753875"/>
              <a:gd name="connsiteY933" fmla="*/ 1233650 h 3613305"/>
              <a:gd name="connsiteX934" fmla="*/ 1928300 w 2753875"/>
              <a:gd name="connsiteY934" fmla="*/ 1202550 h 3613305"/>
              <a:gd name="connsiteX935" fmla="*/ 1963170 w 2753875"/>
              <a:gd name="connsiteY935" fmla="*/ 1168622 h 3613305"/>
              <a:gd name="connsiteX936" fmla="*/ 1999925 w 2753875"/>
              <a:gd name="connsiteY936" fmla="*/ 1136579 h 3613305"/>
              <a:gd name="connsiteX937" fmla="*/ 2043278 w 2753875"/>
              <a:gd name="connsiteY937" fmla="*/ 1111133 h 3613305"/>
              <a:gd name="connsiteX938" fmla="*/ 2088515 w 2753875"/>
              <a:gd name="connsiteY938" fmla="*/ 1083803 h 3613305"/>
              <a:gd name="connsiteX939" fmla="*/ 2129982 w 2753875"/>
              <a:gd name="connsiteY939" fmla="*/ 1056472 h 3613305"/>
              <a:gd name="connsiteX940" fmla="*/ 2169564 w 2753875"/>
              <a:gd name="connsiteY940" fmla="*/ 1027256 h 3613305"/>
              <a:gd name="connsiteX941" fmla="*/ 2205377 w 2753875"/>
              <a:gd name="connsiteY941" fmla="*/ 994271 h 3613305"/>
              <a:gd name="connsiteX942" fmla="*/ 2242132 w 2753875"/>
              <a:gd name="connsiteY942" fmla="*/ 958459 h 3613305"/>
              <a:gd name="connsiteX943" fmla="*/ 2272290 w 2753875"/>
              <a:gd name="connsiteY943" fmla="*/ 919819 h 3613305"/>
              <a:gd name="connsiteX944" fmla="*/ 2326009 w 2753875"/>
              <a:gd name="connsiteY944" fmla="*/ 835942 h 3613305"/>
              <a:gd name="connsiteX945" fmla="*/ 2358052 w 2753875"/>
              <a:gd name="connsiteY945" fmla="*/ 795417 h 3613305"/>
              <a:gd name="connsiteX946" fmla="*/ 2378785 w 2753875"/>
              <a:gd name="connsiteY946" fmla="*/ 782223 h 3613305"/>
              <a:gd name="connsiteX947" fmla="*/ 2392922 w 2753875"/>
              <a:gd name="connsiteY947" fmla="*/ 761489 h 3613305"/>
              <a:gd name="connsiteX948" fmla="*/ 2457008 w 2753875"/>
              <a:gd name="connsiteY948" fmla="*/ 687980 h 3613305"/>
              <a:gd name="connsiteX949" fmla="*/ 2475856 w 2753875"/>
              <a:gd name="connsiteY949" fmla="*/ 661591 h 3613305"/>
              <a:gd name="connsiteX950" fmla="*/ 2533345 w 2753875"/>
              <a:gd name="connsiteY950" fmla="*/ 520225 h 3613305"/>
              <a:gd name="connsiteX951" fmla="*/ 2533345 w 2753875"/>
              <a:gd name="connsiteY951" fmla="*/ 501377 h 3613305"/>
              <a:gd name="connsiteX952" fmla="*/ 2560676 w 2753875"/>
              <a:gd name="connsiteY952" fmla="*/ 409960 h 3613305"/>
              <a:gd name="connsiteX953" fmla="*/ 2584237 w 2753875"/>
              <a:gd name="connsiteY953" fmla="*/ 314774 h 3613305"/>
              <a:gd name="connsiteX954" fmla="*/ 2605912 w 2753875"/>
              <a:gd name="connsiteY954" fmla="*/ 98956 h 3613305"/>
              <a:gd name="connsiteX955" fmla="*/ 2616279 w 2753875"/>
              <a:gd name="connsiteY955" fmla="*/ 83877 h 361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Lst>
            <a:rect l="l" t="t" r="r" b="b"/>
            <a:pathLst>
              <a:path w="2753875" h="3613305">
                <a:moveTo>
                  <a:pt x="1080106" y="3390888"/>
                </a:moveTo>
                <a:lnTo>
                  <a:pt x="1243148" y="3404082"/>
                </a:lnTo>
                <a:lnTo>
                  <a:pt x="1105552" y="3589743"/>
                </a:lnTo>
                <a:lnTo>
                  <a:pt x="1145135" y="3592571"/>
                </a:lnTo>
                <a:cubicBezTo>
                  <a:pt x="1163984" y="3594455"/>
                  <a:pt x="1177178" y="3593513"/>
                  <a:pt x="1184717" y="3592571"/>
                </a:cubicBezTo>
                <a:cubicBezTo>
                  <a:pt x="1196969" y="3589743"/>
                  <a:pt x="1208278" y="3584089"/>
                  <a:pt x="1217703" y="3574664"/>
                </a:cubicBezTo>
                <a:cubicBezTo>
                  <a:pt x="1227127" y="3565240"/>
                  <a:pt x="1234667" y="3552988"/>
                  <a:pt x="1239379" y="3536967"/>
                </a:cubicBezTo>
                <a:lnTo>
                  <a:pt x="1245033" y="3536967"/>
                </a:lnTo>
                <a:lnTo>
                  <a:pt x="1230897" y="3611420"/>
                </a:lnTo>
                <a:lnTo>
                  <a:pt x="1041466" y="3596340"/>
                </a:lnTo>
                <a:lnTo>
                  <a:pt x="1179063" y="3410679"/>
                </a:lnTo>
                <a:lnTo>
                  <a:pt x="1147962" y="3407852"/>
                </a:lnTo>
                <a:cubicBezTo>
                  <a:pt x="1135711" y="3406910"/>
                  <a:pt x="1128171" y="3406910"/>
                  <a:pt x="1124401" y="3406910"/>
                </a:cubicBezTo>
                <a:cubicBezTo>
                  <a:pt x="1116862" y="3407852"/>
                  <a:pt x="1110264" y="3409737"/>
                  <a:pt x="1103667" y="3413507"/>
                </a:cubicBezTo>
                <a:cubicBezTo>
                  <a:pt x="1097070" y="3417276"/>
                  <a:pt x="1091415" y="3421989"/>
                  <a:pt x="1086703" y="3427643"/>
                </a:cubicBezTo>
                <a:cubicBezTo>
                  <a:pt x="1081991" y="3434240"/>
                  <a:pt x="1078221" y="3441780"/>
                  <a:pt x="1075394" y="3451205"/>
                </a:cubicBezTo>
                <a:lnTo>
                  <a:pt x="1069739" y="3451205"/>
                </a:lnTo>
                <a:close/>
                <a:moveTo>
                  <a:pt x="1481585" y="3389004"/>
                </a:moveTo>
                <a:lnTo>
                  <a:pt x="1481585" y="3394659"/>
                </a:lnTo>
                <a:lnTo>
                  <a:pt x="1474988" y="3395601"/>
                </a:lnTo>
                <a:cubicBezTo>
                  <a:pt x="1469333" y="3395601"/>
                  <a:pt x="1463679" y="3397486"/>
                  <a:pt x="1460851" y="3400313"/>
                </a:cubicBezTo>
                <a:cubicBezTo>
                  <a:pt x="1458024" y="3402198"/>
                  <a:pt x="1456139" y="3404083"/>
                  <a:pt x="1455197" y="3407853"/>
                </a:cubicBezTo>
                <a:cubicBezTo>
                  <a:pt x="1454254" y="3410680"/>
                  <a:pt x="1454254" y="3417277"/>
                  <a:pt x="1455197" y="3427644"/>
                </a:cubicBezTo>
                <a:lnTo>
                  <a:pt x="1465564" y="3563356"/>
                </a:lnTo>
                <a:cubicBezTo>
                  <a:pt x="1466506" y="3573723"/>
                  <a:pt x="1467448" y="3580320"/>
                  <a:pt x="1468391" y="3583147"/>
                </a:cubicBezTo>
                <a:cubicBezTo>
                  <a:pt x="1469333" y="3585974"/>
                  <a:pt x="1472161" y="3587859"/>
                  <a:pt x="1475930" y="3589744"/>
                </a:cubicBezTo>
                <a:cubicBezTo>
                  <a:pt x="1479700" y="3591629"/>
                  <a:pt x="1484412" y="3592571"/>
                  <a:pt x="1490067" y="3591629"/>
                </a:cubicBezTo>
                <a:lnTo>
                  <a:pt x="1496664" y="3590686"/>
                </a:lnTo>
                <a:lnTo>
                  <a:pt x="1496664" y="3596341"/>
                </a:lnTo>
                <a:lnTo>
                  <a:pt x="1388284" y="3604823"/>
                </a:lnTo>
                <a:lnTo>
                  <a:pt x="1388284" y="3599168"/>
                </a:lnTo>
                <a:lnTo>
                  <a:pt x="1394881" y="3598226"/>
                </a:lnTo>
                <a:cubicBezTo>
                  <a:pt x="1400535" y="3598226"/>
                  <a:pt x="1406190" y="3596341"/>
                  <a:pt x="1409017" y="3593514"/>
                </a:cubicBezTo>
                <a:cubicBezTo>
                  <a:pt x="1411845" y="3591629"/>
                  <a:pt x="1413729" y="3589744"/>
                  <a:pt x="1414672" y="3585974"/>
                </a:cubicBezTo>
                <a:cubicBezTo>
                  <a:pt x="1415614" y="3583147"/>
                  <a:pt x="1415614" y="3577492"/>
                  <a:pt x="1414672" y="3566183"/>
                </a:cubicBezTo>
                <a:lnTo>
                  <a:pt x="1409960" y="3502097"/>
                </a:lnTo>
                <a:lnTo>
                  <a:pt x="1336449" y="3507752"/>
                </a:lnTo>
                <a:lnTo>
                  <a:pt x="1341162" y="3571838"/>
                </a:lnTo>
                <a:cubicBezTo>
                  <a:pt x="1342104" y="3582205"/>
                  <a:pt x="1343047" y="3588801"/>
                  <a:pt x="1343989" y="3591629"/>
                </a:cubicBezTo>
                <a:cubicBezTo>
                  <a:pt x="1344932" y="3594456"/>
                  <a:pt x="1347759" y="3596341"/>
                  <a:pt x="1351529" y="3598226"/>
                </a:cubicBezTo>
                <a:cubicBezTo>
                  <a:pt x="1355298" y="3600111"/>
                  <a:pt x="1360011" y="3601053"/>
                  <a:pt x="1365665" y="3600111"/>
                </a:cubicBezTo>
                <a:lnTo>
                  <a:pt x="1372262" y="3599168"/>
                </a:lnTo>
                <a:lnTo>
                  <a:pt x="1372262" y="3604823"/>
                </a:lnTo>
                <a:lnTo>
                  <a:pt x="1263881" y="3613305"/>
                </a:lnTo>
                <a:lnTo>
                  <a:pt x="1263881" y="3607650"/>
                </a:lnTo>
                <a:lnTo>
                  <a:pt x="1270478" y="3606708"/>
                </a:lnTo>
                <a:cubicBezTo>
                  <a:pt x="1276133" y="3606708"/>
                  <a:pt x="1280845" y="3604823"/>
                  <a:pt x="1284615" y="3601996"/>
                </a:cubicBezTo>
                <a:cubicBezTo>
                  <a:pt x="1287442" y="3600111"/>
                  <a:pt x="1289327" y="3598226"/>
                  <a:pt x="1290269" y="3594456"/>
                </a:cubicBezTo>
                <a:cubicBezTo>
                  <a:pt x="1291212" y="3591629"/>
                  <a:pt x="1291212" y="3585974"/>
                  <a:pt x="1290269" y="3574665"/>
                </a:cubicBezTo>
                <a:lnTo>
                  <a:pt x="1279902" y="3438953"/>
                </a:lnTo>
                <a:cubicBezTo>
                  <a:pt x="1278960" y="3428586"/>
                  <a:pt x="1278018" y="3421989"/>
                  <a:pt x="1277075" y="3419162"/>
                </a:cubicBezTo>
                <a:cubicBezTo>
                  <a:pt x="1276133" y="3416335"/>
                  <a:pt x="1273305" y="3414450"/>
                  <a:pt x="1269536" y="3412565"/>
                </a:cubicBezTo>
                <a:cubicBezTo>
                  <a:pt x="1265766" y="3410680"/>
                  <a:pt x="1261054" y="3410680"/>
                  <a:pt x="1255399" y="3410680"/>
                </a:cubicBezTo>
                <a:lnTo>
                  <a:pt x="1248802" y="3411622"/>
                </a:lnTo>
                <a:lnTo>
                  <a:pt x="1248802" y="3405968"/>
                </a:lnTo>
                <a:lnTo>
                  <a:pt x="1357183" y="3397486"/>
                </a:lnTo>
                <a:lnTo>
                  <a:pt x="1357183" y="3403141"/>
                </a:lnTo>
                <a:lnTo>
                  <a:pt x="1350586" y="3404083"/>
                </a:lnTo>
                <a:cubicBezTo>
                  <a:pt x="1344932" y="3404083"/>
                  <a:pt x="1340219" y="3405968"/>
                  <a:pt x="1336449" y="3408795"/>
                </a:cubicBezTo>
                <a:cubicBezTo>
                  <a:pt x="1333621" y="3410680"/>
                  <a:pt x="1331736" y="3412565"/>
                  <a:pt x="1330794" y="3416335"/>
                </a:cubicBezTo>
                <a:cubicBezTo>
                  <a:pt x="1329852" y="3419162"/>
                  <a:pt x="1329852" y="3425759"/>
                  <a:pt x="1330794" y="3436126"/>
                </a:cubicBezTo>
                <a:lnTo>
                  <a:pt x="1335506" y="3494558"/>
                </a:lnTo>
                <a:lnTo>
                  <a:pt x="1409017" y="3488903"/>
                </a:lnTo>
                <a:lnTo>
                  <a:pt x="1404305" y="3430471"/>
                </a:lnTo>
                <a:cubicBezTo>
                  <a:pt x="1403363" y="3420104"/>
                  <a:pt x="1402420" y="3413507"/>
                  <a:pt x="1401478" y="3410680"/>
                </a:cubicBezTo>
                <a:cubicBezTo>
                  <a:pt x="1400535" y="3407853"/>
                  <a:pt x="1397708" y="3405968"/>
                  <a:pt x="1393938" y="3404083"/>
                </a:cubicBezTo>
                <a:cubicBezTo>
                  <a:pt x="1390169" y="3402198"/>
                  <a:pt x="1385456" y="3401256"/>
                  <a:pt x="1379802" y="3402198"/>
                </a:cubicBezTo>
                <a:lnTo>
                  <a:pt x="1373205" y="3403141"/>
                </a:lnTo>
                <a:lnTo>
                  <a:pt x="1373205" y="3397486"/>
                </a:lnTo>
                <a:close/>
                <a:moveTo>
                  <a:pt x="1577714" y="3370155"/>
                </a:moveTo>
                <a:cubicBezTo>
                  <a:pt x="1558864" y="3375810"/>
                  <a:pt x="1548497" y="3389004"/>
                  <a:pt x="1544727" y="3410681"/>
                </a:cubicBezTo>
                <a:cubicBezTo>
                  <a:pt x="1540958" y="3427645"/>
                  <a:pt x="1544727" y="3451206"/>
                  <a:pt x="1553209" y="3479479"/>
                </a:cubicBezTo>
                <a:cubicBezTo>
                  <a:pt x="1563576" y="3513407"/>
                  <a:pt x="1577714" y="3536968"/>
                  <a:pt x="1594677" y="3549219"/>
                </a:cubicBezTo>
                <a:cubicBezTo>
                  <a:pt x="1606929" y="3557701"/>
                  <a:pt x="1620123" y="3559586"/>
                  <a:pt x="1635202" y="3554874"/>
                </a:cubicBezTo>
                <a:cubicBezTo>
                  <a:pt x="1644627" y="3552047"/>
                  <a:pt x="1652166" y="3546392"/>
                  <a:pt x="1657821" y="3539795"/>
                </a:cubicBezTo>
                <a:cubicBezTo>
                  <a:pt x="1664418" y="3531313"/>
                  <a:pt x="1668188" y="3519061"/>
                  <a:pt x="1668188" y="3503982"/>
                </a:cubicBezTo>
                <a:cubicBezTo>
                  <a:pt x="1669130" y="3488903"/>
                  <a:pt x="1665360" y="3470055"/>
                  <a:pt x="1658763" y="3448379"/>
                </a:cubicBezTo>
                <a:cubicBezTo>
                  <a:pt x="1651224" y="3421990"/>
                  <a:pt x="1641799" y="3403141"/>
                  <a:pt x="1633317" y="3391831"/>
                </a:cubicBezTo>
                <a:cubicBezTo>
                  <a:pt x="1623893" y="3380522"/>
                  <a:pt x="1615411" y="3372983"/>
                  <a:pt x="1605987" y="3370155"/>
                </a:cubicBezTo>
                <a:cubicBezTo>
                  <a:pt x="1597505" y="3367328"/>
                  <a:pt x="1587138" y="3367328"/>
                  <a:pt x="1577714" y="3370155"/>
                </a:cubicBezTo>
                <a:close/>
                <a:moveTo>
                  <a:pt x="912706" y="3357079"/>
                </a:moveTo>
                <a:cubicBezTo>
                  <a:pt x="927431" y="3355076"/>
                  <a:pt x="942981" y="3356019"/>
                  <a:pt x="959474" y="3359788"/>
                </a:cubicBezTo>
                <a:cubicBezTo>
                  <a:pt x="969841" y="3362616"/>
                  <a:pt x="978323" y="3365443"/>
                  <a:pt x="985863" y="3368270"/>
                </a:cubicBezTo>
                <a:cubicBezTo>
                  <a:pt x="989632" y="3370155"/>
                  <a:pt x="996229" y="3373925"/>
                  <a:pt x="1005654" y="3380522"/>
                </a:cubicBezTo>
                <a:cubicBezTo>
                  <a:pt x="1014136" y="3386177"/>
                  <a:pt x="1019790" y="3389947"/>
                  <a:pt x="1021675" y="3389947"/>
                </a:cubicBezTo>
                <a:cubicBezTo>
                  <a:pt x="1024503" y="3390889"/>
                  <a:pt x="1027330" y="3389947"/>
                  <a:pt x="1030157" y="3389004"/>
                </a:cubicBezTo>
                <a:cubicBezTo>
                  <a:pt x="1032985" y="3387119"/>
                  <a:pt x="1035812" y="3384292"/>
                  <a:pt x="1039582" y="3378637"/>
                </a:cubicBezTo>
                <a:lnTo>
                  <a:pt x="1043351" y="3381464"/>
                </a:lnTo>
                <a:lnTo>
                  <a:pt x="1026388" y="3452148"/>
                </a:lnTo>
                <a:lnTo>
                  <a:pt x="1020733" y="3451206"/>
                </a:lnTo>
                <a:cubicBezTo>
                  <a:pt x="1018848" y="3430472"/>
                  <a:pt x="1012251" y="3412566"/>
                  <a:pt x="1001884" y="3399371"/>
                </a:cubicBezTo>
                <a:cubicBezTo>
                  <a:pt x="991517" y="3386177"/>
                  <a:pt x="977381" y="3377695"/>
                  <a:pt x="962302" y="3373925"/>
                </a:cubicBezTo>
                <a:cubicBezTo>
                  <a:pt x="947223" y="3370155"/>
                  <a:pt x="934029" y="3371098"/>
                  <a:pt x="921777" y="3377695"/>
                </a:cubicBezTo>
                <a:cubicBezTo>
                  <a:pt x="909525" y="3383349"/>
                  <a:pt x="900100" y="3393716"/>
                  <a:pt x="891618" y="3407853"/>
                </a:cubicBezTo>
                <a:cubicBezTo>
                  <a:pt x="884079" y="3421990"/>
                  <a:pt x="877481" y="3437069"/>
                  <a:pt x="873712" y="3453091"/>
                </a:cubicBezTo>
                <a:cubicBezTo>
                  <a:pt x="868999" y="3472882"/>
                  <a:pt x="867115" y="3489846"/>
                  <a:pt x="868057" y="3505867"/>
                </a:cubicBezTo>
                <a:cubicBezTo>
                  <a:pt x="868999" y="3521889"/>
                  <a:pt x="873712" y="3534140"/>
                  <a:pt x="882194" y="3543565"/>
                </a:cubicBezTo>
                <a:cubicBezTo>
                  <a:pt x="890676" y="3552989"/>
                  <a:pt x="901986" y="3559586"/>
                  <a:pt x="916122" y="3562413"/>
                </a:cubicBezTo>
                <a:cubicBezTo>
                  <a:pt x="920835" y="3563356"/>
                  <a:pt x="926489" y="3564298"/>
                  <a:pt x="931201" y="3564298"/>
                </a:cubicBezTo>
                <a:cubicBezTo>
                  <a:pt x="936856" y="3564298"/>
                  <a:pt x="942511" y="3564298"/>
                  <a:pt x="948165" y="3563356"/>
                </a:cubicBezTo>
                <a:lnTo>
                  <a:pt x="958532" y="3520946"/>
                </a:lnTo>
                <a:cubicBezTo>
                  <a:pt x="960417" y="3513407"/>
                  <a:pt x="961359" y="3507752"/>
                  <a:pt x="960417" y="3504925"/>
                </a:cubicBezTo>
                <a:cubicBezTo>
                  <a:pt x="959474" y="3502098"/>
                  <a:pt x="958532" y="3499270"/>
                  <a:pt x="954762" y="3497385"/>
                </a:cubicBezTo>
                <a:cubicBezTo>
                  <a:pt x="951935" y="3494558"/>
                  <a:pt x="948165" y="3492673"/>
                  <a:pt x="943453" y="3491731"/>
                </a:cubicBezTo>
                <a:lnTo>
                  <a:pt x="938741" y="3490788"/>
                </a:lnTo>
                <a:lnTo>
                  <a:pt x="939683" y="3485134"/>
                </a:lnTo>
                <a:lnTo>
                  <a:pt x="1037697" y="3508694"/>
                </a:lnTo>
                <a:lnTo>
                  <a:pt x="1036754" y="3514349"/>
                </a:lnTo>
                <a:cubicBezTo>
                  <a:pt x="1029215" y="3513407"/>
                  <a:pt x="1023560" y="3512464"/>
                  <a:pt x="1020733" y="3513407"/>
                </a:cubicBezTo>
                <a:cubicBezTo>
                  <a:pt x="1017906" y="3514349"/>
                  <a:pt x="1014136" y="3516234"/>
                  <a:pt x="1012251" y="3519061"/>
                </a:cubicBezTo>
                <a:cubicBezTo>
                  <a:pt x="1011309" y="3520946"/>
                  <a:pt x="1009424" y="3525658"/>
                  <a:pt x="1007539" y="3532255"/>
                </a:cubicBezTo>
                <a:lnTo>
                  <a:pt x="997172" y="3574665"/>
                </a:lnTo>
                <a:cubicBezTo>
                  <a:pt x="983035" y="3577493"/>
                  <a:pt x="967956" y="3578435"/>
                  <a:pt x="953820" y="3577493"/>
                </a:cubicBezTo>
                <a:cubicBezTo>
                  <a:pt x="938741" y="3577493"/>
                  <a:pt x="924604" y="3574665"/>
                  <a:pt x="909525" y="3571838"/>
                </a:cubicBezTo>
                <a:cubicBezTo>
                  <a:pt x="890676" y="3567126"/>
                  <a:pt x="875597" y="3560528"/>
                  <a:pt x="863345" y="3552047"/>
                </a:cubicBezTo>
                <a:cubicBezTo>
                  <a:pt x="852036" y="3543565"/>
                  <a:pt x="842611" y="3534140"/>
                  <a:pt x="835072" y="3523773"/>
                </a:cubicBezTo>
                <a:cubicBezTo>
                  <a:pt x="827532" y="3513407"/>
                  <a:pt x="821878" y="3501155"/>
                  <a:pt x="819050" y="3489846"/>
                </a:cubicBezTo>
                <a:cubicBezTo>
                  <a:pt x="815281" y="3474767"/>
                  <a:pt x="815281" y="3457803"/>
                  <a:pt x="819993" y="3440839"/>
                </a:cubicBezTo>
                <a:cubicBezTo>
                  <a:pt x="827532" y="3410681"/>
                  <a:pt x="844496" y="3387119"/>
                  <a:pt x="870884" y="3372040"/>
                </a:cubicBezTo>
                <a:cubicBezTo>
                  <a:pt x="884079" y="3364030"/>
                  <a:pt x="897980" y="3359082"/>
                  <a:pt x="912706" y="3357079"/>
                </a:cubicBezTo>
                <a:close/>
                <a:moveTo>
                  <a:pt x="1617060" y="3353781"/>
                </a:moveTo>
                <a:cubicBezTo>
                  <a:pt x="1631433" y="3354370"/>
                  <a:pt x="1645098" y="3357904"/>
                  <a:pt x="1657821" y="3364501"/>
                </a:cubicBezTo>
                <a:cubicBezTo>
                  <a:pt x="1684209" y="3377695"/>
                  <a:pt x="1701173" y="3399371"/>
                  <a:pt x="1710597" y="3428587"/>
                </a:cubicBezTo>
                <a:cubicBezTo>
                  <a:pt x="1718137" y="3454033"/>
                  <a:pt x="1718137" y="3478537"/>
                  <a:pt x="1709655" y="3501155"/>
                </a:cubicBezTo>
                <a:cubicBezTo>
                  <a:pt x="1698346" y="3533198"/>
                  <a:pt x="1674785" y="3553932"/>
                  <a:pt x="1638972" y="3565241"/>
                </a:cubicBezTo>
                <a:cubicBezTo>
                  <a:pt x="1603160" y="3576550"/>
                  <a:pt x="1572058" y="3572780"/>
                  <a:pt x="1544727" y="3554874"/>
                </a:cubicBezTo>
                <a:cubicBezTo>
                  <a:pt x="1523051" y="3540738"/>
                  <a:pt x="1508915" y="3520946"/>
                  <a:pt x="1500433" y="3494558"/>
                </a:cubicBezTo>
                <a:cubicBezTo>
                  <a:pt x="1491008" y="3465343"/>
                  <a:pt x="1492893" y="3437069"/>
                  <a:pt x="1507030" y="3411624"/>
                </a:cubicBezTo>
                <a:cubicBezTo>
                  <a:pt x="1521166" y="3385234"/>
                  <a:pt x="1542842" y="3368270"/>
                  <a:pt x="1572058" y="3360731"/>
                </a:cubicBezTo>
                <a:cubicBezTo>
                  <a:pt x="1587609" y="3355548"/>
                  <a:pt x="1602688" y="3353192"/>
                  <a:pt x="1617060" y="3353781"/>
                </a:cubicBezTo>
                <a:close/>
                <a:moveTo>
                  <a:pt x="647527" y="3246696"/>
                </a:moveTo>
                <a:lnTo>
                  <a:pt x="715384" y="3277796"/>
                </a:lnTo>
                <a:lnTo>
                  <a:pt x="757793" y="3437068"/>
                </a:lnTo>
                <a:lnTo>
                  <a:pt x="793606" y="3355076"/>
                </a:lnTo>
                <a:cubicBezTo>
                  <a:pt x="798318" y="3343767"/>
                  <a:pt x="800203" y="3335285"/>
                  <a:pt x="799260" y="3329630"/>
                </a:cubicBezTo>
                <a:cubicBezTo>
                  <a:pt x="797375" y="3322091"/>
                  <a:pt x="790778" y="3316436"/>
                  <a:pt x="780412" y="3311724"/>
                </a:cubicBezTo>
                <a:lnTo>
                  <a:pt x="782297" y="3306069"/>
                </a:lnTo>
                <a:lnTo>
                  <a:pt x="845440" y="3333400"/>
                </a:lnTo>
                <a:lnTo>
                  <a:pt x="843555" y="3339055"/>
                </a:lnTo>
                <a:cubicBezTo>
                  <a:pt x="835073" y="3336228"/>
                  <a:pt x="829418" y="3335285"/>
                  <a:pt x="825649" y="3336228"/>
                </a:cubicBezTo>
                <a:cubicBezTo>
                  <a:pt x="821879" y="3336228"/>
                  <a:pt x="819052" y="3338113"/>
                  <a:pt x="815282" y="3340940"/>
                </a:cubicBezTo>
                <a:cubicBezTo>
                  <a:pt x="812454" y="3343767"/>
                  <a:pt x="808685" y="3350364"/>
                  <a:pt x="804915" y="3358846"/>
                </a:cubicBezTo>
                <a:lnTo>
                  <a:pt x="735175" y="3517176"/>
                </a:lnTo>
                <a:lnTo>
                  <a:pt x="730462" y="3515291"/>
                </a:lnTo>
                <a:lnTo>
                  <a:pt x="671089" y="3300415"/>
                </a:lnTo>
                <a:lnTo>
                  <a:pt x="618311" y="3421047"/>
                </a:lnTo>
                <a:cubicBezTo>
                  <a:pt x="613599" y="3432356"/>
                  <a:pt x="612657" y="3440838"/>
                  <a:pt x="616427" y="3446493"/>
                </a:cubicBezTo>
                <a:cubicBezTo>
                  <a:pt x="619254" y="3452147"/>
                  <a:pt x="624909" y="3456859"/>
                  <a:pt x="630563" y="3459687"/>
                </a:cubicBezTo>
                <a:lnTo>
                  <a:pt x="635275" y="3461572"/>
                </a:lnTo>
                <a:lnTo>
                  <a:pt x="633390" y="3466284"/>
                </a:lnTo>
                <a:lnTo>
                  <a:pt x="565535" y="3437068"/>
                </a:lnTo>
                <a:lnTo>
                  <a:pt x="567420" y="3432356"/>
                </a:lnTo>
                <a:cubicBezTo>
                  <a:pt x="577787" y="3437068"/>
                  <a:pt x="586269" y="3438011"/>
                  <a:pt x="591923" y="3435183"/>
                </a:cubicBezTo>
                <a:cubicBezTo>
                  <a:pt x="597578" y="3432356"/>
                  <a:pt x="603232" y="3426702"/>
                  <a:pt x="607945" y="3416335"/>
                </a:cubicBezTo>
                <a:lnTo>
                  <a:pt x="666376" y="3282508"/>
                </a:lnTo>
                <a:lnTo>
                  <a:pt x="664491" y="3275912"/>
                </a:lnTo>
                <a:cubicBezTo>
                  <a:pt x="662606" y="3269314"/>
                  <a:pt x="660721" y="3264602"/>
                  <a:pt x="657894" y="3260833"/>
                </a:cubicBezTo>
                <a:cubicBezTo>
                  <a:pt x="655067" y="3258005"/>
                  <a:pt x="651297" y="3255178"/>
                  <a:pt x="645642" y="3252351"/>
                </a:cubicBezTo>
                <a:close/>
                <a:moveTo>
                  <a:pt x="507104" y="3242926"/>
                </a:moveTo>
                <a:lnTo>
                  <a:pt x="442076" y="3287221"/>
                </a:lnTo>
                <a:lnTo>
                  <a:pt x="495795" y="3320206"/>
                </a:lnTo>
                <a:close/>
                <a:moveTo>
                  <a:pt x="1889660" y="3241041"/>
                </a:moveTo>
                <a:lnTo>
                  <a:pt x="1891545" y="3246696"/>
                </a:lnTo>
                <a:lnTo>
                  <a:pt x="1887775" y="3248581"/>
                </a:lnTo>
                <a:cubicBezTo>
                  <a:pt x="1882120" y="3250465"/>
                  <a:pt x="1878351" y="3254235"/>
                  <a:pt x="1875523" y="3258005"/>
                </a:cubicBezTo>
                <a:cubicBezTo>
                  <a:pt x="1872696" y="3261775"/>
                  <a:pt x="1871754" y="3266487"/>
                  <a:pt x="1871754" y="3271199"/>
                </a:cubicBezTo>
                <a:cubicBezTo>
                  <a:pt x="1871754" y="3274969"/>
                  <a:pt x="1873639" y="3280623"/>
                  <a:pt x="1876466" y="3288163"/>
                </a:cubicBezTo>
                <a:lnTo>
                  <a:pt x="1907566" y="3360732"/>
                </a:lnTo>
                <a:cubicBezTo>
                  <a:pt x="1916991" y="3383350"/>
                  <a:pt x="1922645" y="3400314"/>
                  <a:pt x="1924530" y="3410681"/>
                </a:cubicBezTo>
                <a:cubicBezTo>
                  <a:pt x="1925473" y="3421990"/>
                  <a:pt x="1922645" y="3434242"/>
                  <a:pt x="1915106" y="3447436"/>
                </a:cubicBezTo>
                <a:cubicBezTo>
                  <a:pt x="1907566" y="3460630"/>
                  <a:pt x="1893430" y="3471939"/>
                  <a:pt x="1873639" y="3480421"/>
                </a:cubicBezTo>
                <a:cubicBezTo>
                  <a:pt x="1857617" y="3487961"/>
                  <a:pt x="1843481" y="3490788"/>
                  <a:pt x="1832171" y="3490788"/>
                </a:cubicBezTo>
                <a:cubicBezTo>
                  <a:pt x="1817092" y="3489845"/>
                  <a:pt x="1805783" y="3486076"/>
                  <a:pt x="1796359" y="3478536"/>
                </a:cubicBezTo>
                <a:cubicBezTo>
                  <a:pt x="1786933" y="3470997"/>
                  <a:pt x="1779394" y="3459688"/>
                  <a:pt x="1772797" y="3443666"/>
                </a:cubicBezTo>
                <a:lnTo>
                  <a:pt x="1732272" y="3350365"/>
                </a:lnTo>
                <a:cubicBezTo>
                  <a:pt x="1727560" y="3339055"/>
                  <a:pt x="1723790" y="3332459"/>
                  <a:pt x="1721905" y="3330574"/>
                </a:cubicBezTo>
                <a:cubicBezTo>
                  <a:pt x="1719078" y="3328689"/>
                  <a:pt x="1716251" y="3326804"/>
                  <a:pt x="1712481" y="3326804"/>
                </a:cubicBezTo>
                <a:cubicBezTo>
                  <a:pt x="1708711" y="3326804"/>
                  <a:pt x="1703056" y="3327746"/>
                  <a:pt x="1694574" y="3331516"/>
                </a:cubicBezTo>
                <a:lnTo>
                  <a:pt x="1693632" y="3325861"/>
                </a:lnTo>
                <a:lnTo>
                  <a:pt x="1791646" y="3283451"/>
                </a:lnTo>
                <a:lnTo>
                  <a:pt x="1793531" y="3289105"/>
                </a:lnTo>
                <a:lnTo>
                  <a:pt x="1788818" y="3290990"/>
                </a:lnTo>
                <a:cubicBezTo>
                  <a:pt x="1781279" y="3293818"/>
                  <a:pt x="1776566" y="3297587"/>
                  <a:pt x="1774682" y="3299472"/>
                </a:cubicBezTo>
                <a:cubicBezTo>
                  <a:pt x="1772797" y="3302299"/>
                  <a:pt x="1771854" y="3305128"/>
                  <a:pt x="1771854" y="3307955"/>
                </a:cubicBezTo>
                <a:cubicBezTo>
                  <a:pt x="1771854" y="3310782"/>
                  <a:pt x="1773739" y="3318322"/>
                  <a:pt x="1778451" y="3328689"/>
                </a:cubicBezTo>
                <a:lnTo>
                  <a:pt x="1818977" y="3421990"/>
                </a:lnTo>
                <a:cubicBezTo>
                  <a:pt x="1826517" y="3438954"/>
                  <a:pt x="1832171" y="3449321"/>
                  <a:pt x="1837826" y="3454033"/>
                </a:cubicBezTo>
                <a:cubicBezTo>
                  <a:pt x="1842538" y="3458745"/>
                  <a:pt x="1849135" y="3461572"/>
                  <a:pt x="1856675" y="3462515"/>
                </a:cubicBezTo>
                <a:cubicBezTo>
                  <a:pt x="1864214" y="3463457"/>
                  <a:pt x="1872696" y="3462515"/>
                  <a:pt x="1881178" y="3458745"/>
                </a:cubicBezTo>
                <a:cubicBezTo>
                  <a:pt x="1891545" y="3454033"/>
                  <a:pt x="1899084" y="3448378"/>
                  <a:pt x="1904739" y="3440839"/>
                </a:cubicBezTo>
                <a:cubicBezTo>
                  <a:pt x="1910394" y="3433299"/>
                  <a:pt x="1912278" y="3423875"/>
                  <a:pt x="1912278" y="3414450"/>
                </a:cubicBezTo>
                <a:cubicBezTo>
                  <a:pt x="1912278" y="3405026"/>
                  <a:pt x="1908509" y="3389947"/>
                  <a:pt x="1899084" y="3369214"/>
                </a:cubicBezTo>
                <a:lnTo>
                  <a:pt x="1865157" y="3291933"/>
                </a:lnTo>
                <a:cubicBezTo>
                  <a:pt x="1861387" y="3283451"/>
                  <a:pt x="1857617" y="3277796"/>
                  <a:pt x="1854790" y="3274969"/>
                </a:cubicBezTo>
                <a:cubicBezTo>
                  <a:pt x="1851020" y="3272142"/>
                  <a:pt x="1848193" y="3270257"/>
                  <a:pt x="1844423" y="3270257"/>
                </a:cubicBezTo>
                <a:cubicBezTo>
                  <a:pt x="1839711" y="3270257"/>
                  <a:pt x="1833114" y="3271199"/>
                  <a:pt x="1825574" y="3274969"/>
                </a:cubicBezTo>
                <a:lnTo>
                  <a:pt x="1823689" y="3269314"/>
                </a:lnTo>
                <a:close/>
                <a:moveTo>
                  <a:pt x="558938" y="3192977"/>
                </a:moveTo>
                <a:lnTo>
                  <a:pt x="561765" y="3194862"/>
                </a:lnTo>
                <a:lnTo>
                  <a:pt x="536319" y="3378637"/>
                </a:lnTo>
                <a:cubicBezTo>
                  <a:pt x="534434" y="3395601"/>
                  <a:pt x="533492" y="3407853"/>
                  <a:pt x="535377" y="3413508"/>
                </a:cubicBezTo>
                <a:cubicBezTo>
                  <a:pt x="537262" y="3418220"/>
                  <a:pt x="540089" y="3422932"/>
                  <a:pt x="545744" y="3425759"/>
                </a:cubicBezTo>
                <a:lnTo>
                  <a:pt x="542916" y="3430471"/>
                </a:lnTo>
                <a:lnTo>
                  <a:pt x="457155" y="3377695"/>
                </a:lnTo>
                <a:lnTo>
                  <a:pt x="459982" y="3372983"/>
                </a:lnTo>
                <a:lnTo>
                  <a:pt x="463752" y="3374868"/>
                </a:lnTo>
                <a:cubicBezTo>
                  <a:pt x="470349" y="3378637"/>
                  <a:pt x="476003" y="3380522"/>
                  <a:pt x="479773" y="3380522"/>
                </a:cubicBezTo>
                <a:cubicBezTo>
                  <a:pt x="482600" y="3380522"/>
                  <a:pt x="484485" y="3379580"/>
                  <a:pt x="486370" y="3376752"/>
                </a:cubicBezTo>
                <a:cubicBezTo>
                  <a:pt x="487313" y="3374868"/>
                  <a:pt x="487313" y="3372983"/>
                  <a:pt x="488255" y="3371098"/>
                </a:cubicBezTo>
                <a:cubicBezTo>
                  <a:pt x="488255" y="3370155"/>
                  <a:pt x="489198" y="3366386"/>
                  <a:pt x="490140" y="3358846"/>
                </a:cubicBezTo>
                <a:lnTo>
                  <a:pt x="493910" y="3330573"/>
                </a:lnTo>
                <a:lnTo>
                  <a:pt x="431709" y="3291933"/>
                </a:lnTo>
                <a:lnTo>
                  <a:pt x="413803" y="3304185"/>
                </a:lnTo>
                <a:cubicBezTo>
                  <a:pt x="408148" y="3308897"/>
                  <a:pt x="403436" y="3312667"/>
                  <a:pt x="401551" y="3316436"/>
                </a:cubicBezTo>
                <a:cubicBezTo>
                  <a:pt x="398724" y="3322091"/>
                  <a:pt x="397781" y="3326803"/>
                  <a:pt x="400608" y="3331515"/>
                </a:cubicBezTo>
                <a:cubicBezTo>
                  <a:pt x="401551" y="3334343"/>
                  <a:pt x="407205" y="3339055"/>
                  <a:pt x="415687" y="3345652"/>
                </a:cubicBezTo>
                <a:lnTo>
                  <a:pt x="412860" y="3350364"/>
                </a:lnTo>
                <a:lnTo>
                  <a:pt x="354429" y="3314552"/>
                </a:lnTo>
                <a:lnTo>
                  <a:pt x="357256" y="3309839"/>
                </a:lnTo>
                <a:cubicBezTo>
                  <a:pt x="364796" y="3312667"/>
                  <a:pt x="371393" y="3313609"/>
                  <a:pt x="377990" y="3311724"/>
                </a:cubicBezTo>
                <a:cubicBezTo>
                  <a:pt x="384587" y="3310782"/>
                  <a:pt x="394954" y="3304185"/>
                  <a:pt x="409090" y="3294760"/>
                </a:cubicBezTo>
                <a:close/>
                <a:moveTo>
                  <a:pt x="2161082" y="3032762"/>
                </a:moveTo>
                <a:lnTo>
                  <a:pt x="2164852" y="3037474"/>
                </a:lnTo>
                <a:lnTo>
                  <a:pt x="2161082" y="3040302"/>
                </a:lnTo>
                <a:cubicBezTo>
                  <a:pt x="2156370" y="3044071"/>
                  <a:pt x="2153542" y="3047841"/>
                  <a:pt x="2151658" y="3051611"/>
                </a:cubicBezTo>
                <a:cubicBezTo>
                  <a:pt x="2149773" y="3055381"/>
                  <a:pt x="2149773" y="3060093"/>
                  <a:pt x="2151658" y="3064805"/>
                </a:cubicBezTo>
                <a:cubicBezTo>
                  <a:pt x="2152600" y="3068575"/>
                  <a:pt x="2155427" y="3073287"/>
                  <a:pt x="2161082" y="3079884"/>
                </a:cubicBezTo>
                <a:lnTo>
                  <a:pt x="2210089" y="3142085"/>
                </a:lnTo>
                <a:cubicBezTo>
                  <a:pt x="2225168" y="3160934"/>
                  <a:pt x="2234592" y="3176013"/>
                  <a:pt x="2239304" y="3186379"/>
                </a:cubicBezTo>
                <a:cubicBezTo>
                  <a:pt x="2243074" y="3196746"/>
                  <a:pt x="2243074" y="3209940"/>
                  <a:pt x="2239304" y="3224077"/>
                </a:cubicBezTo>
                <a:cubicBezTo>
                  <a:pt x="2235534" y="3239156"/>
                  <a:pt x="2224225" y="3253293"/>
                  <a:pt x="2208204" y="3266487"/>
                </a:cubicBezTo>
                <a:cubicBezTo>
                  <a:pt x="2194067" y="3277796"/>
                  <a:pt x="2181816" y="3284393"/>
                  <a:pt x="2171449" y="3286278"/>
                </a:cubicBezTo>
                <a:cubicBezTo>
                  <a:pt x="2157312" y="3289105"/>
                  <a:pt x="2144118" y="3289105"/>
                  <a:pt x="2133751" y="3284393"/>
                </a:cubicBezTo>
                <a:cubicBezTo>
                  <a:pt x="2123384" y="3279681"/>
                  <a:pt x="2112075" y="3271199"/>
                  <a:pt x="2101708" y="3257062"/>
                </a:cubicBezTo>
                <a:lnTo>
                  <a:pt x="2038564" y="3176955"/>
                </a:lnTo>
                <a:cubicBezTo>
                  <a:pt x="2031025" y="3167531"/>
                  <a:pt x="2026312" y="3161876"/>
                  <a:pt x="2023485" y="3160934"/>
                </a:cubicBezTo>
                <a:cubicBezTo>
                  <a:pt x="2020658" y="3159049"/>
                  <a:pt x="2017831" y="3159049"/>
                  <a:pt x="2014061" y="3159991"/>
                </a:cubicBezTo>
                <a:cubicBezTo>
                  <a:pt x="2010291" y="3160934"/>
                  <a:pt x="2005579" y="3163761"/>
                  <a:pt x="1998039" y="3169415"/>
                </a:cubicBezTo>
                <a:lnTo>
                  <a:pt x="1995212" y="3164703"/>
                </a:lnTo>
                <a:lnTo>
                  <a:pt x="2079089" y="3097790"/>
                </a:lnTo>
                <a:lnTo>
                  <a:pt x="2082859" y="3102503"/>
                </a:lnTo>
                <a:lnTo>
                  <a:pt x="2079089" y="3106272"/>
                </a:lnTo>
                <a:cubicBezTo>
                  <a:pt x="2072492" y="3110984"/>
                  <a:pt x="2068722" y="3115697"/>
                  <a:pt x="2067780" y="3118524"/>
                </a:cubicBezTo>
                <a:cubicBezTo>
                  <a:pt x="2066837" y="3121351"/>
                  <a:pt x="2065895" y="3125121"/>
                  <a:pt x="2066837" y="3127948"/>
                </a:cubicBezTo>
                <a:cubicBezTo>
                  <a:pt x="2067780" y="3130776"/>
                  <a:pt x="2071549" y="3137373"/>
                  <a:pt x="2079089" y="3146797"/>
                </a:cubicBezTo>
                <a:lnTo>
                  <a:pt x="2142233" y="3226904"/>
                </a:lnTo>
                <a:cubicBezTo>
                  <a:pt x="2153542" y="3241041"/>
                  <a:pt x="2162967" y="3250465"/>
                  <a:pt x="2168621" y="3253293"/>
                </a:cubicBezTo>
                <a:cubicBezTo>
                  <a:pt x="2174276" y="3256120"/>
                  <a:pt x="2180873" y="3257062"/>
                  <a:pt x="2188413" y="3256120"/>
                </a:cubicBezTo>
                <a:cubicBezTo>
                  <a:pt x="2195952" y="3255177"/>
                  <a:pt x="2203492" y="3251408"/>
                  <a:pt x="2211031" y="3245753"/>
                </a:cubicBezTo>
                <a:cubicBezTo>
                  <a:pt x="2219513" y="3239156"/>
                  <a:pt x="2226110" y="3230674"/>
                  <a:pt x="2228937" y="3222192"/>
                </a:cubicBezTo>
                <a:cubicBezTo>
                  <a:pt x="2231765" y="3213710"/>
                  <a:pt x="2232707" y="3204286"/>
                  <a:pt x="2229880" y="3194861"/>
                </a:cubicBezTo>
                <a:cubicBezTo>
                  <a:pt x="2227053" y="3185437"/>
                  <a:pt x="2219513" y="3172243"/>
                  <a:pt x="2205376" y="3154337"/>
                </a:cubicBezTo>
                <a:lnTo>
                  <a:pt x="2152600" y="3088366"/>
                </a:lnTo>
                <a:cubicBezTo>
                  <a:pt x="2146945" y="3080826"/>
                  <a:pt x="2142233" y="3076114"/>
                  <a:pt x="2137521" y="3074229"/>
                </a:cubicBezTo>
                <a:cubicBezTo>
                  <a:pt x="2133751" y="3072344"/>
                  <a:pt x="2129982" y="3071402"/>
                  <a:pt x="2126212" y="3072344"/>
                </a:cubicBezTo>
                <a:cubicBezTo>
                  <a:pt x="2121500" y="3073287"/>
                  <a:pt x="2114902" y="3076114"/>
                  <a:pt x="2108305" y="3081769"/>
                </a:cubicBezTo>
                <a:lnTo>
                  <a:pt x="2104536" y="3077057"/>
                </a:lnTo>
                <a:close/>
                <a:moveTo>
                  <a:pt x="312963" y="3003547"/>
                </a:moveTo>
                <a:lnTo>
                  <a:pt x="393070" y="3075173"/>
                </a:lnTo>
                <a:lnTo>
                  <a:pt x="389300" y="3079885"/>
                </a:lnTo>
                <a:lnTo>
                  <a:pt x="385530" y="3076115"/>
                </a:lnTo>
                <a:cubicBezTo>
                  <a:pt x="379876" y="3070461"/>
                  <a:pt x="375163" y="3067634"/>
                  <a:pt x="371394" y="3066691"/>
                </a:cubicBezTo>
                <a:cubicBezTo>
                  <a:pt x="367624" y="3065749"/>
                  <a:pt x="364797" y="3066691"/>
                  <a:pt x="361969" y="3067634"/>
                </a:cubicBezTo>
                <a:cubicBezTo>
                  <a:pt x="359142" y="3068576"/>
                  <a:pt x="353487" y="3074231"/>
                  <a:pt x="345948" y="3082713"/>
                </a:cubicBezTo>
                <a:lnTo>
                  <a:pt x="278091" y="3159050"/>
                </a:lnTo>
                <a:cubicBezTo>
                  <a:pt x="265840" y="3173187"/>
                  <a:pt x="258300" y="3182611"/>
                  <a:pt x="256415" y="3189208"/>
                </a:cubicBezTo>
                <a:cubicBezTo>
                  <a:pt x="254531" y="3195805"/>
                  <a:pt x="254531" y="3202402"/>
                  <a:pt x="256415" y="3209942"/>
                </a:cubicBezTo>
                <a:cubicBezTo>
                  <a:pt x="258300" y="3217481"/>
                  <a:pt x="263012" y="3224078"/>
                  <a:pt x="270552" y="3230675"/>
                </a:cubicBezTo>
                <a:cubicBezTo>
                  <a:pt x="279034" y="3238215"/>
                  <a:pt x="287516" y="3242927"/>
                  <a:pt x="296940" y="3243869"/>
                </a:cubicBezTo>
                <a:cubicBezTo>
                  <a:pt x="306365" y="3245754"/>
                  <a:pt x="314848" y="3243869"/>
                  <a:pt x="324272" y="3240099"/>
                </a:cubicBezTo>
                <a:cubicBezTo>
                  <a:pt x="332754" y="3236330"/>
                  <a:pt x="345005" y="3225963"/>
                  <a:pt x="359142" y="3208999"/>
                </a:cubicBezTo>
                <a:lnTo>
                  <a:pt x="415688" y="3145856"/>
                </a:lnTo>
                <a:cubicBezTo>
                  <a:pt x="422285" y="3139259"/>
                  <a:pt x="425113" y="3133604"/>
                  <a:pt x="426998" y="3128892"/>
                </a:cubicBezTo>
                <a:cubicBezTo>
                  <a:pt x="427940" y="3124180"/>
                  <a:pt x="427940" y="3121353"/>
                  <a:pt x="426998" y="3117583"/>
                </a:cubicBezTo>
                <a:cubicBezTo>
                  <a:pt x="425113" y="3112870"/>
                  <a:pt x="421343" y="3107216"/>
                  <a:pt x="414746" y="3101561"/>
                </a:cubicBezTo>
                <a:lnTo>
                  <a:pt x="418516" y="3096849"/>
                </a:lnTo>
                <a:lnTo>
                  <a:pt x="472234" y="3144914"/>
                </a:lnTo>
                <a:lnTo>
                  <a:pt x="468465" y="3149626"/>
                </a:lnTo>
                <a:lnTo>
                  <a:pt x="465637" y="3146798"/>
                </a:lnTo>
                <a:cubicBezTo>
                  <a:pt x="460925" y="3143029"/>
                  <a:pt x="457156" y="3140201"/>
                  <a:pt x="452443" y="3140201"/>
                </a:cubicBezTo>
                <a:cubicBezTo>
                  <a:pt x="447731" y="3139259"/>
                  <a:pt x="443961" y="3140201"/>
                  <a:pt x="439249" y="3142086"/>
                </a:cubicBezTo>
                <a:cubicBezTo>
                  <a:pt x="436422" y="3143971"/>
                  <a:pt x="431710" y="3147741"/>
                  <a:pt x="426055" y="3154338"/>
                </a:cubicBezTo>
                <a:lnTo>
                  <a:pt x="373279" y="3213711"/>
                </a:lnTo>
                <a:cubicBezTo>
                  <a:pt x="357257" y="3231618"/>
                  <a:pt x="344063" y="3243869"/>
                  <a:pt x="334639" y="3250466"/>
                </a:cubicBezTo>
                <a:cubicBezTo>
                  <a:pt x="325214" y="3256121"/>
                  <a:pt x="312963" y="3258948"/>
                  <a:pt x="296940" y="3257064"/>
                </a:cubicBezTo>
                <a:cubicBezTo>
                  <a:pt x="281861" y="3255179"/>
                  <a:pt x="265840" y="3247639"/>
                  <a:pt x="249818" y="3233503"/>
                </a:cubicBezTo>
                <a:cubicBezTo>
                  <a:pt x="236624" y="3221251"/>
                  <a:pt x="227200" y="3210884"/>
                  <a:pt x="223430" y="3200517"/>
                </a:cubicBezTo>
                <a:cubicBezTo>
                  <a:pt x="217776" y="3186381"/>
                  <a:pt x="215891" y="3174129"/>
                  <a:pt x="218718" y="3162820"/>
                </a:cubicBezTo>
                <a:cubicBezTo>
                  <a:pt x="221545" y="3151510"/>
                  <a:pt x="228142" y="3139259"/>
                  <a:pt x="240394" y="3126065"/>
                </a:cubicBezTo>
                <a:lnTo>
                  <a:pt x="308249" y="3049726"/>
                </a:lnTo>
                <a:cubicBezTo>
                  <a:pt x="315790" y="3041244"/>
                  <a:pt x="320502" y="3034647"/>
                  <a:pt x="321445" y="3031820"/>
                </a:cubicBezTo>
                <a:cubicBezTo>
                  <a:pt x="322387" y="3028993"/>
                  <a:pt x="322387" y="3025223"/>
                  <a:pt x="320502" y="3022396"/>
                </a:cubicBezTo>
                <a:cubicBezTo>
                  <a:pt x="319560" y="3018626"/>
                  <a:pt x="314848" y="3013914"/>
                  <a:pt x="308249" y="3008259"/>
                </a:cubicBezTo>
                <a:close/>
                <a:moveTo>
                  <a:pt x="168770" y="2876318"/>
                </a:moveTo>
                <a:cubicBezTo>
                  <a:pt x="198928" y="2879146"/>
                  <a:pt x="225316" y="2893282"/>
                  <a:pt x="246992" y="2918728"/>
                </a:cubicBezTo>
                <a:cubicBezTo>
                  <a:pt x="253589" y="2926267"/>
                  <a:pt x="259244" y="2933807"/>
                  <a:pt x="263014" y="2941346"/>
                </a:cubicBezTo>
                <a:cubicBezTo>
                  <a:pt x="264899" y="2945116"/>
                  <a:pt x="268668" y="2952656"/>
                  <a:pt x="271496" y="2962080"/>
                </a:cubicBezTo>
                <a:cubicBezTo>
                  <a:pt x="275265" y="2972447"/>
                  <a:pt x="277150" y="2978101"/>
                  <a:pt x="279035" y="2979044"/>
                </a:cubicBezTo>
                <a:cubicBezTo>
                  <a:pt x="280920" y="2980929"/>
                  <a:pt x="283747" y="2982814"/>
                  <a:pt x="286575" y="2982814"/>
                </a:cubicBezTo>
                <a:cubicBezTo>
                  <a:pt x="289402" y="2983756"/>
                  <a:pt x="294114" y="2982814"/>
                  <a:pt x="299769" y="2979986"/>
                </a:cubicBezTo>
                <a:lnTo>
                  <a:pt x="300711" y="2983756"/>
                </a:lnTo>
                <a:lnTo>
                  <a:pt x="245107" y="3030878"/>
                </a:lnTo>
                <a:lnTo>
                  <a:pt x="241338" y="3026166"/>
                </a:lnTo>
                <a:cubicBezTo>
                  <a:pt x="251705" y="3008260"/>
                  <a:pt x="257359" y="2990353"/>
                  <a:pt x="256417" y="2973389"/>
                </a:cubicBezTo>
                <a:cubicBezTo>
                  <a:pt x="255474" y="2956425"/>
                  <a:pt x="249820" y="2941346"/>
                  <a:pt x="239453" y="2929095"/>
                </a:cubicBezTo>
                <a:cubicBezTo>
                  <a:pt x="229086" y="2916843"/>
                  <a:pt x="217777" y="2910246"/>
                  <a:pt x="204583" y="2908361"/>
                </a:cubicBezTo>
                <a:cubicBezTo>
                  <a:pt x="191389" y="2906476"/>
                  <a:pt x="177252" y="2908361"/>
                  <a:pt x="162173" y="2914958"/>
                </a:cubicBezTo>
                <a:cubicBezTo>
                  <a:pt x="147094" y="2921555"/>
                  <a:pt x="133899" y="2930980"/>
                  <a:pt x="121647" y="2941346"/>
                </a:cubicBezTo>
                <a:cubicBezTo>
                  <a:pt x="106568" y="2954540"/>
                  <a:pt x="94317" y="2967735"/>
                  <a:pt x="86777" y="2980929"/>
                </a:cubicBezTo>
                <a:cubicBezTo>
                  <a:pt x="78295" y="2994123"/>
                  <a:pt x="74525" y="3007317"/>
                  <a:pt x="76410" y="3019569"/>
                </a:cubicBezTo>
                <a:cubicBezTo>
                  <a:pt x="77353" y="3031820"/>
                  <a:pt x="83007" y="3044072"/>
                  <a:pt x="92432" y="3054439"/>
                </a:cubicBezTo>
                <a:cubicBezTo>
                  <a:pt x="95259" y="3058209"/>
                  <a:pt x="99029" y="3061978"/>
                  <a:pt x="103741" y="3064806"/>
                </a:cubicBezTo>
                <a:cubicBezTo>
                  <a:pt x="107511" y="3068575"/>
                  <a:pt x="112223" y="3071403"/>
                  <a:pt x="117877" y="3074230"/>
                </a:cubicBezTo>
                <a:lnTo>
                  <a:pt x="150864" y="3045957"/>
                </a:lnTo>
                <a:cubicBezTo>
                  <a:pt x="157461" y="3040302"/>
                  <a:pt x="160288" y="3036533"/>
                  <a:pt x="162173" y="3034648"/>
                </a:cubicBezTo>
                <a:cubicBezTo>
                  <a:pt x="163115" y="3031820"/>
                  <a:pt x="163115" y="3028993"/>
                  <a:pt x="163115" y="3025223"/>
                </a:cubicBezTo>
                <a:cubicBezTo>
                  <a:pt x="162173" y="3021454"/>
                  <a:pt x="160288" y="3017684"/>
                  <a:pt x="157461" y="3013914"/>
                </a:cubicBezTo>
                <a:lnTo>
                  <a:pt x="153691" y="3010144"/>
                </a:lnTo>
                <a:lnTo>
                  <a:pt x="158403" y="3006375"/>
                </a:lnTo>
                <a:lnTo>
                  <a:pt x="223431" y="3083654"/>
                </a:lnTo>
                <a:lnTo>
                  <a:pt x="218719" y="3087424"/>
                </a:lnTo>
                <a:cubicBezTo>
                  <a:pt x="213065" y="3081770"/>
                  <a:pt x="209295" y="3078942"/>
                  <a:pt x="205525" y="3077057"/>
                </a:cubicBezTo>
                <a:cubicBezTo>
                  <a:pt x="202698" y="3076115"/>
                  <a:pt x="198928" y="3076115"/>
                  <a:pt x="195158" y="3077057"/>
                </a:cubicBezTo>
                <a:cubicBezTo>
                  <a:pt x="193273" y="3078000"/>
                  <a:pt x="189504" y="3080827"/>
                  <a:pt x="183849" y="3085539"/>
                </a:cubicBezTo>
                <a:lnTo>
                  <a:pt x="150864" y="3113812"/>
                </a:lnTo>
                <a:cubicBezTo>
                  <a:pt x="137669" y="3107215"/>
                  <a:pt x="125417" y="3099676"/>
                  <a:pt x="114108" y="3091194"/>
                </a:cubicBezTo>
                <a:cubicBezTo>
                  <a:pt x="102798" y="3082712"/>
                  <a:pt x="91489" y="3072345"/>
                  <a:pt x="82065" y="3060094"/>
                </a:cubicBezTo>
                <a:cubicBezTo>
                  <a:pt x="68871" y="3045015"/>
                  <a:pt x="60389" y="3030878"/>
                  <a:pt x="56619" y="3017684"/>
                </a:cubicBezTo>
                <a:cubicBezTo>
                  <a:pt x="51907" y="3004490"/>
                  <a:pt x="50022" y="2991295"/>
                  <a:pt x="50022" y="2978101"/>
                </a:cubicBezTo>
                <a:cubicBezTo>
                  <a:pt x="50022" y="2964907"/>
                  <a:pt x="52849" y="2952656"/>
                  <a:pt x="57561" y="2941346"/>
                </a:cubicBezTo>
                <a:cubicBezTo>
                  <a:pt x="64159" y="2927210"/>
                  <a:pt x="73583" y="2914016"/>
                  <a:pt x="86777" y="2902706"/>
                </a:cubicBezTo>
                <a:cubicBezTo>
                  <a:pt x="110338" y="2882915"/>
                  <a:pt x="137669" y="2873491"/>
                  <a:pt x="168770" y="2876318"/>
                </a:cubicBezTo>
                <a:close/>
                <a:moveTo>
                  <a:pt x="2307159" y="2868778"/>
                </a:moveTo>
                <a:lnTo>
                  <a:pt x="2311871" y="2872548"/>
                </a:lnTo>
                <a:cubicBezTo>
                  <a:pt x="2307159" y="2880087"/>
                  <a:pt x="2304332" y="2884800"/>
                  <a:pt x="2303389" y="2888569"/>
                </a:cubicBezTo>
                <a:cubicBezTo>
                  <a:pt x="2302447" y="2892339"/>
                  <a:pt x="2303389" y="2896109"/>
                  <a:pt x="2305274" y="2899879"/>
                </a:cubicBezTo>
                <a:cubicBezTo>
                  <a:pt x="2307159" y="2903648"/>
                  <a:pt x="2311871" y="2909303"/>
                  <a:pt x="2319411" y="2915900"/>
                </a:cubicBezTo>
                <a:lnTo>
                  <a:pt x="2448524" y="3030877"/>
                </a:lnTo>
                <a:lnTo>
                  <a:pt x="2444755" y="3034647"/>
                </a:lnTo>
                <a:lnTo>
                  <a:pt x="2222340" y="3024280"/>
                </a:lnTo>
                <a:lnTo>
                  <a:pt x="2321295" y="3111927"/>
                </a:lnTo>
                <a:cubicBezTo>
                  <a:pt x="2329777" y="3119466"/>
                  <a:pt x="2338259" y="3123236"/>
                  <a:pt x="2344856" y="3122294"/>
                </a:cubicBezTo>
                <a:cubicBezTo>
                  <a:pt x="2351453" y="3121351"/>
                  <a:pt x="2357108" y="3117581"/>
                  <a:pt x="2361820" y="3112869"/>
                </a:cubicBezTo>
                <a:lnTo>
                  <a:pt x="2364647" y="3109099"/>
                </a:lnTo>
                <a:lnTo>
                  <a:pt x="2368417" y="3112869"/>
                </a:lnTo>
                <a:lnTo>
                  <a:pt x="2319411" y="3167531"/>
                </a:lnTo>
                <a:lnTo>
                  <a:pt x="2315641" y="3163761"/>
                </a:lnTo>
                <a:cubicBezTo>
                  <a:pt x="2323180" y="3155279"/>
                  <a:pt x="2326950" y="3147739"/>
                  <a:pt x="2326008" y="3141142"/>
                </a:cubicBezTo>
                <a:cubicBezTo>
                  <a:pt x="2326008" y="3134545"/>
                  <a:pt x="2321295" y="3127948"/>
                  <a:pt x="2312813" y="3120409"/>
                </a:cubicBezTo>
                <a:lnTo>
                  <a:pt x="2203491" y="3023338"/>
                </a:lnTo>
                <a:lnTo>
                  <a:pt x="2195951" y="3023338"/>
                </a:lnTo>
                <a:cubicBezTo>
                  <a:pt x="2189354" y="3023338"/>
                  <a:pt x="2183700" y="3023338"/>
                  <a:pt x="2179930" y="3025223"/>
                </a:cubicBezTo>
                <a:cubicBezTo>
                  <a:pt x="2176160" y="3026165"/>
                  <a:pt x="2172390" y="3029935"/>
                  <a:pt x="2167678" y="3034647"/>
                </a:cubicBezTo>
                <a:lnTo>
                  <a:pt x="2162966" y="3030877"/>
                </a:lnTo>
                <a:lnTo>
                  <a:pt x="2214800" y="2973389"/>
                </a:lnTo>
                <a:lnTo>
                  <a:pt x="2378784" y="2982813"/>
                </a:lnTo>
                <a:lnTo>
                  <a:pt x="2311871" y="2923440"/>
                </a:lnTo>
                <a:cubicBezTo>
                  <a:pt x="2302447" y="2914957"/>
                  <a:pt x="2294907" y="2911188"/>
                  <a:pt x="2289253" y="2910245"/>
                </a:cubicBezTo>
                <a:cubicBezTo>
                  <a:pt x="2281713" y="2910245"/>
                  <a:pt x="2274174" y="2914015"/>
                  <a:pt x="2266634" y="2923440"/>
                </a:cubicBezTo>
                <a:lnTo>
                  <a:pt x="2261922" y="2919670"/>
                </a:lnTo>
                <a:close/>
                <a:moveTo>
                  <a:pt x="2376899" y="2751916"/>
                </a:moveTo>
                <a:lnTo>
                  <a:pt x="2381611" y="2754743"/>
                </a:lnTo>
                <a:lnTo>
                  <a:pt x="2377842" y="2760398"/>
                </a:lnTo>
                <a:cubicBezTo>
                  <a:pt x="2375014" y="2765110"/>
                  <a:pt x="2373130" y="2770765"/>
                  <a:pt x="2373130" y="2774534"/>
                </a:cubicBezTo>
                <a:cubicBezTo>
                  <a:pt x="2373130" y="2777362"/>
                  <a:pt x="2374072" y="2781132"/>
                  <a:pt x="2375957" y="2783959"/>
                </a:cubicBezTo>
                <a:cubicBezTo>
                  <a:pt x="2376899" y="2785844"/>
                  <a:pt x="2382554" y="2789613"/>
                  <a:pt x="2391036" y="2795268"/>
                </a:cubicBezTo>
                <a:lnTo>
                  <a:pt x="2451353" y="2832967"/>
                </a:lnTo>
                <a:lnTo>
                  <a:pt x="2506957" y="2866894"/>
                </a:lnTo>
                <a:cubicBezTo>
                  <a:pt x="2516381" y="2872549"/>
                  <a:pt x="2522036" y="2876319"/>
                  <a:pt x="2524863" y="2876319"/>
                </a:cubicBezTo>
                <a:cubicBezTo>
                  <a:pt x="2527690" y="2877261"/>
                  <a:pt x="2530517" y="2876319"/>
                  <a:pt x="2534287" y="2874434"/>
                </a:cubicBezTo>
                <a:cubicBezTo>
                  <a:pt x="2538057" y="2872549"/>
                  <a:pt x="2541827" y="2868779"/>
                  <a:pt x="2544654" y="2864067"/>
                </a:cubicBezTo>
                <a:lnTo>
                  <a:pt x="2548424" y="2858412"/>
                </a:lnTo>
                <a:lnTo>
                  <a:pt x="2553136" y="2861240"/>
                </a:lnTo>
                <a:lnTo>
                  <a:pt x="2496590" y="2953598"/>
                </a:lnTo>
                <a:lnTo>
                  <a:pt x="2491878" y="2950771"/>
                </a:lnTo>
                <a:lnTo>
                  <a:pt x="2495647" y="2945117"/>
                </a:lnTo>
                <a:cubicBezTo>
                  <a:pt x="2498475" y="2940404"/>
                  <a:pt x="2500359" y="2934750"/>
                  <a:pt x="2500359" y="2930980"/>
                </a:cubicBezTo>
                <a:cubicBezTo>
                  <a:pt x="2500359" y="2928153"/>
                  <a:pt x="2499417" y="2924383"/>
                  <a:pt x="2497532" y="2921556"/>
                </a:cubicBezTo>
                <a:cubicBezTo>
                  <a:pt x="2496590" y="2919671"/>
                  <a:pt x="2490935" y="2915901"/>
                  <a:pt x="2482453" y="2910246"/>
                </a:cubicBezTo>
                <a:lnTo>
                  <a:pt x="2426849" y="2876319"/>
                </a:lnTo>
                <a:lnTo>
                  <a:pt x="2366533" y="2838621"/>
                </a:lnTo>
                <a:cubicBezTo>
                  <a:pt x="2357108" y="2832967"/>
                  <a:pt x="2351453" y="2829197"/>
                  <a:pt x="2348626" y="2829197"/>
                </a:cubicBezTo>
                <a:cubicBezTo>
                  <a:pt x="2345799" y="2828254"/>
                  <a:pt x="2342972" y="2829197"/>
                  <a:pt x="2339202" y="2831082"/>
                </a:cubicBezTo>
                <a:cubicBezTo>
                  <a:pt x="2335432" y="2832967"/>
                  <a:pt x="2331662" y="2836736"/>
                  <a:pt x="2328835" y="2841449"/>
                </a:cubicBezTo>
                <a:lnTo>
                  <a:pt x="2325065" y="2847103"/>
                </a:lnTo>
                <a:lnTo>
                  <a:pt x="2320353" y="2844276"/>
                </a:lnTo>
                <a:close/>
                <a:moveTo>
                  <a:pt x="2473027" y="2530444"/>
                </a:moveTo>
                <a:lnTo>
                  <a:pt x="2478682" y="2532329"/>
                </a:lnTo>
                <a:cubicBezTo>
                  <a:pt x="2476797" y="2539868"/>
                  <a:pt x="2477740" y="2547408"/>
                  <a:pt x="2482452" y="2555890"/>
                </a:cubicBezTo>
                <a:cubicBezTo>
                  <a:pt x="2485279" y="2561544"/>
                  <a:pt x="2493761" y="2571911"/>
                  <a:pt x="2507898" y="2586990"/>
                </a:cubicBezTo>
                <a:lnTo>
                  <a:pt x="2626645" y="2714220"/>
                </a:lnTo>
                <a:lnTo>
                  <a:pt x="2624760" y="2718932"/>
                </a:lnTo>
                <a:lnTo>
                  <a:pt x="2444754" y="2720817"/>
                </a:lnTo>
                <a:cubicBezTo>
                  <a:pt x="2423078" y="2720817"/>
                  <a:pt x="2409884" y="2721760"/>
                  <a:pt x="2406114" y="2723645"/>
                </a:cubicBezTo>
                <a:cubicBezTo>
                  <a:pt x="2401402" y="2724587"/>
                  <a:pt x="2397632" y="2729299"/>
                  <a:pt x="2393863" y="2735896"/>
                </a:cubicBezTo>
                <a:lnTo>
                  <a:pt x="2388208" y="2734011"/>
                </a:lnTo>
                <a:lnTo>
                  <a:pt x="2426848" y="2642595"/>
                </a:lnTo>
                <a:lnTo>
                  <a:pt x="2432503" y="2644480"/>
                </a:lnTo>
                <a:lnTo>
                  <a:pt x="2431560" y="2647307"/>
                </a:lnTo>
                <a:cubicBezTo>
                  <a:pt x="2427790" y="2655789"/>
                  <a:pt x="2426848" y="2661444"/>
                  <a:pt x="2427790" y="2665213"/>
                </a:cubicBezTo>
                <a:cubicBezTo>
                  <a:pt x="2428733" y="2668041"/>
                  <a:pt x="2429675" y="2669926"/>
                  <a:pt x="2432503" y="2670868"/>
                </a:cubicBezTo>
                <a:cubicBezTo>
                  <a:pt x="2434387" y="2671811"/>
                  <a:pt x="2436272" y="2671811"/>
                  <a:pt x="2439100" y="2671811"/>
                </a:cubicBezTo>
                <a:cubicBezTo>
                  <a:pt x="2441927" y="2671811"/>
                  <a:pt x="2448524" y="2671811"/>
                  <a:pt x="2460776" y="2671811"/>
                </a:cubicBezTo>
                <a:lnTo>
                  <a:pt x="2572926" y="2670868"/>
                </a:lnTo>
                <a:lnTo>
                  <a:pt x="2504128" y="2597357"/>
                </a:lnTo>
                <a:cubicBezTo>
                  <a:pt x="2495646" y="2588875"/>
                  <a:pt x="2489991" y="2583221"/>
                  <a:pt x="2487164" y="2580393"/>
                </a:cubicBezTo>
                <a:cubicBezTo>
                  <a:pt x="2484337" y="2577566"/>
                  <a:pt x="2481509" y="2575681"/>
                  <a:pt x="2478682" y="2574739"/>
                </a:cubicBezTo>
                <a:cubicBezTo>
                  <a:pt x="2475855" y="2573796"/>
                  <a:pt x="2473027" y="2572854"/>
                  <a:pt x="2470200" y="2573796"/>
                </a:cubicBezTo>
                <a:cubicBezTo>
                  <a:pt x="2467373" y="2574739"/>
                  <a:pt x="2464545" y="2575681"/>
                  <a:pt x="2462660" y="2578508"/>
                </a:cubicBezTo>
                <a:cubicBezTo>
                  <a:pt x="2458891" y="2582278"/>
                  <a:pt x="2456064" y="2586990"/>
                  <a:pt x="2453236" y="2593587"/>
                </a:cubicBezTo>
                <a:lnTo>
                  <a:pt x="2447582" y="2591702"/>
                </a:lnTo>
                <a:close/>
                <a:moveTo>
                  <a:pt x="2520150" y="2342899"/>
                </a:moveTo>
                <a:lnTo>
                  <a:pt x="2579523" y="2357036"/>
                </a:lnTo>
                <a:lnTo>
                  <a:pt x="2578581" y="2362690"/>
                </a:lnTo>
                <a:cubicBezTo>
                  <a:pt x="2563502" y="2361748"/>
                  <a:pt x="2552192" y="2363633"/>
                  <a:pt x="2544653" y="2367402"/>
                </a:cubicBezTo>
                <a:cubicBezTo>
                  <a:pt x="2537114" y="2371172"/>
                  <a:pt x="2530517" y="2376827"/>
                  <a:pt x="2524862" y="2386251"/>
                </a:cubicBezTo>
                <a:cubicBezTo>
                  <a:pt x="2522035" y="2390963"/>
                  <a:pt x="2518265" y="2401330"/>
                  <a:pt x="2514495" y="2416409"/>
                </a:cubicBezTo>
                <a:lnTo>
                  <a:pt x="2510725" y="2438086"/>
                </a:lnTo>
                <a:lnTo>
                  <a:pt x="2592717" y="2457877"/>
                </a:lnTo>
                <a:lnTo>
                  <a:pt x="2593660" y="2454107"/>
                </a:lnTo>
                <a:cubicBezTo>
                  <a:pt x="2596487" y="2440913"/>
                  <a:pt x="2594602" y="2431489"/>
                  <a:pt x="2588005" y="2423006"/>
                </a:cubicBezTo>
                <a:cubicBezTo>
                  <a:pt x="2581408" y="2415466"/>
                  <a:pt x="2570099" y="2408870"/>
                  <a:pt x="2555020" y="2403215"/>
                </a:cubicBezTo>
                <a:lnTo>
                  <a:pt x="2555962" y="2397560"/>
                </a:lnTo>
                <a:lnTo>
                  <a:pt x="2661515" y="2423006"/>
                </a:lnTo>
                <a:lnTo>
                  <a:pt x="2660573" y="2428662"/>
                </a:lnTo>
                <a:cubicBezTo>
                  <a:pt x="2648321" y="2426777"/>
                  <a:pt x="2638897" y="2427719"/>
                  <a:pt x="2630415" y="2429604"/>
                </a:cubicBezTo>
                <a:cubicBezTo>
                  <a:pt x="2621933" y="2431489"/>
                  <a:pt x="2616278" y="2435259"/>
                  <a:pt x="2612509" y="2439028"/>
                </a:cubicBezTo>
                <a:cubicBezTo>
                  <a:pt x="2608739" y="2443741"/>
                  <a:pt x="2605912" y="2450338"/>
                  <a:pt x="2603084" y="2459762"/>
                </a:cubicBezTo>
                <a:lnTo>
                  <a:pt x="2659631" y="2473899"/>
                </a:lnTo>
                <a:cubicBezTo>
                  <a:pt x="2670940" y="2476726"/>
                  <a:pt x="2677537" y="2477668"/>
                  <a:pt x="2680364" y="2477668"/>
                </a:cubicBezTo>
                <a:cubicBezTo>
                  <a:pt x="2683191" y="2477668"/>
                  <a:pt x="2685076" y="2475784"/>
                  <a:pt x="2687904" y="2473899"/>
                </a:cubicBezTo>
                <a:cubicBezTo>
                  <a:pt x="2689788" y="2472014"/>
                  <a:pt x="2691673" y="2468244"/>
                  <a:pt x="2693558" y="2461647"/>
                </a:cubicBezTo>
                <a:lnTo>
                  <a:pt x="2696386" y="2449395"/>
                </a:lnTo>
                <a:cubicBezTo>
                  <a:pt x="2701098" y="2430547"/>
                  <a:pt x="2700155" y="2414524"/>
                  <a:pt x="2694501" y="2401330"/>
                </a:cubicBezTo>
                <a:cubicBezTo>
                  <a:pt x="2688846" y="2388136"/>
                  <a:pt x="2677537" y="2376827"/>
                  <a:pt x="2660573" y="2367402"/>
                </a:cubicBezTo>
                <a:lnTo>
                  <a:pt x="2661515" y="2361748"/>
                </a:lnTo>
                <a:lnTo>
                  <a:pt x="2723716" y="2386251"/>
                </a:lnTo>
                <a:lnTo>
                  <a:pt x="2681306" y="2560603"/>
                </a:lnTo>
                <a:lnTo>
                  <a:pt x="2675652" y="2559661"/>
                </a:lnTo>
                <a:lnTo>
                  <a:pt x="2677537" y="2553063"/>
                </a:lnTo>
                <a:cubicBezTo>
                  <a:pt x="2679421" y="2547409"/>
                  <a:pt x="2679421" y="2542696"/>
                  <a:pt x="2677537" y="2537984"/>
                </a:cubicBezTo>
                <a:cubicBezTo>
                  <a:pt x="2676594" y="2535157"/>
                  <a:pt x="2674709" y="2532330"/>
                  <a:pt x="2671882" y="2530445"/>
                </a:cubicBezTo>
                <a:cubicBezTo>
                  <a:pt x="2669997" y="2528560"/>
                  <a:pt x="2663400" y="2526675"/>
                  <a:pt x="2653976" y="2523848"/>
                </a:cubicBezTo>
                <a:lnTo>
                  <a:pt x="2521092" y="2491805"/>
                </a:lnTo>
                <a:cubicBezTo>
                  <a:pt x="2511668" y="2489920"/>
                  <a:pt x="2506013" y="2488035"/>
                  <a:pt x="2504128" y="2488035"/>
                </a:cubicBezTo>
                <a:cubicBezTo>
                  <a:pt x="2500358" y="2488035"/>
                  <a:pt x="2497531" y="2488978"/>
                  <a:pt x="2494704" y="2491805"/>
                </a:cubicBezTo>
                <a:cubicBezTo>
                  <a:pt x="2490934" y="2494632"/>
                  <a:pt x="2488107" y="2499345"/>
                  <a:pt x="2487164" y="2505942"/>
                </a:cubicBezTo>
                <a:lnTo>
                  <a:pt x="2485280" y="2512539"/>
                </a:lnTo>
                <a:lnTo>
                  <a:pt x="2479625" y="2511596"/>
                </a:lnTo>
                <a:close/>
                <a:moveTo>
                  <a:pt x="967957" y="2267504"/>
                </a:moveTo>
                <a:cubicBezTo>
                  <a:pt x="924604" y="2270331"/>
                  <a:pt x="936856" y="2293892"/>
                  <a:pt x="902928" y="2293892"/>
                </a:cubicBezTo>
                <a:cubicBezTo>
                  <a:pt x="893503" y="2293892"/>
                  <a:pt x="899158" y="2291065"/>
                  <a:pt x="884079" y="2290122"/>
                </a:cubicBezTo>
                <a:lnTo>
                  <a:pt x="870885" y="2299547"/>
                </a:lnTo>
                <a:lnTo>
                  <a:pt x="861461" y="2301431"/>
                </a:lnTo>
                <a:cubicBezTo>
                  <a:pt x="815281" y="2301431"/>
                  <a:pt x="796432" y="2332532"/>
                  <a:pt x="796432" y="2377769"/>
                </a:cubicBezTo>
                <a:lnTo>
                  <a:pt x="796432" y="2389078"/>
                </a:lnTo>
                <a:cubicBezTo>
                  <a:pt x="796432" y="2402272"/>
                  <a:pt x="813396" y="2404157"/>
                  <a:pt x="826590" y="2404157"/>
                </a:cubicBezTo>
                <a:lnTo>
                  <a:pt x="830360" y="2404157"/>
                </a:lnTo>
                <a:cubicBezTo>
                  <a:pt x="857691" y="2404157"/>
                  <a:pt x="870885" y="2395675"/>
                  <a:pt x="888791" y="2385308"/>
                </a:cubicBezTo>
                <a:cubicBezTo>
                  <a:pt x="901985" y="2377769"/>
                  <a:pt x="932143" y="2373057"/>
                  <a:pt x="949108" y="2369287"/>
                </a:cubicBezTo>
                <a:lnTo>
                  <a:pt x="952878" y="2326877"/>
                </a:lnTo>
                <a:cubicBezTo>
                  <a:pt x="957590" y="2319338"/>
                  <a:pt x="979266" y="2294834"/>
                  <a:pt x="979266" y="2290122"/>
                </a:cubicBezTo>
                <a:lnTo>
                  <a:pt x="979266" y="2282583"/>
                </a:lnTo>
                <a:cubicBezTo>
                  <a:pt x="979266" y="2272216"/>
                  <a:pt x="973612" y="2271273"/>
                  <a:pt x="967957" y="2267504"/>
                </a:cubicBezTo>
                <a:close/>
                <a:moveTo>
                  <a:pt x="2596487" y="2188338"/>
                </a:moveTo>
                <a:cubicBezTo>
                  <a:pt x="2580466" y="2186454"/>
                  <a:pt x="2569157" y="2189281"/>
                  <a:pt x="2560675" y="2195878"/>
                </a:cubicBezTo>
                <a:cubicBezTo>
                  <a:pt x="2552193" y="2202476"/>
                  <a:pt x="2547480" y="2214728"/>
                  <a:pt x="2545596" y="2230749"/>
                </a:cubicBezTo>
                <a:lnTo>
                  <a:pt x="2543711" y="2246771"/>
                </a:lnTo>
                <a:lnTo>
                  <a:pt x="2634186" y="2255253"/>
                </a:lnTo>
                <a:lnTo>
                  <a:pt x="2635128" y="2246771"/>
                </a:lnTo>
                <a:cubicBezTo>
                  <a:pt x="2636071" y="2232634"/>
                  <a:pt x="2636071" y="2222267"/>
                  <a:pt x="2634186" y="2214728"/>
                </a:cubicBezTo>
                <a:cubicBezTo>
                  <a:pt x="2632301" y="2207188"/>
                  <a:pt x="2628531" y="2201534"/>
                  <a:pt x="2621933" y="2196820"/>
                </a:cubicBezTo>
                <a:cubicBezTo>
                  <a:pt x="2616279" y="2192108"/>
                  <a:pt x="2607797" y="2189281"/>
                  <a:pt x="2596487" y="2188338"/>
                </a:cubicBezTo>
                <a:close/>
                <a:moveTo>
                  <a:pt x="2748221" y="2120483"/>
                </a:moveTo>
                <a:lnTo>
                  <a:pt x="2753875" y="2121425"/>
                </a:lnTo>
                <a:lnTo>
                  <a:pt x="2747278" y="2186454"/>
                </a:lnTo>
                <a:lnTo>
                  <a:pt x="2648322" y="2243943"/>
                </a:lnTo>
                <a:lnTo>
                  <a:pt x="2647380" y="2257137"/>
                </a:lnTo>
                <a:lnTo>
                  <a:pt x="2704869" y="2262792"/>
                </a:lnTo>
                <a:cubicBezTo>
                  <a:pt x="2716178" y="2263734"/>
                  <a:pt x="2723717" y="2263734"/>
                  <a:pt x="2726544" y="2262792"/>
                </a:cubicBezTo>
                <a:cubicBezTo>
                  <a:pt x="2729372" y="2261850"/>
                  <a:pt x="2732199" y="2259022"/>
                  <a:pt x="2734084" y="2256195"/>
                </a:cubicBezTo>
                <a:cubicBezTo>
                  <a:pt x="2735969" y="2253368"/>
                  <a:pt x="2737854" y="2246771"/>
                  <a:pt x="2738796" y="2237346"/>
                </a:cubicBezTo>
                <a:lnTo>
                  <a:pt x="2744451" y="2238289"/>
                </a:lnTo>
                <a:lnTo>
                  <a:pt x="2734084" y="2343842"/>
                </a:lnTo>
                <a:lnTo>
                  <a:pt x="2728429" y="2342899"/>
                </a:lnTo>
                <a:cubicBezTo>
                  <a:pt x="2729372" y="2333475"/>
                  <a:pt x="2729372" y="2326878"/>
                  <a:pt x="2727487" y="2323108"/>
                </a:cubicBezTo>
                <a:cubicBezTo>
                  <a:pt x="2725602" y="2320281"/>
                  <a:pt x="2723717" y="2317453"/>
                  <a:pt x="2720890" y="2315568"/>
                </a:cubicBezTo>
                <a:cubicBezTo>
                  <a:pt x="2718063" y="2314626"/>
                  <a:pt x="2711466" y="2312741"/>
                  <a:pt x="2700156" y="2311799"/>
                </a:cubicBezTo>
                <a:lnTo>
                  <a:pt x="2566329" y="2298605"/>
                </a:lnTo>
                <a:cubicBezTo>
                  <a:pt x="2555020" y="2297662"/>
                  <a:pt x="2547480" y="2297662"/>
                  <a:pt x="2544653" y="2298605"/>
                </a:cubicBezTo>
                <a:cubicBezTo>
                  <a:pt x="2541826" y="2299547"/>
                  <a:pt x="2538999" y="2301432"/>
                  <a:pt x="2537114" y="2305202"/>
                </a:cubicBezTo>
                <a:cubicBezTo>
                  <a:pt x="2535229" y="2308029"/>
                  <a:pt x="2533344" y="2314626"/>
                  <a:pt x="2532402" y="2324050"/>
                </a:cubicBezTo>
                <a:lnTo>
                  <a:pt x="2526747" y="2323108"/>
                </a:lnTo>
                <a:lnTo>
                  <a:pt x="2536171" y="2226979"/>
                </a:lnTo>
                <a:cubicBezTo>
                  <a:pt x="2538056" y="2201534"/>
                  <a:pt x="2541826" y="2183626"/>
                  <a:pt x="2546538" y="2172317"/>
                </a:cubicBezTo>
                <a:cubicBezTo>
                  <a:pt x="2551250" y="2161008"/>
                  <a:pt x="2557847" y="2152526"/>
                  <a:pt x="2568214" y="2145929"/>
                </a:cubicBezTo>
                <a:cubicBezTo>
                  <a:pt x="2578581" y="2139332"/>
                  <a:pt x="2589890" y="2137447"/>
                  <a:pt x="2602142" y="2138389"/>
                </a:cubicBezTo>
                <a:cubicBezTo>
                  <a:pt x="2617221" y="2139332"/>
                  <a:pt x="2629474" y="2145929"/>
                  <a:pt x="2637955" y="2158180"/>
                </a:cubicBezTo>
                <a:cubicBezTo>
                  <a:pt x="2643610" y="2165720"/>
                  <a:pt x="2647380" y="2176087"/>
                  <a:pt x="2649265" y="2189281"/>
                </a:cubicBezTo>
                <a:lnTo>
                  <a:pt x="2723717" y="2146871"/>
                </a:lnTo>
                <a:cubicBezTo>
                  <a:pt x="2733142" y="2141217"/>
                  <a:pt x="2738796" y="2137447"/>
                  <a:pt x="2741624" y="2134620"/>
                </a:cubicBezTo>
                <a:cubicBezTo>
                  <a:pt x="2745393" y="2130850"/>
                  <a:pt x="2747278" y="2126138"/>
                  <a:pt x="2748221" y="2120483"/>
                </a:cubicBezTo>
                <a:close/>
                <a:moveTo>
                  <a:pt x="2686020" y="1945190"/>
                </a:moveTo>
                <a:cubicBezTo>
                  <a:pt x="2702983" y="1945190"/>
                  <a:pt x="2718062" y="1950845"/>
                  <a:pt x="2731256" y="1964039"/>
                </a:cubicBezTo>
                <a:cubicBezTo>
                  <a:pt x="2744451" y="1977233"/>
                  <a:pt x="2751048" y="1994197"/>
                  <a:pt x="2751048" y="2014931"/>
                </a:cubicBezTo>
                <a:cubicBezTo>
                  <a:pt x="2751048" y="2021528"/>
                  <a:pt x="2751048" y="2028125"/>
                  <a:pt x="2749163" y="2033780"/>
                </a:cubicBezTo>
                <a:cubicBezTo>
                  <a:pt x="2748221" y="2039435"/>
                  <a:pt x="2745393" y="2046974"/>
                  <a:pt x="2742566" y="2055456"/>
                </a:cubicBezTo>
                <a:cubicBezTo>
                  <a:pt x="2740681" y="2060168"/>
                  <a:pt x="2739739" y="2064881"/>
                  <a:pt x="2739739" y="2067708"/>
                </a:cubicBezTo>
                <a:cubicBezTo>
                  <a:pt x="2739739" y="2070535"/>
                  <a:pt x="2740681" y="2073363"/>
                  <a:pt x="2742566" y="2076190"/>
                </a:cubicBezTo>
                <a:cubicBezTo>
                  <a:pt x="2744451" y="2079017"/>
                  <a:pt x="2748221" y="2081844"/>
                  <a:pt x="2751990" y="2082787"/>
                </a:cubicBezTo>
                <a:lnTo>
                  <a:pt x="2751990" y="2088442"/>
                </a:lnTo>
                <a:lnTo>
                  <a:pt x="2673768" y="2090326"/>
                </a:lnTo>
                <a:lnTo>
                  <a:pt x="2673768" y="2084672"/>
                </a:lnTo>
                <a:cubicBezTo>
                  <a:pt x="2695444" y="2079960"/>
                  <a:pt x="2712408" y="2070535"/>
                  <a:pt x="2723717" y="2057341"/>
                </a:cubicBezTo>
                <a:cubicBezTo>
                  <a:pt x="2735026" y="2044147"/>
                  <a:pt x="2740681" y="2030010"/>
                  <a:pt x="2739739" y="2015874"/>
                </a:cubicBezTo>
                <a:cubicBezTo>
                  <a:pt x="2739739" y="2004565"/>
                  <a:pt x="2735969" y="1995139"/>
                  <a:pt x="2729372" y="1988542"/>
                </a:cubicBezTo>
                <a:cubicBezTo>
                  <a:pt x="2722775" y="1981945"/>
                  <a:pt x="2715235" y="1979118"/>
                  <a:pt x="2707696" y="1979118"/>
                </a:cubicBezTo>
                <a:cubicBezTo>
                  <a:pt x="2702983" y="1979118"/>
                  <a:pt x="2698271" y="1981003"/>
                  <a:pt x="2693559" y="1983830"/>
                </a:cubicBezTo>
                <a:cubicBezTo>
                  <a:pt x="2688847" y="1986657"/>
                  <a:pt x="2685077" y="1990427"/>
                  <a:pt x="2680365" y="1996082"/>
                </a:cubicBezTo>
                <a:cubicBezTo>
                  <a:pt x="2676595" y="2001737"/>
                  <a:pt x="2670941" y="2011162"/>
                  <a:pt x="2665286" y="2024356"/>
                </a:cubicBezTo>
                <a:cubicBezTo>
                  <a:pt x="2656804" y="2043205"/>
                  <a:pt x="2649265" y="2057341"/>
                  <a:pt x="2642667" y="2065823"/>
                </a:cubicBezTo>
                <a:cubicBezTo>
                  <a:pt x="2636071" y="2074305"/>
                  <a:pt x="2629473" y="2080902"/>
                  <a:pt x="2620991" y="2085614"/>
                </a:cubicBezTo>
                <a:cubicBezTo>
                  <a:pt x="2613451" y="2090326"/>
                  <a:pt x="2604026" y="2093154"/>
                  <a:pt x="2594602" y="2093154"/>
                </a:cubicBezTo>
                <a:cubicBezTo>
                  <a:pt x="2577638" y="2093154"/>
                  <a:pt x="2563502" y="2087499"/>
                  <a:pt x="2552192" y="2076190"/>
                </a:cubicBezTo>
                <a:cubicBezTo>
                  <a:pt x="2539941" y="2063938"/>
                  <a:pt x="2534286" y="2048859"/>
                  <a:pt x="2533344" y="2030953"/>
                </a:cubicBezTo>
                <a:cubicBezTo>
                  <a:pt x="2533344" y="2024356"/>
                  <a:pt x="2533344" y="2017759"/>
                  <a:pt x="2535229" y="2011162"/>
                </a:cubicBezTo>
                <a:cubicBezTo>
                  <a:pt x="2536171" y="2006449"/>
                  <a:pt x="2538056" y="2000795"/>
                  <a:pt x="2541826" y="1993254"/>
                </a:cubicBezTo>
                <a:cubicBezTo>
                  <a:pt x="2544653" y="1986657"/>
                  <a:pt x="2546538" y="1981003"/>
                  <a:pt x="2546538" y="1979118"/>
                </a:cubicBezTo>
                <a:cubicBezTo>
                  <a:pt x="2546538" y="1976290"/>
                  <a:pt x="2545596" y="1974406"/>
                  <a:pt x="2543711" y="1972521"/>
                </a:cubicBezTo>
                <a:cubicBezTo>
                  <a:pt x="2541826" y="1970636"/>
                  <a:pt x="2538056" y="1969693"/>
                  <a:pt x="2531459" y="1968751"/>
                </a:cubicBezTo>
                <a:lnTo>
                  <a:pt x="2533344" y="1964039"/>
                </a:lnTo>
                <a:lnTo>
                  <a:pt x="2602142" y="1960269"/>
                </a:lnTo>
                <a:lnTo>
                  <a:pt x="2602142" y="1966866"/>
                </a:lnTo>
                <a:cubicBezTo>
                  <a:pt x="2585178" y="1970636"/>
                  <a:pt x="2571041" y="1978175"/>
                  <a:pt x="2560675" y="1989485"/>
                </a:cubicBezTo>
                <a:cubicBezTo>
                  <a:pt x="2550308" y="2001737"/>
                  <a:pt x="2545596" y="2013989"/>
                  <a:pt x="2545596" y="2027183"/>
                </a:cubicBezTo>
                <a:cubicBezTo>
                  <a:pt x="2545596" y="2037550"/>
                  <a:pt x="2548423" y="2046032"/>
                  <a:pt x="2554077" y="2051686"/>
                </a:cubicBezTo>
                <a:cubicBezTo>
                  <a:pt x="2559732" y="2057341"/>
                  <a:pt x="2566329" y="2060168"/>
                  <a:pt x="2573869" y="2060168"/>
                </a:cubicBezTo>
                <a:cubicBezTo>
                  <a:pt x="2578581" y="2060168"/>
                  <a:pt x="2582351" y="2059226"/>
                  <a:pt x="2586120" y="2056399"/>
                </a:cubicBezTo>
                <a:cubicBezTo>
                  <a:pt x="2590832" y="2053571"/>
                  <a:pt x="2595545" y="2048859"/>
                  <a:pt x="2600257" y="2042262"/>
                </a:cubicBezTo>
                <a:cubicBezTo>
                  <a:pt x="2603084" y="2037550"/>
                  <a:pt x="2609681" y="2026241"/>
                  <a:pt x="2617221" y="2008334"/>
                </a:cubicBezTo>
                <a:cubicBezTo>
                  <a:pt x="2628531" y="1983830"/>
                  <a:pt x="2639840" y="1966866"/>
                  <a:pt x="2650207" y="1958384"/>
                </a:cubicBezTo>
                <a:cubicBezTo>
                  <a:pt x="2660574" y="1949902"/>
                  <a:pt x="2672826" y="1945190"/>
                  <a:pt x="2686020" y="1945190"/>
                </a:cubicBezTo>
                <a:close/>
                <a:moveTo>
                  <a:pt x="2719005" y="1801940"/>
                </a:moveTo>
                <a:lnTo>
                  <a:pt x="2736911" y="1909379"/>
                </a:lnTo>
                <a:lnTo>
                  <a:pt x="2731257" y="1910321"/>
                </a:lnTo>
                <a:lnTo>
                  <a:pt x="2730315" y="1903724"/>
                </a:lnTo>
                <a:cubicBezTo>
                  <a:pt x="2729372" y="1898070"/>
                  <a:pt x="2727487" y="1893357"/>
                  <a:pt x="2724660" y="1889588"/>
                </a:cubicBezTo>
                <a:cubicBezTo>
                  <a:pt x="2722775" y="1886760"/>
                  <a:pt x="2719948" y="1885818"/>
                  <a:pt x="2716178" y="1884875"/>
                </a:cubicBezTo>
                <a:cubicBezTo>
                  <a:pt x="2713350" y="1883933"/>
                  <a:pt x="2706754" y="1884875"/>
                  <a:pt x="2697329" y="1886760"/>
                </a:cubicBezTo>
                <a:lnTo>
                  <a:pt x="2562560" y="1909379"/>
                </a:lnTo>
                <a:cubicBezTo>
                  <a:pt x="2552193" y="1911264"/>
                  <a:pt x="2545596" y="1913149"/>
                  <a:pt x="2542768" y="1914091"/>
                </a:cubicBezTo>
                <a:cubicBezTo>
                  <a:pt x="2539941" y="1915976"/>
                  <a:pt x="2538056" y="1917861"/>
                  <a:pt x="2537114" y="1921630"/>
                </a:cubicBezTo>
                <a:cubicBezTo>
                  <a:pt x="2536171" y="1925400"/>
                  <a:pt x="2535229" y="1930113"/>
                  <a:pt x="2536171" y="1935767"/>
                </a:cubicBezTo>
                <a:lnTo>
                  <a:pt x="2537114" y="1942364"/>
                </a:lnTo>
                <a:lnTo>
                  <a:pt x="2531459" y="1943307"/>
                </a:lnTo>
                <a:lnTo>
                  <a:pt x="2513553" y="1835868"/>
                </a:lnTo>
                <a:lnTo>
                  <a:pt x="2519207" y="1834925"/>
                </a:lnTo>
                <a:lnTo>
                  <a:pt x="2520150" y="1841522"/>
                </a:lnTo>
                <a:cubicBezTo>
                  <a:pt x="2521092" y="1847177"/>
                  <a:pt x="2522977" y="1851889"/>
                  <a:pt x="2525805" y="1855660"/>
                </a:cubicBezTo>
                <a:cubicBezTo>
                  <a:pt x="2527690" y="1858487"/>
                  <a:pt x="2530517" y="1859430"/>
                  <a:pt x="2534286" y="1860372"/>
                </a:cubicBezTo>
                <a:cubicBezTo>
                  <a:pt x="2537114" y="1861315"/>
                  <a:pt x="2543711" y="1860372"/>
                  <a:pt x="2553135" y="1858487"/>
                </a:cubicBezTo>
                <a:lnTo>
                  <a:pt x="2687905" y="1835868"/>
                </a:lnTo>
                <a:cubicBezTo>
                  <a:pt x="2698271" y="1833983"/>
                  <a:pt x="2704869" y="1832098"/>
                  <a:pt x="2707696" y="1831156"/>
                </a:cubicBezTo>
                <a:cubicBezTo>
                  <a:pt x="2710523" y="1829271"/>
                  <a:pt x="2712408" y="1826443"/>
                  <a:pt x="2713350" y="1823616"/>
                </a:cubicBezTo>
                <a:cubicBezTo>
                  <a:pt x="2715235" y="1819846"/>
                  <a:pt x="2715235" y="1815134"/>
                  <a:pt x="2714293" y="1809480"/>
                </a:cubicBezTo>
                <a:lnTo>
                  <a:pt x="2713350" y="1802882"/>
                </a:lnTo>
                <a:close/>
                <a:moveTo>
                  <a:pt x="2586121" y="1407059"/>
                </a:moveTo>
                <a:lnTo>
                  <a:pt x="2634185" y="1513554"/>
                </a:lnTo>
                <a:lnTo>
                  <a:pt x="2629473" y="1515439"/>
                </a:lnTo>
                <a:lnTo>
                  <a:pt x="2624761" y="1506015"/>
                </a:lnTo>
                <a:cubicBezTo>
                  <a:pt x="2621934" y="1500360"/>
                  <a:pt x="2619106" y="1496591"/>
                  <a:pt x="2616279" y="1493763"/>
                </a:cubicBezTo>
                <a:cubicBezTo>
                  <a:pt x="2613451" y="1491878"/>
                  <a:pt x="2610624" y="1490936"/>
                  <a:pt x="2606855" y="1490936"/>
                </a:cubicBezTo>
                <a:cubicBezTo>
                  <a:pt x="2604027" y="1490936"/>
                  <a:pt x="2598373" y="1492821"/>
                  <a:pt x="2588948" y="1497533"/>
                </a:cubicBezTo>
                <a:lnTo>
                  <a:pt x="2551251" y="1514497"/>
                </a:lnTo>
                <a:lnTo>
                  <a:pt x="2489992" y="1595546"/>
                </a:lnTo>
                <a:cubicBezTo>
                  <a:pt x="2477740" y="1611568"/>
                  <a:pt x="2471143" y="1621935"/>
                  <a:pt x="2470200" y="1626647"/>
                </a:cubicBezTo>
                <a:lnTo>
                  <a:pt x="2471484" y="1637559"/>
                </a:lnTo>
                <a:lnTo>
                  <a:pt x="2517323" y="1625704"/>
                </a:lnTo>
                <a:lnTo>
                  <a:pt x="2518265" y="1631359"/>
                </a:lnTo>
                <a:cubicBezTo>
                  <a:pt x="2506013" y="1637956"/>
                  <a:pt x="2498474" y="1643610"/>
                  <a:pt x="2493762" y="1649265"/>
                </a:cubicBezTo>
                <a:cubicBezTo>
                  <a:pt x="2489049" y="1654920"/>
                  <a:pt x="2486222" y="1660574"/>
                  <a:pt x="2484337" y="1668114"/>
                </a:cubicBezTo>
                <a:cubicBezTo>
                  <a:pt x="2483395" y="1671883"/>
                  <a:pt x="2484337" y="1679423"/>
                  <a:pt x="2487164" y="1688847"/>
                </a:cubicBezTo>
                <a:lnTo>
                  <a:pt x="2490934" y="1703926"/>
                </a:lnTo>
                <a:lnTo>
                  <a:pt x="2646436" y="1664344"/>
                </a:lnTo>
                <a:cubicBezTo>
                  <a:pt x="2656803" y="1661517"/>
                  <a:pt x="2663400" y="1659632"/>
                  <a:pt x="2665285" y="1657747"/>
                </a:cubicBezTo>
                <a:cubicBezTo>
                  <a:pt x="2667170" y="1655862"/>
                  <a:pt x="2669055" y="1653035"/>
                  <a:pt x="2669997" y="1649265"/>
                </a:cubicBezTo>
                <a:cubicBezTo>
                  <a:pt x="2670940" y="1645495"/>
                  <a:pt x="2670940" y="1640783"/>
                  <a:pt x="2669055" y="1635128"/>
                </a:cubicBezTo>
                <a:lnTo>
                  <a:pt x="2667170" y="1628531"/>
                </a:lnTo>
                <a:lnTo>
                  <a:pt x="2672825" y="1627589"/>
                </a:lnTo>
                <a:lnTo>
                  <a:pt x="2700155" y="1733142"/>
                </a:lnTo>
                <a:lnTo>
                  <a:pt x="2694501" y="1734084"/>
                </a:lnTo>
                <a:lnTo>
                  <a:pt x="2692616" y="1727487"/>
                </a:lnTo>
                <a:cubicBezTo>
                  <a:pt x="2690731" y="1721833"/>
                  <a:pt x="2688846" y="1717120"/>
                  <a:pt x="2686019" y="1714293"/>
                </a:cubicBezTo>
                <a:cubicBezTo>
                  <a:pt x="2684134" y="1712408"/>
                  <a:pt x="2681307" y="1710523"/>
                  <a:pt x="2677537" y="1709581"/>
                </a:cubicBezTo>
                <a:cubicBezTo>
                  <a:pt x="2674709" y="1708638"/>
                  <a:pt x="2668112" y="1710523"/>
                  <a:pt x="2658688" y="1712408"/>
                </a:cubicBezTo>
                <a:lnTo>
                  <a:pt x="2503186" y="1751991"/>
                </a:lnTo>
                <a:lnTo>
                  <a:pt x="2506956" y="1766127"/>
                </a:lnTo>
                <a:cubicBezTo>
                  <a:pt x="2510725" y="1779321"/>
                  <a:pt x="2515438" y="1788746"/>
                  <a:pt x="2522977" y="1793458"/>
                </a:cubicBezTo>
                <a:cubicBezTo>
                  <a:pt x="2533344" y="1800055"/>
                  <a:pt x="2545596" y="1802882"/>
                  <a:pt x="2561617" y="1800997"/>
                </a:cubicBezTo>
                <a:lnTo>
                  <a:pt x="2563502" y="1806652"/>
                </a:lnTo>
                <a:lnTo>
                  <a:pt x="2508841" y="1820788"/>
                </a:lnTo>
                <a:lnTo>
                  <a:pt x="2462661" y="1639841"/>
                </a:lnTo>
                <a:lnTo>
                  <a:pt x="2464101" y="1639469"/>
                </a:lnTo>
                <a:lnTo>
                  <a:pt x="2424963" y="1554079"/>
                </a:lnTo>
                <a:lnTo>
                  <a:pt x="2430618" y="1552194"/>
                </a:lnTo>
                <a:lnTo>
                  <a:pt x="2432503" y="1555964"/>
                </a:lnTo>
                <a:cubicBezTo>
                  <a:pt x="2435330" y="1561619"/>
                  <a:pt x="2437215" y="1565388"/>
                  <a:pt x="2440042" y="1566331"/>
                </a:cubicBezTo>
                <a:cubicBezTo>
                  <a:pt x="2442870" y="1568216"/>
                  <a:pt x="2444754" y="1568216"/>
                  <a:pt x="2446639" y="1567273"/>
                </a:cubicBezTo>
                <a:cubicBezTo>
                  <a:pt x="2450409" y="1565388"/>
                  <a:pt x="2457006" y="1557849"/>
                  <a:pt x="2466431" y="1544655"/>
                </a:cubicBezTo>
                <a:lnTo>
                  <a:pt x="2513553" y="1482454"/>
                </a:lnTo>
                <a:lnTo>
                  <a:pt x="2440985" y="1473972"/>
                </a:lnTo>
                <a:cubicBezTo>
                  <a:pt x="2423078" y="1472087"/>
                  <a:pt x="2411769" y="1472087"/>
                  <a:pt x="2407057" y="1473972"/>
                </a:cubicBezTo>
                <a:cubicBezTo>
                  <a:pt x="2404230" y="1474914"/>
                  <a:pt x="2403287" y="1476799"/>
                  <a:pt x="2402345" y="1480569"/>
                </a:cubicBezTo>
                <a:cubicBezTo>
                  <a:pt x="2401402" y="1484339"/>
                  <a:pt x="2402345" y="1490936"/>
                  <a:pt x="2406114" y="1500360"/>
                </a:cubicBezTo>
                <a:lnTo>
                  <a:pt x="2400460" y="1503188"/>
                </a:lnTo>
                <a:lnTo>
                  <a:pt x="2375014" y="1443814"/>
                </a:lnTo>
                <a:lnTo>
                  <a:pt x="2380669" y="1440987"/>
                </a:lnTo>
                <a:cubicBezTo>
                  <a:pt x="2384438" y="1446641"/>
                  <a:pt x="2388208" y="1450411"/>
                  <a:pt x="2392920" y="1453238"/>
                </a:cubicBezTo>
                <a:cubicBezTo>
                  <a:pt x="2398575" y="1456066"/>
                  <a:pt x="2412711" y="1458893"/>
                  <a:pt x="2434387" y="1460778"/>
                </a:cubicBezTo>
                <a:lnTo>
                  <a:pt x="2521093" y="1471145"/>
                </a:lnTo>
                <a:lnTo>
                  <a:pt x="2567272" y="1450411"/>
                </a:lnTo>
                <a:cubicBezTo>
                  <a:pt x="2576696" y="1445699"/>
                  <a:pt x="2583294" y="1442872"/>
                  <a:pt x="2585178" y="1440987"/>
                </a:cubicBezTo>
                <a:cubicBezTo>
                  <a:pt x="2587063" y="1439102"/>
                  <a:pt x="2588006" y="1436274"/>
                  <a:pt x="2588948" y="1432505"/>
                </a:cubicBezTo>
                <a:cubicBezTo>
                  <a:pt x="2589891" y="1428735"/>
                  <a:pt x="2588948" y="1424023"/>
                  <a:pt x="2586121" y="1419311"/>
                </a:cubicBezTo>
                <a:lnTo>
                  <a:pt x="2581409" y="1408944"/>
                </a:lnTo>
                <a:close/>
                <a:moveTo>
                  <a:pt x="1375090" y="1276060"/>
                </a:moveTo>
                <a:cubicBezTo>
                  <a:pt x="1367550" y="1276060"/>
                  <a:pt x="1330795" y="1290196"/>
                  <a:pt x="1319486" y="1293966"/>
                </a:cubicBezTo>
                <a:cubicBezTo>
                  <a:pt x="1293098" y="1302448"/>
                  <a:pt x="1305349" y="1315642"/>
                  <a:pt x="1290270" y="1337318"/>
                </a:cubicBezTo>
                <a:lnTo>
                  <a:pt x="1263882" y="1337318"/>
                </a:lnTo>
                <a:cubicBezTo>
                  <a:pt x="1260112" y="1344858"/>
                  <a:pt x="1256343" y="1348628"/>
                  <a:pt x="1256343" y="1359937"/>
                </a:cubicBezTo>
                <a:lnTo>
                  <a:pt x="1256343" y="1413656"/>
                </a:lnTo>
                <a:lnTo>
                  <a:pt x="1261055" y="1471144"/>
                </a:lnTo>
                <a:cubicBezTo>
                  <a:pt x="1235609" y="1472087"/>
                  <a:pt x="1233724" y="1495648"/>
                  <a:pt x="1222415" y="1517324"/>
                </a:cubicBezTo>
                <a:cubicBezTo>
                  <a:pt x="1212048" y="1538057"/>
                  <a:pt x="1198854" y="1553136"/>
                  <a:pt x="1189430" y="1569158"/>
                </a:cubicBezTo>
                <a:cubicBezTo>
                  <a:pt x="1170581" y="1601201"/>
                  <a:pt x="1142308" y="1637013"/>
                  <a:pt x="1122517" y="1667171"/>
                </a:cubicBezTo>
                <a:cubicBezTo>
                  <a:pt x="1123459" y="1678481"/>
                  <a:pt x="1126286" y="1680365"/>
                  <a:pt x="1126286" y="1693559"/>
                </a:cubicBezTo>
                <a:cubicBezTo>
                  <a:pt x="1126286" y="1696387"/>
                  <a:pt x="1099898" y="1734084"/>
                  <a:pt x="1099898" y="1739739"/>
                </a:cubicBezTo>
                <a:lnTo>
                  <a:pt x="1099898" y="1762357"/>
                </a:lnTo>
                <a:lnTo>
                  <a:pt x="1122517" y="1762357"/>
                </a:lnTo>
                <a:cubicBezTo>
                  <a:pt x="1137596" y="1762357"/>
                  <a:pt x="1131941" y="1747278"/>
                  <a:pt x="1143250" y="1733142"/>
                </a:cubicBezTo>
                <a:cubicBezTo>
                  <a:pt x="1147962" y="1726545"/>
                  <a:pt x="1163041" y="1716178"/>
                  <a:pt x="1168696" y="1712408"/>
                </a:cubicBezTo>
                <a:cubicBezTo>
                  <a:pt x="1229012" y="1712408"/>
                  <a:pt x="1209221" y="1671883"/>
                  <a:pt x="1256343" y="1658689"/>
                </a:cubicBezTo>
                <a:cubicBezTo>
                  <a:pt x="1287443" y="1650207"/>
                  <a:pt x="1264825" y="1634186"/>
                  <a:pt x="1293098" y="1622877"/>
                </a:cubicBezTo>
                <a:cubicBezTo>
                  <a:pt x="1294040" y="1621934"/>
                  <a:pt x="1346817" y="1608740"/>
                  <a:pt x="1347759" y="1608740"/>
                </a:cubicBezTo>
                <a:cubicBezTo>
                  <a:pt x="1347759" y="1588949"/>
                  <a:pt x="1341162" y="1575755"/>
                  <a:pt x="1343989" y="1558791"/>
                </a:cubicBezTo>
                <a:lnTo>
                  <a:pt x="1353414" y="1501302"/>
                </a:lnTo>
                <a:lnTo>
                  <a:pt x="1381687" y="1477741"/>
                </a:lnTo>
                <a:cubicBezTo>
                  <a:pt x="1381687" y="1459835"/>
                  <a:pt x="1410902" y="1394807"/>
                  <a:pt x="1420327" y="1386325"/>
                </a:cubicBezTo>
                <a:cubicBezTo>
                  <a:pt x="1442003" y="1358052"/>
                  <a:pt x="1462736" y="1353340"/>
                  <a:pt x="1462736" y="1298678"/>
                </a:cubicBezTo>
                <a:lnTo>
                  <a:pt x="1462736" y="1279830"/>
                </a:lnTo>
                <a:lnTo>
                  <a:pt x="1435406" y="1286427"/>
                </a:lnTo>
                <a:cubicBezTo>
                  <a:pt x="1430694" y="1286427"/>
                  <a:pt x="1383572" y="1276060"/>
                  <a:pt x="1382629" y="1276060"/>
                </a:cubicBezTo>
                <a:close/>
                <a:moveTo>
                  <a:pt x="2612510" y="0"/>
                </a:moveTo>
                <a:lnTo>
                  <a:pt x="2628531" y="10367"/>
                </a:lnTo>
                <a:lnTo>
                  <a:pt x="2648322" y="6597"/>
                </a:lnTo>
                <a:cubicBezTo>
                  <a:pt x="2652092" y="20734"/>
                  <a:pt x="2688847" y="50892"/>
                  <a:pt x="2695444" y="80107"/>
                </a:cubicBezTo>
                <a:cubicBezTo>
                  <a:pt x="2702041" y="108380"/>
                  <a:pt x="2728429" y="162099"/>
                  <a:pt x="2728429" y="165869"/>
                </a:cubicBezTo>
                <a:cubicBezTo>
                  <a:pt x="2728429" y="221473"/>
                  <a:pt x="2720890" y="183775"/>
                  <a:pt x="2743508" y="227127"/>
                </a:cubicBezTo>
                <a:lnTo>
                  <a:pt x="2730314" y="353415"/>
                </a:lnTo>
                <a:cubicBezTo>
                  <a:pt x="2725602" y="357184"/>
                  <a:pt x="2719947" y="358126"/>
                  <a:pt x="2719947" y="368493"/>
                </a:cubicBezTo>
                <a:lnTo>
                  <a:pt x="2719947" y="376032"/>
                </a:lnTo>
                <a:cubicBezTo>
                  <a:pt x="2719947" y="382629"/>
                  <a:pt x="2735026" y="401478"/>
                  <a:pt x="2738796" y="407133"/>
                </a:cubicBezTo>
                <a:lnTo>
                  <a:pt x="2734084" y="429751"/>
                </a:lnTo>
                <a:cubicBezTo>
                  <a:pt x="2742566" y="444831"/>
                  <a:pt x="2750105" y="442003"/>
                  <a:pt x="2750105" y="453312"/>
                </a:cubicBezTo>
                <a:cubicBezTo>
                  <a:pt x="2750105" y="463679"/>
                  <a:pt x="2744451" y="464622"/>
                  <a:pt x="2738796" y="468391"/>
                </a:cubicBezTo>
                <a:lnTo>
                  <a:pt x="2738796" y="487241"/>
                </a:lnTo>
                <a:cubicBezTo>
                  <a:pt x="2732199" y="491010"/>
                  <a:pt x="2723717" y="495722"/>
                  <a:pt x="2723717" y="506089"/>
                </a:cubicBezTo>
                <a:cubicBezTo>
                  <a:pt x="2723717" y="522110"/>
                  <a:pt x="2731256" y="519283"/>
                  <a:pt x="2731256" y="536247"/>
                </a:cubicBezTo>
                <a:lnTo>
                  <a:pt x="2731256" y="558865"/>
                </a:lnTo>
                <a:lnTo>
                  <a:pt x="2716178" y="563578"/>
                </a:lnTo>
                <a:lnTo>
                  <a:pt x="2716178" y="586196"/>
                </a:lnTo>
                <a:cubicBezTo>
                  <a:pt x="2716178" y="594678"/>
                  <a:pt x="2713350" y="594678"/>
                  <a:pt x="2708638" y="601275"/>
                </a:cubicBezTo>
                <a:lnTo>
                  <a:pt x="2713350" y="623893"/>
                </a:lnTo>
                <a:cubicBezTo>
                  <a:pt x="2702041" y="640857"/>
                  <a:pt x="2686020" y="636145"/>
                  <a:pt x="2686020" y="651224"/>
                </a:cubicBezTo>
                <a:cubicBezTo>
                  <a:pt x="2686020" y="660648"/>
                  <a:pt x="2704868" y="656879"/>
                  <a:pt x="2704868" y="673843"/>
                </a:cubicBezTo>
                <a:cubicBezTo>
                  <a:pt x="2704868" y="679497"/>
                  <a:pt x="2700156" y="681382"/>
                  <a:pt x="2693559" y="681382"/>
                </a:cubicBezTo>
                <a:lnTo>
                  <a:pt x="2678480" y="681382"/>
                </a:lnTo>
                <a:lnTo>
                  <a:pt x="2678480" y="696461"/>
                </a:lnTo>
                <a:cubicBezTo>
                  <a:pt x="2678480" y="718137"/>
                  <a:pt x="2661516" y="732274"/>
                  <a:pt x="2647380" y="741698"/>
                </a:cubicBezTo>
                <a:cubicBezTo>
                  <a:pt x="2618164" y="761489"/>
                  <a:pt x="2629473" y="760547"/>
                  <a:pt x="2629473" y="792590"/>
                </a:cubicBezTo>
                <a:lnTo>
                  <a:pt x="2629473" y="800129"/>
                </a:lnTo>
                <a:cubicBezTo>
                  <a:pt x="2629473" y="807669"/>
                  <a:pt x="2593661" y="867985"/>
                  <a:pt x="2587064" y="880236"/>
                </a:cubicBezTo>
                <a:cubicBezTo>
                  <a:pt x="2577639" y="898143"/>
                  <a:pt x="2575754" y="900027"/>
                  <a:pt x="2569158" y="923588"/>
                </a:cubicBezTo>
                <a:cubicBezTo>
                  <a:pt x="2561618" y="949977"/>
                  <a:pt x="2556906" y="941495"/>
                  <a:pt x="2544654" y="960343"/>
                </a:cubicBezTo>
                <a:lnTo>
                  <a:pt x="2544654" y="986732"/>
                </a:lnTo>
                <a:lnTo>
                  <a:pt x="2524863" y="1009350"/>
                </a:lnTo>
                <a:lnTo>
                  <a:pt x="2506014" y="1010293"/>
                </a:lnTo>
                <a:cubicBezTo>
                  <a:pt x="2490935" y="1032911"/>
                  <a:pt x="2462662" y="1100767"/>
                  <a:pt x="2429677" y="1101709"/>
                </a:cubicBezTo>
                <a:lnTo>
                  <a:pt x="2429677" y="1113018"/>
                </a:lnTo>
                <a:cubicBezTo>
                  <a:pt x="2429677" y="1136579"/>
                  <a:pt x="2413655" y="1141291"/>
                  <a:pt x="2400461" y="1152601"/>
                </a:cubicBezTo>
                <a:cubicBezTo>
                  <a:pt x="2378785" y="1171449"/>
                  <a:pt x="2390094" y="1172392"/>
                  <a:pt x="2382555" y="1199722"/>
                </a:cubicBezTo>
                <a:cubicBezTo>
                  <a:pt x="2376900" y="1217629"/>
                  <a:pt x="2361821" y="1223283"/>
                  <a:pt x="2351455" y="1237420"/>
                </a:cubicBezTo>
                <a:cubicBezTo>
                  <a:pt x="2342973" y="1249672"/>
                  <a:pt x="2338260" y="1264751"/>
                  <a:pt x="2328836" y="1279830"/>
                </a:cubicBezTo>
                <a:cubicBezTo>
                  <a:pt x="2301505" y="1324124"/>
                  <a:pt x="2222341" y="1364649"/>
                  <a:pt x="2193125" y="1408001"/>
                </a:cubicBezTo>
                <a:cubicBezTo>
                  <a:pt x="2167679" y="1408001"/>
                  <a:pt x="2149773" y="1419310"/>
                  <a:pt x="2139406" y="1434389"/>
                </a:cubicBezTo>
                <a:lnTo>
                  <a:pt x="2120557" y="1434389"/>
                </a:lnTo>
                <a:cubicBezTo>
                  <a:pt x="2116788" y="1440986"/>
                  <a:pt x="2097939" y="1463605"/>
                  <a:pt x="2091342" y="1470202"/>
                </a:cubicBezTo>
                <a:cubicBezTo>
                  <a:pt x="2073436" y="1489993"/>
                  <a:pt x="2067781" y="1459835"/>
                  <a:pt x="2067781" y="1507899"/>
                </a:cubicBezTo>
                <a:cubicBezTo>
                  <a:pt x="2056472" y="1515439"/>
                  <a:pt x="2039508" y="1523921"/>
                  <a:pt x="2033853" y="1535230"/>
                </a:cubicBezTo>
                <a:cubicBezTo>
                  <a:pt x="2022544" y="1557849"/>
                  <a:pt x="2028199" y="1552194"/>
                  <a:pt x="2005580" y="1564446"/>
                </a:cubicBezTo>
                <a:cubicBezTo>
                  <a:pt x="1990501" y="1572927"/>
                  <a:pt x="1979192" y="1569158"/>
                  <a:pt x="1965055" y="1581410"/>
                </a:cubicBezTo>
                <a:cubicBezTo>
                  <a:pt x="1949034" y="1594604"/>
                  <a:pt x="1949034" y="1595546"/>
                  <a:pt x="1921703" y="1595546"/>
                </a:cubicBezTo>
                <a:lnTo>
                  <a:pt x="1910394" y="1604028"/>
                </a:lnTo>
                <a:lnTo>
                  <a:pt x="1890603" y="1603086"/>
                </a:lnTo>
                <a:cubicBezTo>
                  <a:pt x="1867984" y="1619107"/>
                  <a:pt x="1844423" y="1637013"/>
                  <a:pt x="1814265" y="1645495"/>
                </a:cubicBezTo>
                <a:cubicBezTo>
                  <a:pt x="1776568" y="1654920"/>
                  <a:pt x="1763374" y="1664344"/>
                  <a:pt x="1742640" y="1692617"/>
                </a:cubicBezTo>
                <a:cubicBezTo>
                  <a:pt x="1727561" y="1713351"/>
                  <a:pt x="1617296" y="1764242"/>
                  <a:pt x="1580541" y="1764242"/>
                </a:cubicBezTo>
                <a:lnTo>
                  <a:pt x="1496664" y="1764242"/>
                </a:lnTo>
                <a:lnTo>
                  <a:pt x="1424097" y="1754818"/>
                </a:lnTo>
                <a:lnTo>
                  <a:pt x="1427866" y="1783091"/>
                </a:lnTo>
                <a:cubicBezTo>
                  <a:pt x="1391111" y="1837752"/>
                  <a:pt x="1411845" y="1818904"/>
                  <a:pt x="1411845" y="1875450"/>
                </a:cubicBezTo>
                <a:lnTo>
                  <a:pt x="1411845" y="1882989"/>
                </a:lnTo>
                <a:cubicBezTo>
                  <a:pt x="1411845" y="1903723"/>
                  <a:pt x="1316659" y="1923514"/>
                  <a:pt x="1293098" y="1929169"/>
                </a:cubicBezTo>
                <a:cubicBezTo>
                  <a:pt x="1294983" y="1948017"/>
                  <a:pt x="1304407" y="1945190"/>
                  <a:pt x="1304407" y="1959327"/>
                </a:cubicBezTo>
                <a:cubicBezTo>
                  <a:pt x="1304407" y="1969694"/>
                  <a:pt x="1232782" y="2003621"/>
                  <a:pt x="1216760" y="2028125"/>
                </a:cubicBezTo>
                <a:lnTo>
                  <a:pt x="1216760" y="2066765"/>
                </a:lnTo>
                <a:cubicBezTo>
                  <a:pt x="1208278" y="2080901"/>
                  <a:pt x="1194142" y="2084671"/>
                  <a:pt x="1194142" y="2105404"/>
                </a:cubicBezTo>
                <a:cubicBezTo>
                  <a:pt x="1194142" y="2112944"/>
                  <a:pt x="1213933" y="2124253"/>
                  <a:pt x="1220530" y="2128023"/>
                </a:cubicBezTo>
                <a:lnTo>
                  <a:pt x="1224300" y="2155354"/>
                </a:lnTo>
                <a:cubicBezTo>
                  <a:pt x="1224300" y="2157239"/>
                  <a:pt x="1160214" y="2220382"/>
                  <a:pt x="1160214" y="2220382"/>
                </a:cubicBezTo>
                <a:cubicBezTo>
                  <a:pt x="1140423" y="2229806"/>
                  <a:pt x="1133826" y="2220382"/>
                  <a:pt x="1126286" y="2251482"/>
                </a:cubicBezTo>
                <a:cubicBezTo>
                  <a:pt x="1123459" y="2263734"/>
                  <a:pt x="1110265" y="2298604"/>
                  <a:pt x="1110265" y="2300489"/>
                </a:cubicBezTo>
                <a:cubicBezTo>
                  <a:pt x="1110265" y="2306144"/>
                  <a:pt x="1114977" y="2308028"/>
                  <a:pt x="1121574" y="2308028"/>
                </a:cubicBezTo>
                <a:lnTo>
                  <a:pt x="1131941" y="2308028"/>
                </a:lnTo>
                <a:cubicBezTo>
                  <a:pt x="1131941" y="2308028"/>
                  <a:pt x="1212991" y="2269389"/>
                  <a:pt x="1225242" y="2263734"/>
                </a:cubicBezTo>
                <a:cubicBezTo>
                  <a:pt x="1244091" y="2255252"/>
                  <a:pt x="1295925" y="2218497"/>
                  <a:pt x="1295925" y="2196821"/>
                </a:cubicBezTo>
                <a:cubicBezTo>
                  <a:pt x="1295925" y="2191166"/>
                  <a:pt x="1280846" y="2183627"/>
                  <a:pt x="1280846" y="2177972"/>
                </a:cubicBezTo>
                <a:cubicBezTo>
                  <a:pt x="1280846" y="2162893"/>
                  <a:pt x="1289328" y="2143102"/>
                  <a:pt x="1303465" y="2143102"/>
                </a:cubicBezTo>
                <a:cubicBezTo>
                  <a:pt x="1311004" y="2143102"/>
                  <a:pt x="1337392" y="2171375"/>
                  <a:pt x="1342104" y="2177972"/>
                </a:cubicBezTo>
                <a:cubicBezTo>
                  <a:pt x="1342104" y="2222267"/>
                  <a:pt x="1364723" y="2215670"/>
                  <a:pt x="1364723" y="2254310"/>
                </a:cubicBezTo>
                <a:lnTo>
                  <a:pt x="1364723" y="2265619"/>
                </a:lnTo>
                <a:cubicBezTo>
                  <a:pt x="1364723" y="2281640"/>
                  <a:pt x="1326083" y="2328762"/>
                  <a:pt x="1312889" y="2336302"/>
                </a:cubicBezTo>
                <a:cubicBezTo>
                  <a:pt x="1294040" y="2345726"/>
                  <a:pt x="1246918" y="2384366"/>
                  <a:pt x="1238436" y="2384366"/>
                </a:cubicBezTo>
                <a:lnTo>
                  <a:pt x="1212048" y="2384366"/>
                </a:lnTo>
                <a:cubicBezTo>
                  <a:pt x="1198854" y="2440912"/>
                  <a:pt x="1044294" y="2439027"/>
                  <a:pt x="1032043" y="2491804"/>
                </a:cubicBezTo>
                <a:lnTo>
                  <a:pt x="989633" y="2506883"/>
                </a:lnTo>
                <a:lnTo>
                  <a:pt x="989633" y="2530444"/>
                </a:lnTo>
                <a:lnTo>
                  <a:pt x="977381" y="2545523"/>
                </a:lnTo>
                <a:lnTo>
                  <a:pt x="978324" y="2580393"/>
                </a:lnTo>
                <a:lnTo>
                  <a:pt x="934028" y="2653903"/>
                </a:lnTo>
                <a:cubicBezTo>
                  <a:pt x="933086" y="2748147"/>
                  <a:pt x="868058" y="2791499"/>
                  <a:pt x="868058" y="2875376"/>
                </a:cubicBezTo>
                <a:cubicBezTo>
                  <a:pt x="868058" y="2882915"/>
                  <a:pt x="852979" y="2881030"/>
                  <a:pt x="852979" y="2914016"/>
                </a:cubicBezTo>
                <a:lnTo>
                  <a:pt x="822821" y="2963965"/>
                </a:lnTo>
                <a:cubicBezTo>
                  <a:pt x="822821" y="2997893"/>
                  <a:pt x="803972" y="3060093"/>
                  <a:pt x="780411" y="3066690"/>
                </a:cubicBezTo>
                <a:lnTo>
                  <a:pt x="780411" y="3051611"/>
                </a:lnTo>
                <a:cubicBezTo>
                  <a:pt x="780411" y="3033705"/>
                  <a:pt x="759677" y="3037475"/>
                  <a:pt x="749311" y="3026166"/>
                </a:cubicBezTo>
                <a:cubicBezTo>
                  <a:pt x="745541" y="3022396"/>
                  <a:pt x="731404" y="2998835"/>
                  <a:pt x="728577" y="2993180"/>
                </a:cubicBezTo>
                <a:cubicBezTo>
                  <a:pt x="720095" y="2975274"/>
                  <a:pt x="716325" y="2924382"/>
                  <a:pt x="716325" y="2898937"/>
                </a:cubicBezTo>
                <a:cubicBezTo>
                  <a:pt x="702189" y="2876318"/>
                  <a:pt x="689937" y="2876318"/>
                  <a:pt x="689937" y="2833909"/>
                </a:cubicBezTo>
                <a:lnTo>
                  <a:pt x="689937" y="2830139"/>
                </a:lnTo>
                <a:cubicBezTo>
                  <a:pt x="689937" y="2817887"/>
                  <a:pt x="696534" y="2818829"/>
                  <a:pt x="708786" y="2818829"/>
                </a:cubicBezTo>
                <a:cubicBezTo>
                  <a:pt x="710671" y="2810348"/>
                  <a:pt x="712555" y="2810348"/>
                  <a:pt x="712555" y="2799981"/>
                </a:cubicBezTo>
                <a:lnTo>
                  <a:pt x="712555" y="2792441"/>
                </a:lnTo>
                <a:cubicBezTo>
                  <a:pt x="712555" y="2783959"/>
                  <a:pt x="706901" y="2781132"/>
                  <a:pt x="701246" y="2773592"/>
                </a:cubicBezTo>
                <a:lnTo>
                  <a:pt x="724807" y="2743435"/>
                </a:lnTo>
                <a:lnTo>
                  <a:pt x="754965" y="2742492"/>
                </a:lnTo>
                <a:cubicBezTo>
                  <a:pt x="787008" y="2720816"/>
                  <a:pt x="801145" y="2698197"/>
                  <a:pt x="801145" y="2646363"/>
                </a:cubicBezTo>
                <a:cubicBezTo>
                  <a:pt x="820936" y="2616206"/>
                  <a:pt x="808684" y="2631285"/>
                  <a:pt x="808684" y="2596414"/>
                </a:cubicBezTo>
                <a:cubicBezTo>
                  <a:pt x="802087" y="2591702"/>
                  <a:pt x="802087" y="2588875"/>
                  <a:pt x="793605" y="2588875"/>
                </a:cubicBezTo>
                <a:cubicBezTo>
                  <a:pt x="765332" y="2588875"/>
                  <a:pt x="754023" y="2603954"/>
                  <a:pt x="736116" y="2603954"/>
                </a:cubicBezTo>
                <a:cubicBezTo>
                  <a:pt x="703131" y="2603954"/>
                  <a:pt x="705958" y="2566256"/>
                  <a:pt x="691822" y="2537983"/>
                </a:cubicBezTo>
                <a:cubicBezTo>
                  <a:pt x="686167" y="2527616"/>
                  <a:pt x="659779" y="2471070"/>
                  <a:pt x="659779" y="2462588"/>
                </a:cubicBezTo>
                <a:lnTo>
                  <a:pt x="659779" y="2458818"/>
                </a:lnTo>
                <a:cubicBezTo>
                  <a:pt x="659779" y="2446567"/>
                  <a:pt x="728577" y="2410754"/>
                  <a:pt x="728577" y="2390021"/>
                </a:cubicBezTo>
                <a:lnTo>
                  <a:pt x="728577" y="2382481"/>
                </a:lnTo>
                <a:cubicBezTo>
                  <a:pt x="728577" y="2373999"/>
                  <a:pt x="725750" y="2371172"/>
                  <a:pt x="717268" y="2371172"/>
                </a:cubicBezTo>
                <a:lnTo>
                  <a:pt x="709728" y="2371172"/>
                </a:lnTo>
                <a:cubicBezTo>
                  <a:pt x="696534" y="2371172"/>
                  <a:pt x="704074" y="2378711"/>
                  <a:pt x="690879" y="2378711"/>
                </a:cubicBezTo>
                <a:lnTo>
                  <a:pt x="675800" y="2378711"/>
                </a:lnTo>
                <a:cubicBezTo>
                  <a:pt x="672973" y="2365517"/>
                  <a:pt x="673916" y="2364575"/>
                  <a:pt x="672031" y="2348553"/>
                </a:cubicBezTo>
                <a:cubicBezTo>
                  <a:pt x="670146" y="2333474"/>
                  <a:pt x="664491" y="2335359"/>
                  <a:pt x="661664" y="2324992"/>
                </a:cubicBezTo>
                <a:cubicBezTo>
                  <a:pt x="657894" y="2311798"/>
                  <a:pt x="645642" y="2280698"/>
                  <a:pt x="645642" y="2275986"/>
                </a:cubicBezTo>
                <a:lnTo>
                  <a:pt x="645642" y="2241116"/>
                </a:lnTo>
                <a:cubicBezTo>
                  <a:pt x="645642" y="2235461"/>
                  <a:pt x="654124" y="2224152"/>
                  <a:pt x="656952" y="2218497"/>
                </a:cubicBezTo>
                <a:cubicBezTo>
                  <a:pt x="673916" y="2218497"/>
                  <a:pt x="739886" y="2209073"/>
                  <a:pt x="750253" y="2204360"/>
                </a:cubicBezTo>
                <a:cubicBezTo>
                  <a:pt x="790778" y="2183627"/>
                  <a:pt x="777584" y="2187397"/>
                  <a:pt x="836957" y="2187397"/>
                </a:cubicBezTo>
                <a:cubicBezTo>
                  <a:pt x="880309" y="2158181"/>
                  <a:pt x="1034870" y="2139332"/>
                  <a:pt x="1035812" y="2079959"/>
                </a:cubicBezTo>
                <a:cubicBezTo>
                  <a:pt x="1011309" y="2079959"/>
                  <a:pt x="876540" y="2133678"/>
                  <a:pt x="870885" y="2133678"/>
                </a:cubicBezTo>
                <a:lnTo>
                  <a:pt x="817166" y="2133678"/>
                </a:lnTo>
                <a:cubicBezTo>
                  <a:pt x="793605" y="2133678"/>
                  <a:pt x="775699" y="2095980"/>
                  <a:pt x="764390" y="2079016"/>
                </a:cubicBezTo>
                <a:cubicBezTo>
                  <a:pt x="754023" y="2062052"/>
                  <a:pt x="721980" y="2046031"/>
                  <a:pt x="721980" y="2014931"/>
                </a:cubicBezTo>
                <a:lnTo>
                  <a:pt x="721980" y="2003621"/>
                </a:lnTo>
                <a:cubicBezTo>
                  <a:pt x="721980" y="1992312"/>
                  <a:pt x="770044" y="1965924"/>
                  <a:pt x="783238" y="1961212"/>
                </a:cubicBezTo>
                <a:cubicBezTo>
                  <a:pt x="830360" y="1944248"/>
                  <a:pt x="816224" y="1951787"/>
                  <a:pt x="840727" y="1915032"/>
                </a:cubicBezTo>
                <a:lnTo>
                  <a:pt x="879367" y="1910320"/>
                </a:lnTo>
                <a:lnTo>
                  <a:pt x="920834" y="1879220"/>
                </a:lnTo>
                <a:lnTo>
                  <a:pt x="924604" y="1878277"/>
                </a:lnTo>
                <a:lnTo>
                  <a:pt x="908582" y="1851889"/>
                </a:lnTo>
                <a:lnTo>
                  <a:pt x="895388" y="1809479"/>
                </a:lnTo>
                <a:lnTo>
                  <a:pt x="890676" y="1811364"/>
                </a:lnTo>
                <a:cubicBezTo>
                  <a:pt x="890676" y="1798170"/>
                  <a:pt x="893503" y="1788746"/>
                  <a:pt x="879367" y="1788746"/>
                </a:cubicBezTo>
                <a:cubicBezTo>
                  <a:pt x="857691" y="1788746"/>
                  <a:pt x="837900" y="1819846"/>
                  <a:pt x="824705" y="1830213"/>
                </a:cubicBezTo>
                <a:cubicBezTo>
                  <a:pt x="805857" y="1845292"/>
                  <a:pt x="770044" y="1840580"/>
                  <a:pt x="768159" y="1866025"/>
                </a:cubicBezTo>
                <a:cubicBezTo>
                  <a:pt x="731404" y="1868853"/>
                  <a:pt x="705016" y="1871680"/>
                  <a:pt x="680513" y="1888644"/>
                </a:cubicBezTo>
                <a:lnTo>
                  <a:pt x="680513" y="1911262"/>
                </a:lnTo>
                <a:lnTo>
                  <a:pt x="668261" y="1926341"/>
                </a:lnTo>
                <a:lnTo>
                  <a:pt x="608887" y="1945190"/>
                </a:lnTo>
                <a:lnTo>
                  <a:pt x="603233" y="1957442"/>
                </a:lnTo>
                <a:lnTo>
                  <a:pt x="576845" y="1957442"/>
                </a:lnTo>
                <a:cubicBezTo>
                  <a:pt x="543859" y="1957442"/>
                  <a:pt x="479774" y="1959327"/>
                  <a:pt x="454328" y="1957442"/>
                </a:cubicBezTo>
                <a:cubicBezTo>
                  <a:pt x="403436" y="1953672"/>
                  <a:pt x="388357" y="1946133"/>
                  <a:pt x="347832" y="1933881"/>
                </a:cubicBezTo>
                <a:cubicBezTo>
                  <a:pt x="290344" y="1915975"/>
                  <a:pt x="216834" y="1880162"/>
                  <a:pt x="186676" y="1834925"/>
                </a:cubicBezTo>
                <a:lnTo>
                  <a:pt x="167827" y="1834925"/>
                </a:lnTo>
                <a:cubicBezTo>
                  <a:pt x="142381" y="1796285"/>
                  <a:pt x="157460" y="1817019"/>
                  <a:pt x="123532" y="1795343"/>
                </a:cubicBezTo>
                <a:cubicBezTo>
                  <a:pt x="118820" y="1792515"/>
                  <a:pt x="85835" y="1760473"/>
                  <a:pt x="83008" y="1755760"/>
                </a:cubicBezTo>
                <a:cubicBezTo>
                  <a:pt x="59447" y="1724660"/>
                  <a:pt x="76411" y="1632301"/>
                  <a:pt x="45310" y="1632301"/>
                </a:cubicBezTo>
                <a:cubicBezTo>
                  <a:pt x="38713" y="1632301"/>
                  <a:pt x="27404" y="1658689"/>
                  <a:pt x="26461" y="1667171"/>
                </a:cubicBezTo>
                <a:lnTo>
                  <a:pt x="2900" y="1645495"/>
                </a:lnTo>
                <a:cubicBezTo>
                  <a:pt x="5728" y="1636071"/>
                  <a:pt x="7613" y="1633244"/>
                  <a:pt x="7613" y="1621934"/>
                </a:cubicBezTo>
                <a:lnTo>
                  <a:pt x="7613" y="1610625"/>
                </a:lnTo>
                <a:cubicBezTo>
                  <a:pt x="7613" y="1594604"/>
                  <a:pt x="-869" y="1594604"/>
                  <a:pt x="73" y="1584237"/>
                </a:cubicBezTo>
                <a:lnTo>
                  <a:pt x="9497" y="1492820"/>
                </a:lnTo>
                <a:lnTo>
                  <a:pt x="29289" y="1443814"/>
                </a:lnTo>
                <a:cubicBezTo>
                  <a:pt x="31174" y="1385383"/>
                  <a:pt x="50022" y="1381613"/>
                  <a:pt x="50022" y="1344858"/>
                </a:cubicBezTo>
                <a:cubicBezTo>
                  <a:pt x="89605" y="1317527"/>
                  <a:pt x="66986" y="1326009"/>
                  <a:pt x="86777" y="1301506"/>
                </a:cubicBezTo>
                <a:cubicBezTo>
                  <a:pt x="104684" y="1279830"/>
                  <a:pt x="105626" y="1275117"/>
                  <a:pt x="118820" y="1252499"/>
                </a:cubicBezTo>
                <a:cubicBezTo>
                  <a:pt x="130129" y="1232708"/>
                  <a:pt x="176309" y="1184643"/>
                  <a:pt x="195158" y="1172392"/>
                </a:cubicBezTo>
                <a:lnTo>
                  <a:pt x="221546" y="1172392"/>
                </a:lnTo>
                <a:cubicBezTo>
                  <a:pt x="241337" y="1142234"/>
                  <a:pt x="226258" y="1136579"/>
                  <a:pt x="254531" y="1097939"/>
                </a:cubicBezTo>
                <a:cubicBezTo>
                  <a:pt x="265840" y="1082860"/>
                  <a:pt x="294113" y="1047990"/>
                  <a:pt x="294113" y="1030084"/>
                </a:cubicBezTo>
                <a:cubicBezTo>
                  <a:pt x="320502" y="1015947"/>
                  <a:pt x="326156" y="998041"/>
                  <a:pt x="346890" y="982962"/>
                </a:cubicBezTo>
                <a:cubicBezTo>
                  <a:pt x="366681" y="968825"/>
                  <a:pt x="358199" y="985789"/>
                  <a:pt x="376105" y="962228"/>
                </a:cubicBezTo>
                <a:cubicBezTo>
                  <a:pt x="384587" y="950919"/>
                  <a:pt x="385530" y="945264"/>
                  <a:pt x="394954" y="934898"/>
                </a:cubicBezTo>
                <a:cubicBezTo>
                  <a:pt x="418515" y="910394"/>
                  <a:pt x="431709" y="920761"/>
                  <a:pt x="448673" y="888718"/>
                </a:cubicBezTo>
                <a:cubicBezTo>
                  <a:pt x="459982" y="867042"/>
                  <a:pt x="475061" y="853848"/>
                  <a:pt x="508989" y="853848"/>
                </a:cubicBezTo>
                <a:cubicBezTo>
                  <a:pt x="527838" y="825575"/>
                  <a:pt x="537262" y="803899"/>
                  <a:pt x="566478" y="782223"/>
                </a:cubicBezTo>
                <a:cubicBezTo>
                  <a:pt x="590039" y="763374"/>
                  <a:pt x="611715" y="729446"/>
                  <a:pt x="627736" y="720964"/>
                </a:cubicBezTo>
                <a:cubicBezTo>
                  <a:pt x="645642" y="711540"/>
                  <a:pt x="672973" y="671958"/>
                  <a:pt x="686167" y="653109"/>
                </a:cubicBezTo>
                <a:cubicBezTo>
                  <a:pt x="704074" y="627664"/>
                  <a:pt x="726692" y="613527"/>
                  <a:pt x="750253" y="594678"/>
                </a:cubicBezTo>
                <a:cubicBezTo>
                  <a:pt x="792663" y="560750"/>
                  <a:pt x="838842" y="509858"/>
                  <a:pt x="894446" y="490067"/>
                </a:cubicBezTo>
                <a:cubicBezTo>
                  <a:pt x="910467" y="483470"/>
                  <a:pt x="920834" y="469334"/>
                  <a:pt x="934971" y="464622"/>
                </a:cubicBezTo>
                <a:cubicBezTo>
                  <a:pt x="960417" y="457082"/>
                  <a:pt x="957590" y="465564"/>
                  <a:pt x="980209" y="448601"/>
                </a:cubicBezTo>
                <a:cubicBezTo>
                  <a:pt x="1003770" y="429751"/>
                  <a:pt x="1021676" y="409019"/>
                  <a:pt x="1063143" y="409019"/>
                </a:cubicBezTo>
                <a:cubicBezTo>
                  <a:pt x="1079165" y="377918"/>
                  <a:pt x="1120632" y="372263"/>
                  <a:pt x="1150790" y="351529"/>
                </a:cubicBezTo>
                <a:cubicBezTo>
                  <a:pt x="1176236" y="332680"/>
                  <a:pt x="1211106" y="312889"/>
                  <a:pt x="1254458" y="312889"/>
                </a:cubicBezTo>
                <a:lnTo>
                  <a:pt x="1265767" y="304407"/>
                </a:lnTo>
                <a:lnTo>
                  <a:pt x="1304407" y="300637"/>
                </a:lnTo>
                <a:cubicBezTo>
                  <a:pt x="1311004" y="306292"/>
                  <a:pt x="1311004" y="309119"/>
                  <a:pt x="1319486" y="309119"/>
                </a:cubicBezTo>
                <a:lnTo>
                  <a:pt x="1342104" y="309119"/>
                </a:lnTo>
                <a:cubicBezTo>
                  <a:pt x="1338335" y="352471"/>
                  <a:pt x="1267652" y="374148"/>
                  <a:pt x="1235609" y="406190"/>
                </a:cubicBezTo>
                <a:cubicBezTo>
                  <a:pt x="1215818" y="425982"/>
                  <a:pt x="1144193" y="491010"/>
                  <a:pt x="1134768" y="505146"/>
                </a:cubicBezTo>
                <a:lnTo>
                  <a:pt x="1119689" y="500434"/>
                </a:lnTo>
                <a:cubicBezTo>
                  <a:pt x="1116862" y="523995"/>
                  <a:pt x="1074452" y="536247"/>
                  <a:pt x="1062201" y="554153"/>
                </a:cubicBezTo>
                <a:cubicBezTo>
                  <a:pt x="1034870" y="554153"/>
                  <a:pt x="1039582" y="579599"/>
                  <a:pt x="1000942" y="600332"/>
                </a:cubicBezTo>
                <a:cubicBezTo>
                  <a:pt x="995288" y="604102"/>
                  <a:pt x="948166" y="637087"/>
                  <a:pt x="939683" y="642742"/>
                </a:cubicBezTo>
                <a:cubicBezTo>
                  <a:pt x="932143" y="648397"/>
                  <a:pt x="900100" y="691749"/>
                  <a:pt x="892561" y="703058"/>
                </a:cubicBezTo>
                <a:cubicBezTo>
                  <a:pt x="877482" y="725677"/>
                  <a:pt x="844497" y="708713"/>
                  <a:pt x="844497" y="757719"/>
                </a:cubicBezTo>
                <a:cubicBezTo>
                  <a:pt x="828475" y="768086"/>
                  <a:pt x="814339" y="765259"/>
                  <a:pt x="806799" y="785050"/>
                </a:cubicBezTo>
                <a:cubicBezTo>
                  <a:pt x="801145" y="801072"/>
                  <a:pt x="794548" y="812381"/>
                  <a:pt x="784181" y="823690"/>
                </a:cubicBezTo>
                <a:cubicBezTo>
                  <a:pt x="755908" y="853848"/>
                  <a:pt x="754023" y="857618"/>
                  <a:pt x="721037" y="883064"/>
                </a:cubicBezTo>
                <a:cubicBezTo>
                  <a:pt x="697476" y="901912"/>
                  <a:pt x="709728" y="905682"/>
                  <a:pt x="694649" y="921704"/>
                </a:cubicBezTo>
                <a:cubicBezTo>
                  <a:pt x="682398" y="933955"/>
                  <a:pt x="672973" y="937725"/>
                  <a:pt x="661664" y="949977"/>
                </a:cubicBezTo>
                <a:cubicBezTo>
                  <a:pt x="637161" y="975422"/>
                  <a:pt x="625851" y="984847"/>
                  <a:pt x="602290" y="1013120"/>
                </a:cubicBezTo>
                <a:cubicBezTo>
                  <a:pt x="588154" y="1029141"/>
                  <a:pt x="516529" y="1148831"/>
                  <a:pt x="508047" y="1167680"/>
                </a:cubicBezTo>
                <a:cubicBezTo>
                  <a:pt x="497680" y="1192183"/>
                  <a:pt x="498622" y="1174277"/>
                  <a:pt x="487313" y="1211974"/>
                </a:cubicBezTo>
                <a:cubicBezTo>
                  <a:pt x="482601" y="1227053"/>
                  <a:pt x="468464" y="1230823"/>
                  <a:pt x="457155" y="1243075"/>
                </a:cubicBezTo>
                <a:cubicBezTo>
                  <a:pt x="449616" y="1250614"/>
                  <a:pt x="439249" y="1271348"/>
                  <a:pt x="434537" y="1281714"/>
                </a:cubicBezTo>
                <a:cubicBezTo>
                  <a:pt x="425112" y="1302448"/>
                  <a:pt x="419458" y="1300563"/>
                  <a:pt x="408148" y="1316585"/>
                </a:cubicBezTo>
                <a:lnTo>
                  <a:pt x="412861" y="1339203"/>
                </a:lnTo>
                <a:cubicBezTo>
                  <a:pt x="401551" y="1354282"/>
                  <a:pt x="381760" y="1388210"/>
                  <a:pt x="377048" y="1408001"/>
                </a:cubicBezTo>
                <a:cubicBezTo>
                  <a:pt x="375163" y="1415541"/>
                  <a:pt x="361969" y="1495648"/>
                  <a:pt x="361969" y="1496590"/>
                </a:cubicBezTo>
                <a:lnTo>
                  <a:pt x="361969" y="1507899"/>
                </a:lnTo>
                <a:cubicBezTo>
                  <a:pt x="361969" y="1539942"/>
                  <a:pt x="395897" y="1555964"/>
                  <a:pt x="420400" y="1560676"/>
                </a:cubicBezTo>
                <a:cubicBezTo>
                  <a:pt x="436421" y="1563503"/>
                  <a:pt x="460925" y="1558791"/>
                  <a:pt x="476946" y="1561618"/>
                </a:cubicBezTo>
                <a:cubicBezTo>
                  <a:pt x="492025" y="1564446"/>
                  <a:pt x="492968" y="1571985"/>
                  <a:pt x="519356" y="1571985"/>
                </a:cubicBezTo>
                <a:lnTo>
                  <a:pt x="519356" y="1560676"/>
                </a:lnTo>
                <a:cubicBezTo>
                  <a:pt x="519356" y="1539942"/>
                  <a:pt x="548571" y="1554079"/>
                  <a:pt x="568363" y="1544654"/>
                </a:cubicBezTo>
                <a:cubicBezTo>
                  <a:pt x="573075" y="1541827"/>
                  <a:pt x="605118" y="1527691"/>
                  <a:pt x="609830" y="1524863"/>
                </a:cubicBezTo>
                <a:cubicBezTo>
                  <a:pt x="626794" y="1515439"/>
                  <a:pt x="672031" y="1487166"/>
                  <a:pt x="694649" y="1487166"/>
                </a:cubicBezTo>
                <a:cubicBezTo>
                  <a:pt x="706901" y="1469259"/>
                  <a:pt x="715383" y="1461720"/>
                  <a:pt x="732347" y="1447583"/>
                </a:cubicBezTo>
                <a:cubicBezTo>
                  <a:pt x="751195" y="1432504"/>
                  <a:pt x="738944" y="1424965"/>
                  <a:pt x="763447" y="1406116"/>
                </a:cubicBezTo>
                <a:cubicBezTo>
                  <a:pt x="783238" y="1391037"/>
                  <a:pt x="836015" y="1358994"/>
                  <a:pt x="836957" y="1330721"/>
                </a:cubicBezTo>
                <a:cubicBezTo>
                  <a:pt x="788893" y="1317527"/>
                  <a:pt x="792663" y="1307160"/>
                  <a:pt x="758735" y="1282657"/>
                </a:cubicBezTo>
                <a:cubicBezTo>
                  <a:pt x="735174" y="1264751"/>
                  <a:pt x="751195" y="1261923"/>
                  <a:pt x="742714" y="1237420"/>
                </a:cubicBezTo>
                <a:cubicBezTo>
                  <a:pt x="739886" y="1231765"/>
                  <a:pt x="725750" y="1195010"/>
                  <a:pt x="725750" y="1193125"/>
                </a:cubicBezTo>
                <a:lnTo>
                  <a:pt x="730462" y="1154485"/>
                </a:lnTo>
                <a:lnTo>
                  <a:pt x="738001" y="1147888"/>
                </a:lnTo>
                <a:lnTo>
                  <a:pt x="760620" y="1146946"/>
                </a:lnTo>
                <a:lnTo>
                  <a:pt x="770987" y="1134694"/>
                </a:lnTo>
                <a:lnTo>
                  <a:pt x="833187" y="1129040"/>
                </a:lnTo>
                <a:lnTo>
                  <a:pt x="836957" y="1127155"/>
                </a:lnTo>
                <a:cubicBezTo>
                  <a:pt x="850151" y="1127155"/>
                  <a:pt x="842612" y="1134694"/>
                  <a:pt x="855806" y="1134694"/>
                </a:cubicBezTo>
                <a:lnTo>
                  <a:pt x="863345" y="1134694"/>
                </a:lnTo>
                <a:cubicBezTo>
                  <a:pt x="871827" y="1134694"/>
                  <a:pt x="871827" y="1131867"/>
                  <a:pt x="878424" y="1127155"/>
                </a:cubicBezTo>
                <a:cubicBezTo>
                  <a:pt x="914237" y="1127155"/>
                  <a:pt x="963245" y="1132809"/>
                  <a:pt x="990575" y="1120558"/>
                </a:cubicBezTo>
                <a:cubicBezTo>
                  <a:pt x="1008482" y="1113018"/>
                  <a:pt x="1016964" y="1110191"/>
                  <a:pt x="1034870" y="1103594"/>
                </a:cubicBezTo>
                <a:cubicBezTo>
                  <a:pt x="1044294" y="1099824"/>
                  <a:pt x="1053719" y="1087572"/>
                  <a:pt x="1069740" y="1080975"/>
                </a:cubicBezTo>
                <a:cubicBezTo>
                  <a:pt x="1097071" y="1068724"/>
                  <a:pt x="1135711" y="1076263"/>
                  <a:pt x="1171523" y="1064012"/>
                </a:cubicBezTo>
                <a:cubicBezTo>
                  <a:pt x="1211106" y="1049875"/>
                  <a:pt x="1213933" y="1042335"/>
                  <a:pt x="1268594" y="1042335"/>
                </a:cubicBezTo>
                <a:cubicBezTo>
                  <a:pt x="1292155" y="1025372"/>
                  <a:pt x="1308177" y="1011235"/>
                  <a:pt x="1348702" y="1011235"/>
                </a:cubicBezTo>
                <a:cubicBezTo>
                  <a:pt x="1369435" y="1011235"/>
                  <a:pt x="1380744" y="1044220"/>
                  <a:pt x="1404305" y="1050817"/>
                </a:cubicBezTo>
                <a:cubicBezTo>
                  <a:pt x="1437291" y="1060242"/>
                  <a:pt x="1449542" y="1060242"/>
                  <a:pt x="1463679" y="1087572"/>
                </a:cubicBezTo>
                <a:lnTo>
                  <a:pt x="1457082" y="1145061"/>
                </a:lnTo>
                <a:lnTo>
                  <a:pt x="1475931" y="1166737"/>
                </a:lnTo>
                <a:lnTo>
                  <a:pt x="1471218" y="1167680"/>
                </a:lnTo>
                <a:lnTo>
                  <a:pt x="1470276" y="1221399"/>
                </a:lnTo>
                <a:lnTo>
                  <a:pt x="1471218" y="1252499"/>
                </a:lnTo>
                <a:lnTo>
                  <a:pt x="1482528" y="1252499"/>
                </a:lnTo>
                <a:lnTo>
                  <a:pt x="1482528" y="1241190"/>
                </a:lnTo>
                <a:cubicBezTo>
                  <a:pt x="1482528" y="1227996"/>
                  <a:pt x="1502319" y="1221399"/>
                  <a:pt x="1507973" y="1209147"/>
                </a:cubicBezTo>
                <a:cubicBezTo>
                  <a:pt x="1510801" y="1201607"/>
                  <a:pt x="1520225" y="1177104"/>
                  <a:pt x="1523052" y="1170507"/>
                </a:cubicBezTo>
                <a:cubicBezTo>
                  <a:pt x="1538131" y="1133752"/>
                  <a:pt x="1534362" y="1125270"/>
                  <a:pt x="1567347" y="1103594"/>
                </a:cubicBezTo>
                <a:lnTo>
                  <a:pt x="1567347" y="1084745"/>
                </a:lnTo>
                <a:cubicBezTo>
                  <a:pt x="1579599" y="1065896"/>
                  <a:pt x="1595620" y="1047990"/>
                  <a:pt x="1607872" y="1030084"/>
                </a:cubicBezTo>
                <a:cubicBezTo>
                  <a:pt x="1616354" y="1017832"/>
                  <a:pt x="1616354" y="1006523"/>
                  <a:pt x="1623893" y="996156"/>
                </a:cubicBezTo>
                <a:cubicBezTo>
                  <a:pt x="1630490" y="987674"/>
                  <a:pt x="1639915" y="982962"/>
                  <a:pt x="1645569" y="972595"/>
                </a:cubicBezTo>
                <a:cubicBezTo>
                  <a:pt x="1660648" y="946207"/>
                  <a:pt x="1716252" y="878351"/>
                  <a:pt x="1716252" y="851963"/>
                </a:cubicBezTo>
                <a:lnTo>
                  <a:pt x="1755834" y="818978"/>
                </a:lnTo>
                <a:lnTo>
                  <a:pt x="1777510" y="817093"/>
                </a:lnTo>
                <a:cubicBezTo>
                  <a:pt x="1786935" y="802956"/>
                  <a:pt x="1795417" y="802956"/>
                  <a:pt x="1804841" y="783165"/>
                </a:cubicBezTo>
                <a:cubicBezTo>
                  <a:pt x="1809553" y="772798"/>
                  <a:pt x="1818035" y="749238"/>
                  <a:pt x="1823690" y="740757"/>
                </a:cubicBezTo>
                <a:lnTo>
                  <a:pt x="1818978" y="718137"/>
                </a:lnTo>
                <a:cubicBezTo>
                  <a:pt x="1826517" y="708713"/>
                  <a:pt x="1828402" y="708713"/>
                  <a:pt x="1835941" y="700231"/>
                </a:cubicBezTo>
                <a:cubicBezTo>
                  <a:pt x="1847251" y="687037"/>
                  <a:pt x="1837826" y="692691"/>
                  <a:pt x="1845366" y="679497"/>
                </a:cubicBezTo>
                <a:cubicBezTo>
                  <a:pt x="1854790" y="663476"/>
                  <a:pt x="1871754" y="665361"/>
                  <a:pt x="1896257" y="665361"/>
                </a:cubicBezTo>
                <a:cubicBezTo>
                  <a:pt x="1902854" y="660648"/>
                  <a:pt x="1902854" y="657821"/>
                  <a:pt x="1911336" y="657821"/>
                </a:cubicBezTo>
                <a:lnTo>
                  <a:pt x="1922646" y="657821"/>
                </a:lnTo>
                <a:cubicBezTo>
                  <a:pt x="1937725" y="723792"/>
                  <a:pt x="1991444" y="692691"/>
                  <a:pt x="1991444" y="730389"/>
                </a:cubicBezTo>
                <a:cubicBezTo>
                  <a:pt x="1991444" y="749238"/>
                  <a:pt x="1965055" y="750181"/>
                  <a:pt x="1965055" y="765259"/>
                </a:cubicBezTo>
                <a:cubicBezTo>
                  <a:pt x="1965055" y="779395"/>
                  <a:pt x="1976364" y="773741"/>
                  <a:pt x="1976364" y="787877"/>
                </a:cubicBezTo>
                <a:lnTo>
                  <a:pt x="1976364" y="799187"/>
                </a:lnTo>
                <a:lnTo>
                  <a:pt x="1974480" y="852906"/>
                </a:lnTo>
                <a:lnTo>
                  <a:pt x="1959401" y="873639"/>
                </a:lnTo>
                <a:lnTo>
                  <a:pt x="1957516" y="906624"/>
                </a:lnTo>
                <a:cubicBezTo>
                  <a:pt x="1957516" y="939610"/>
                  <a:pt x="1927358" y="936782"/>
                  <a:pt x="1927358" y="982962"/>
                </a:cubicBezTo>
                <a:cubicBezTo>
                  <a:pt x="1916991" y="989559"/>
                  <a:pt x="1896257" y="1003696"/>
                  <a:pt x="1891545" y="1015947"/>
                </a:cubicBezTo>
                <a:cubicBezTo>
                  <a:pt x="1886833" y="1026314"/>
                  <a:pt x="1869869" y="1058357"/>
                  <a:pt x="1869869" y="1059299"/>
                </a:cubicBezTo>
                <a:lnTo>
                  <a:pt x="1869869" y="1070609"/>
                </a:lnTo>
                <a:cubicBezTo>
                  <a:pt x="1847251" y="1075321"/>
                  <a:pt x="1832172" y="1107364"/>
                  <a:pt x="1831229" y="1131867"/>
                </a:cubicBezTo>
                <a:cubicBezTo>
                  <a:pt x="1818035" y="1134694"/>
                  <a:pt x="1796359" y="1148831"/>
                  <a:pt x="1796359" y="1162025"/>
                </a:cubicBezTo>
                <a:lnTo>
                  <a:pt x="1796359" y="1180874"/>
                </a:lnTo>
                <a:cubicBezTo>
                  <a:pt x="1796359" y="1189356"/>
                  <a:pt x="1807668" y="1195010"/>
                  <a:pt x="1807668" y="1230823"/>
                </a:cubicBezTo>
                <a:lnTo>
                  <a:pt x="1816150" y="1237420"/>
                </a:lnTo>
                <a:lnTo>
                  <a:pt x="1887775" y="1233650"/>
                </a:lnTo>
                <a:cubicBezTo>
                  <a:pt x="1912279" y="1197838"/>
                  <a:pt x="1900027" y="1220456"/>
                  <a:pt x="1928300" y="1202550"/>
                </a:cubicBezTo>
                <a:cubicBezTo>
                  <a:pt x="1937725" y="1196895"/>
                  <a:pt x="1953746" y="1177104"/>
                  <a:pt x="1963170" y="1168622"/>
                </a:cubicBezTo>
                <a:cubicBezTo>
                  <a:pt x="1966940" y="1164852"/>
                  <a:pt x="1998983" y="1137522"/>
                  <a:pt x="1999925" y="1136579"/>
                </a:cubicBezTo>
                <a:cubicBezTo>
                  <a:pt x="2021601" y="1125270"/>
                  <a:pt x="2025371" y="1131867"/>
                  <a:pt x="2043278" y="1111133"/>
                </a:cubicBezTo>
                <a:cubicBezTo>
                  <a:pt x="2061184" y="1090400"/>
                  <a:pt x="2060241" y="1092285"/>
                  <a:pt x="2088515" y="1083803"/>
                </a:cubicBezTo>
                <a:cubicBezTo>
                  <a:pt x="2104536" y="1079091"/>
                  <a:pt x="2106421" y="1064954"/>
                  <a:pt x="2129982" y="1056472"/>
                </a:cubicBezTo>
                <a:cubicBezTo>
                  <a:pt x="2152600" y="1047048"/>
                  <a:pt x="2159197" y="1047048"/>
                  <a:pt x="2169564" y="1027256"/>
                </a:cubicBezTo>
                <a:cubicBezTo>
                  <a:pt x="2183701" y="1000868"/>
                  <a:pt x="2190298" y="1013120"/>
                  <a:pt x="2205377" y="994271"/>
                </a:cubicBezTo>
                <a:cubicBezTo>
                  <a:pt x="2221398" y="973538"/>
                  <a:pt x="2218571" y="972595"/>
                  <a:pt x="2242132" y="958459"/>
                </a:cubicBezTo>
                <a:cubicBezTo>
                  <a:pt x="2268520" y="941495"/>
                  <a:pt x="2253441" y="936782"/>
                  <a:pt x="2272290" y="919819"/>
                </a:cubicBezTo>
                <a:cubicBezTo>
                  <a:pt x="2319412" y="877409"/>
                  <a:pt x="2295851" y="881179"/>
                  <a:pt x="2326009" y="835942"/>
                </a:cubicBezTo>
                <a:cubicBezTo>
                  <a:pt x="2339203" y="817093"/>
                  <a:pt x="2343915" y="824632"/>
                  <a:pt x="2358052" y="795417"/>
                </a:cubicBezTo>
                <a:cubicBezTo>
                  <a:pt x="2367476" y="776568"/>
                  <a:pt x="2364649" y="796359"/>
                  <a:pt x="2378785" y="782223"/>
                </a:cubicBezTo>
                <a:cubicBezTo>
                  <a:pt x="2383497" y="777511"/>
                  <a:pt x="2384440" y="770914"/>
                  <a:pt x="2392922" y="761489"/>
                </a:cubicBezTo>
                <a:cubicBezTo>
                  <a:pt x="2408943" y="745468"/>
                  <a:pt x="2447583" y="705885"/>
                  <a:pt x="2457008" y="687980"/>
                </a:cubicBezTo>
                <a:cubicBezTo>
                  <a:pt x="2480568" y="687980"/>
                  <a:pt x="2475856" y="685152"/>
                  <a:pt x="2475856" y="661591"/>
                </a:cubicBezTo>
                <a:cubicBezTo>
                  <a:pt x="2506957" y="640857"/>
                  <a:pt x="2506957" y="558865"/>
                  <a:pt x="2533345" y="520225"/>
                </a:cubicBezTo>
                <a:lnTo>
                  <a:pt x="2533345" y="501377"/>
                </a:lnTo>
                <a:cubicBezTo>
                  <a:pt x="2558791" y="462737"/>
                  <a:pt x="2528633" y="457082"/>
                  <a:pt x="2560676" y="409960"/>
                </a:cubicBezTo>
                <a:cubicBezTo>
                  <a:pt x="2574812" y="389227"/>
                  <a:pt x="2578582" y="346817"/>
                  <a:pt x="2584237" y="314774"/>
                </a:cubicBezTo>
                <a:cubicBezTo>
                  <a:pt x="2594603" y="259170"/>
                  <a:pt x="2605912" y="158329"/>
                  <a:pt x="2605912" y="98956"/>
                </a:cubicBezTo>
                <a:lnTo>
                  <a:pt x="2616279" y="83877"/>
                </a:lnTo>
                <a:close/>
              </a:path>
            </a:pathLst>
          </a:custGeom>
          <a:solidFill>
            <a:schemeClr val="bg1">
              <a:alpha val="8000"/>
            </a:schemeClr>
          </a:solidFill>
          <a:ln w="9395" cap="flat">
            <a:noFill/>
            <a:prstDash val="solid"/>
            <a:miter/>
          </a:ln>
        </p:spPr>
        <p:txBody>
          <a:bodyPr rtlCol="0" anchor="ctr"/>
          <a:lstStyle/>
          <a:p>
            <a:endParaRPr lang="zh-CN" altLang="en-US"/>
          </a:p>
        </p:txBody>
      </p:sp>
      <p:sp>
        <p:nvSpPr>
          <p:cNvPr id="8" name="文本框 7"/>
          <p:cNvSpPr txBox="1"/>
          <p:nvPr>
            <p:custDataLst>
              <p:tags r:id="rId1"/>
            </p:custDataLst>
          </p:nvPr>
        </p:nvSpPr>
        <p:spPr>
          <a:xfrm>
            <a:off x="3369555" y="2246344"/>
            <a:ext cx="1875257" cy="584775"/>
          </a:xfrm>
          <a:prstGeom prst="rect">
            <a:avLst/>
          </a:prstGeom>
          <a:noFill/>
        </p:spPr>
        <p:txBody>
          <a:bodyPr wrap="none" rtlCol="0">
            <a:spAutoFit/>
          </a:bodyPr>
          <a:lstStyle/>
          <a:p>
            <a:r>
              <a:rPr lang="en-US" altLang="zh-CN" sz="3200" b="0">
                <a:solidFill>
                  <a:schemeClr val="bg1"/>
                </a:solidFill>
                <a:latin typeface="+mn-ea"/>
                <a:ea typeface="+mn-ea"/>
              </a:rPr>
              <a:t>PART  </a:t>
            </a:r>
            <a:r>
              <a:rPr lang="en-US" altLang="zh-CN" sz="3200" b="1">
                <a:solidFill>
                  <a:schemeClr val="accent2"/>
                </a:solidFill>
                <a:latin typeface="+mj-ea"/>
                <a:ea typeface="+mj-ea"/>
              </a:rPr>
              <a:t>01</a:t>
            </a:r>
            <a:endParaRPr lang="zh-CN" altLang="en-US" sz="3200" b="1">
              <a:solidFill>
                <a:schemeClr val="accent2"/>
              </a:solidFill>
              <a:latin typeface="+mj-ea"/>
              <a:ea typeface="+mj-ea"/>
            </a:endParaRPr>
          </a:p>
        </p:txBody>
      </p:sp>
      <p:sp>
        <p:nvSpPr>
          <p:cNvPr id="9" name="文本框 8"/>
          <p:cNvSpPr txBox="1"/>
          <p:nvPr>
            <p:custDataLst>
              <p:tags r:id="rId2"/>
            </p:custDataLst>
          </p:nvPr>
        </p:nvSpPr>
        <p:spPr>
          <a:xfrm>
            <a:off x="3369555" y="3136613"/>
            <a:ext cx="1875257" cy="584775"/>
          </a:xfrm>
          <a:prstGeom prst="rect">
            <a:avLst/>
          </a:prstGeom>
          <a:noFill/>
        </p:spPr>
        <p:txBody>
          <a:bodyPr wrap="none" rtlCol="0">
            <a:spAutoFit/>
          </a:bodyPr>
          <a:lstStyle/>
          <a:p>
            <a:r>
              <a:rPr lang="en-US" altLang="zh-CN" sz="3200" b="0">
                <a:solidFill>
                  <a:schemeClr val="bg1"/>
                </a:solidFill>
                <a:latin typeface="+mn-ea"/>
                <a:ea typeface="+mn-ea"/>
              </a:rPr>
              <a:t>PART  </a:t>
            </a:r>
            <a:r>
              <a:rPr lang="en-US" altLang="zh-CN" sz="3200" b="1">
                <a:solidFill>
                  <a:schemeClr val="accent2"/>
                </a:solidFill>
                <a:latin typeface="+mj-ea"/>
                <a:ea typeface="+mj-ea"/>
              </a:rPr>
              <a:t>02</a:t>
            </a:r>
            <a:endParaRPr lang="zh-CN" altLang="en-US" sz="3200" b="1">
              <a:solidFill>
                <a:schemeClr val="accent2"/>
              </a:solidFill>
              <a:latin typeface="+mj-ea"/>
              <a:ea typeface="+mj-ea"/>
            </a:endParaRPr>
          </a:p>
        </p:txBody>
      </p:sp>
      <p:sp>
        <p:nvSpPr>
          <p:cNvPr id="10" name="文本框 9"/>
          <p:cNvSpPr txBox="1"/>
          <p:nvPr>
            <p:custDataLst>
              <p:tags r:id="rId3"/>
            </p:custDataLst>
          </p:nvPr>
        </p:nvSpPr>
        <p:spPr>
          <a:xfrm>
            <a:off x="3369555" y="4026853"/>
            <a:ext cx="1875257" cy="584775"/>
          </a:xfrm>
          <a:prstGeom prst="rect">
            <a:avLst/>
          </a:prstGeom>
          <a:noFill/>
        </p:spPr>
        <p:txBody>
          <a:bodyPr wrap="none" rtlCol="0">
            <a:spAutoFit/>
          </a:bodyPr>
          <a:lstStyle/>
          <a:p>
            <a:r>
              <a:rPr lang="en-US" altLang="zh-CN" sz="3200" b="0">
                <a:solidFill>
                  <a:schemeClr val="bg1"/>
                </a:solidFill>
                <a:latin typeface="+mn-ea"/>
                <a:ea typeface="+mn-ea"/>
              </a:rPr>
              <a:t>PART  </a:t>
            </a:r>
            <a:r>
              <a:rPr lang="en-US" altLang="zh-CN" sz="3200" b="1">
                <a:solidFill>
                  <a:schemeClr val="accent2"/>
                </a:solidFill>
                <a:latin typeface="+mj-ea"/>
                <a:ea typeface="+mj-ea"/>
              </a:rPr>
              <a:t>03</a:t>
            </a:r>
            <a:endParaRPr lang="zh-CN" altLang="en-US" sz="3200" b="1">
              <a:solidFill>
                <a:schemeClr val="accent2"/>
              </a:solidFill>
              <a:latin typeface="+mj-ea"/>
              <a:ea typeface="+mj-ea"/>
            </a:endParaRPr>
          </a:p>
        </p:txBody>
      </p:sp>
      <p:grpSp>
        <p:nvGrpSpPr>
          <p:cNvPr id="11" name="组合 10"/>
          <p:cNvGrpSpPr/>
          <p:nvPr/>
        </p:nvGrpSpPr>
        <p:grpSpPr>
          <a:xfrm>
            <a:off x="626718" y="2880501"/>
            <a:ext cx="1349087" cy="1096998"/>
            <a:chOff x="1080765" y="2612571"/>
            <a:chExt cx="1349087" cy="1096998"/>
          </a:xfrm>
        </p:grpSpPr>
        <p:sp>
          <p:nvSpPr>
            <p:cNvPr id="12" name="文本框 11"/>
            <p:cNvSpPr txBox="1"/>
            <p:nvPr userDrawn="1"/>
          </p:nvSpPr>
          <p:spPr>
            <a:xfrm>
              <a:off x="1080765" y="2612571"/>
              <a:ext cx="1349087" cy="707886"/>
            </a:xfrm>
            <a:prstGeom prst="rect">
              <a:avLst/>
            </a:prstGeom>
            <a:noFill/>
          </p:spPr>
          <p:txBody>
            <a:bodyPr wrap="square" lIns="0" rIns="0" rtlCol="0">
              <a:spAutoFit/>
            </a:bodyPr>
            <a:lstStyle/>
            <a:p>
              <a:pPr algn="dist"/>
              <a:r>
                <a:rPr lang="zh-CN" altLang="en-US" sz="4000" b="1" spc="130">
                  <a:solidFill>
                    <a:schemeClr val="bg1"/>
                  </a:solidFill>
                  <a:latin typeface="+mj-ea"/>
                  <a:ea typeface="+mj-ea"/>
                </a:rPr>
                <a:t>目录</a:t>
              </a:r>
              <a:endParaRPr lang="zh-CN" altLang="en-US" sz="4000" b="1" spc="130">
                <a:solidFill>
                  <a:schemeClr val="bg1"/>
                </a:solidFill>
                <a:latin typeface="+mj-ea"/>
                <a:ea typeface="+mj-ea"/>
              </a:endParaRPr>
            </a:p>
          </p:txBody>
        </p:sp>
        <p:sp>
          <p:nvSpPr>
            <p:cNvPr id="13" name="文本框 12"/>
            <p:cNvSpPr txBox="1"/>
            <p:nvPr userDrawn="1"/>
          </p:nvSpPr>
          <p:spPr>
            <a:xfrm>
              <a:off x="1116898" y="3340237"/>
              <a:ext cx="1276821" cy="369332"/>
            </a:xfrm>
            <a:prstGeom prst="rect">
              <a:avLst/>
            </a:prstGeom>
            <a:noFill/>
          </p:spPr>
          <p:txBody>
            <a:bodyPr wrap="square" lIns="0" rIns="0" rtlCol="0">
              <a:spAutoFit/>
            </a:bodyPr>
            <a:lstStyle/>
            <a:p>
              <a:pPr algn="dist"/>
              <a:r>
                <a:rPr lang="en-US" altLang="zh-CN">
                  <a:solidFill>
                    <a:schemeClr val="bg1"/>
                  </a:solidFill>
                </a:rPr>
                <a:t>CONTENTS</a:t>
              </a:r>
              <a:endParaRPr lang="zh-CN" altLang="en-US">
                <a:solidFill>
                  <a:schemeClr val="bg1"/>
                </a:solidFill>
              </a:endParaRPr>
            </a:p>
          </p:txBody>
        </p:sp>
      </p:grpSp>
      <p:grpSp>
        <p:nvGrpSpPr>
          <p:cNvPr id="21" name="组合 20"/>
          <p:cNvGrpSpPr/>
          <p:nvPr/>
        </p:nvGrpSpPr>
        <p:grpSpPr>
          <a:xfrm>
            <a:off x="660400" y="6421869"/>
            <a:ext cx="2189816" cy="234085"/>
            <a:chOff x="1044148" y="5205146"/>
            <a:chExt cx="2189816" cy="234085"/>
          </a:xfrm>
        </p:grpSpPr>
        <p:sp>
          <p:nvSpPr>
            <p:cNvPr id="22" name="任意多边形: 形状 21"/>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23" name="任意多边形: 形状 22"/>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0">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24" name="组合 23"/>
          <p:cNvGrpSpPr/>
          <p:nvPr/>
        </p:nvGrpSpPr>
        <p:grpSpPr>
          <a:xfrm>
            <a:off x="10275782" y="6410111"/>
            <a:ext cx="1243118" cy="245843"/>
            <a:chOff x="10275782" y="188913"/>
            <a:chExt cx="1243118" cy="245843"/>
          </a:xfrm>
        </p:grpSpPr>
        <p:pic>
          <p:nvPicPr>
            <p:cNvPr id="25" name="图形 24"/>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55917" y="205185"/>
              <a:ext cx="962983" cy="216478"/>
            </a:xfrm>
            <a:prstGeom prst="rect">
              <a:avLst/>
            </a:prstGeom>
          </p:spPr>
        </p:pic>
        <p:pic>
          <p:nvPicPr>
            <p:cNvPr id="26" name="图形 2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275782" y="188913"/>
              <a:ext cx="187431" cy="245843"/>
            </a:xfrm>
            <a:prstGeom prst="rect">
              <a:avLst/>
            </a:prstGeom>
          </p:spPr>
        </p:pic>
      </p:grpSp>
      <p:sp>
        <p:nvSpPr>
          <p:cNvPr id="27" name="文本框 26"/>
          <p:cNvSpPr txBox="1"/>
          <p:nvPr>
            <p:custDataLst>
              <p:tags r:id="rId8"/>
            </p:custDataLst>
          </p:nvPr>
        </p:nvSpPr>
        <p:spPr>
          <a:xfrm>
            <a:off x="5631542" y="2231118"/>
            <a:ext cx="5210629" cy="523220"/>
          </a:xfrm>
          <a:prstGeom prst="rect">
            <a:avLst/>
          </a:prstGeom>
          <a:noFill/>
        </p:spPr>
        <p:txBody>
          <a:bodyPr wrap="square" rtlCol="0">
            <a:normAutofit fontScale="90000"/>
          </a:bodyPr>
          <a:lstStyle/>
          <a:p>
            <a:r>
              <a:rPr lang="zh-CN" altLang="en-US" sz="2800" b="1" spc="120">
                <a:solidFill>
                  <a:schemeClr val="bg1"/>
                </a:solidFill>
                <a:latin typeface="+mj-ea"/>
                <a:ea typeface="+mj-ea"/>
              </a:rPr>
              <a:t>研究背景</a:t>
            </a:r>
            <a:endParaRPr lang="zh-CN" altLang="en-US" sz="2800" b="1" spc="120">
              <a:solidFill>
                <a:schemeClr val="bg1"/>
              </a:solidFill>
              <a:latin typeface="+mj-ea"/>
              <a:ea typeface="+mj-ea"/>
            </a:endParaRPr>
          </a:p>
        </p:txBody>
      </p:sp>
      <p:sp>
        <p:nvSpPr>
          <p:cNvPr id="30" name="文本框 29"/>
          <p:cNvSpPr txBox="1"/>
          <p:nvPr>
            <p:custDataLst>
              <p:tags r:id="rId9"/>
            </p:custDataLst>
          </p:nvPr>
        </p:nvSpPr>
        <p:spPr>
          <a:xfrm>
            <a:off x="5631542" y="3121358"/>
            <a:ext cx="5210629" cy="523220"/>
          </a:xfrm>
          <a:prstGeom prst="rect">
            <a:avLst/>
          </a:prstGeom>
          <a:noFill/>
        </p:spPr>
        <p:txBody>
          <a:bodyPr wrap="square" rtlCol="0">
            <a:normAutofit fontScale="90000"/>
          </a:bodyPr>
          <a:lstStyle/>
          <a:p>
            <a:r>
              <a:rPr lang="zh-CN" altLang="en-US" sz="2800" b="1" spc="120">
                <a:solidFill>
                  <a:schemeClr val="bg1"/>
                </a:solidFill>
                <a:latin typeface="+mj-ea"/>
                <a:ea typeface="+mj-ea"/>
              </a:rPr>
              <a:t>研究</a:t>
            </a:r>
            <a:r>
              <a:rPr lang="zh-CN" altLang="en-US" sz="2800" b="1" spc="120">
                <a:solidFill>
                  <a:schemeClr val="bg1"/>
                </a:solidFill>
                <a:latin typeface="+mj-ea"/>
                <a:ea typeface="+mj-ea"/>
              </a:rPr>
              <a:t>工作</a:t>
            </a:r>
            <a:endParaRPr lang="zh-CN" altLang="en-US" sz="2800" b="1" spc="120">
              <a:solidFill>
                <a:schemeClr val="bg1"/>
              </a:solidFill>
              <a:latin typeface="+mj-ea"/>
              <a:ea typeface="+mj-ea"/>
            </a:endParaRPr>
          </a:p>
        </p:txBody>
      </p:sp>
      <p:sp>
        <p:nvSpPr>
          <p:cNvPr id="32" name="文本框 31"/>
          <p:cNvSpPr txBox="1"/>
          <p:nvPr>
            <p:custDataLst>
              <p:tags r:id="rId10"/>
            </p:custDataLst>
          </p:nvPr>
        </p:nvSpPr>
        <p:spPr>
          <a:xfrm>
            <a:off x="5631542" y="4022022"/>
            <a:ext cx="5210629" cy="523220"/>
          </a:xfrm>
          <a:prstGeom prst="rect">
            <a:avLst/>
          </a:prstGeom>
          <a:noFill/>
        </p:spPr>
        <p:txBody>
          <a:bodyPr wrap="square" rtlCol="0">
            <a:normAutofit fontScale="90000"/>
          </a:bodyPr>
          <a:lstStyle/>
          <a:p>
            <a:r>
              <a:rPr lang="zh-CN" altLang="en-US" sz="2800" b="1" spc="120">
                <a:solidFill>
                  <a:schemeClr val="bg1"/>
                </a:solidFill>
                <a:latin typeface="+mj-ea"/>
                <a:ea typeface="+mj-ea"/>
              </a:rPr>
              <a:t>总结</a:t>
            </a:r>
            <a:endParaRPr lang="zh-CN" altLang="en-US" sz="2800" b="1" spc="120">
              <a:solidFill>
                <a:schemeClr val="bg1"/>
              </a:solidFill>
              <a:latin typeface="+mj-ea"/>
              <a:ea typeface="+mj-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p:cNvPicPr>
            <a:picLocks noGrp="1" noChangeAspect="1"/>
          </p:cNvPicPr>
          <p:nvPr>
            <p:ph type="pic" sz="quarter" idx="10"/>
          </p:nvPr>
        </p:nvPicPr>
        <p:blipFill>
          <a:blip r:embed="rId1"/>
          <a:srcRect l="17875" r="21199"/>
          <a:stretch>
            <a:fillRect/>
          </a:stretch>
        </p:blipFill>
        <p:spPr>
          <a:xfrm>
            <a:off x="5924550" y="2"/>
            <a:ext cx="6267450" cy="6857999"/>
          </a:xfrm>
        </p:spPr>
      </p:pic>
      <p:sp>
        <p:nvSpPr>
          <p:cNvPr id="6" name="弧形 5"/>
          <p:cNvSpPr/>
          <p:nvPr/>
        </p:nvSpPr>
        <p:spPr>
          <a:xfrm>
            <a:off x="5584663" y="-1081608"/>
            <a:ext cx="9016240" cy="9016240"/>
          </a:xfrm>
          <a:prstGeom prst="arc">
            <a:avLst>
              <a:gd name="adj1" fmla="val 8338671"/>
              <a:gd name="adj2" fmla="val 13258618"/>
            </a:avLst>
          </a:prstGeom>
          <a:ln w="12700" cap="rnd">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4872" y="422728"/>
            <a:ext cx="4583975" cy="6012545"/>
          </a:xfrm>
          <a:prstGeom prst="rect">
            <a:avLst/>
          </a:prstGeom>
          <a:effectLst/>
        </p:spPr>
      </p:pic>
      <p:sp>
        <p:nvSpPr>
          <p:cNvPr id="8" name="文本框 7"/>
          <p:cNvSpPr txBox="1"/>
          <p:nvPr/>
        </p:nvSpPr>
        <p:spPr>
          <a:xfrm>
            <a:off x="567052" y="3005154"/>
            <a:ext cx="4087861" cy="768350"/>
          </a:xfrm>
          <a:prstGeom prst="rect">
            <a:avLst/>
          </a:prstGeom>
          <a:noFill/>
        </p:spPr>
        <p:txBody>
          <a:bodyPr wrap="square" rtlCol="0">
            <a:spAutoFit/>
          </a:bodyPr>
          <a:lstStyle/>
          <a:p>
            <a:r>
              <a:rPr lang="zh-CN" altLang="en-US" sz="4400" b="1" spc="120">
                <a:solidFill>
                  <a:schemeClr val="accent1"/>
                </a:solidFill>
                <a:latin typeface="+mj-ea"/>
                <a:ea typeface="+mj-ea"/>
                <a:sym typeface="+mn-ea"/>
              </a:rPr>
              <a:t>研究背景</a:t>
            </a:r>
            <a:endParaRPr lang="zh-CN" altLang="en-US" sz="4400" b="1" spc="120">
              <a:solidFill>
                <a:schemeClr val="accent1"/>
              </a:solidFill>
              <a:latin typeface="+mj-ea"/>
              <a:ea typeface="+mj-ea"/>
            </a:endParaRPr>
          </a:p>
        </p:txBody>
      </p:sp>
      <p:sp>
        <p:nvSpPr>
          <p:cNvPr id="10" name="矩形 9"/>
          <p:cNvSpPr/>
          <p:nvPr/>
        </p:nvSpPr>
        <p:spPr>
          <a:xfrm>
            <a:off x="666320" y="3923093"/>
            <a:ext cx="520700" cy="1095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24191" y="1962936"/>
            <a:ext cx="2002471" cy="1862048"/>
          </a:xfrm>
          <a:prstGeom prst="rect">
            <a:avLst/>
          </a:prstGeom>
          <a:noFill/>
        </p:spPr>
        <p:txBody>
          <a:bodyPr wrap="none" rtlCol="0">
            <a:spAutoFit/>
          </a:bodyPr>
          <a:lstStyle/>
          <a:p>
            <a:r>
              <a:rPr lang="en-US" altLang="zh-CN" sz="11500" b="1">
                <a:gradFill>
                  <a:gsLst>
                    <a:gs pos="0">
                      <a:schemeClr val="accent1"/>
                    </a:gs>
                    <a:gs pos="61000">
                      <a:srgbClr val="2D5C3C">
                        <a:alpha val="0"/>
                      </a:srgbClr>
                    </a:gs>
                    <a:gs pos="35000">
                      <a:srgbClr val="2D5C3C">
                        <a:alpha val="70000"/>
                      </a:srgbClr>
                    </a:gs>
                    <a:gs pos="100000">
                      <a:schemeClr val="accent1">
                        <a:alpha val="0"/>
                      </a:schemeClr>
                    </a:gs>
                  </a:gsLst>
                  <a:lin ang="5400000" scaled="1"/>
                </a:gradFill>
                <a:latin typeface="+mj-ea"/>
                <a:ea typeface="+mj-ea"/>
              </a:rPr>
              <a:t>01</a:t>
            </a:r>
            <a:endParaRPr lang="zh-CN" altLang="en-US" sz="11500" b="1">
              <a:gradFill>
                <a:gsLst>
                  <a:gs pos="0">
                    <a:schemeClr val="accent1"/>
                  </a:gs>
                  <a:gs pos="61000">
                    <a:srgbClr val="2D5C3C">
                      <a:alpha val="0"/>
                    </a:srgbClr>
                  </a:gs>
                  <a:gs pos="35000">
                    <a:srgbClr val="2D5C3C">
                      <a:alpha val="70000"/>
                    </a:srgbClr>
                  </a:gs>
                  <a:gs pos="100000">
                    <a:schemeClr val="accent1">
                      <a:alpha val="0"/>
                    </a:schemeClr>
                  </a:gs>
                </a:gsLst>
                <a:lin ang="5400000" scaled="1"/>
              </a:gradFill>
              <a:latin typeface="+mj-ea"/>
              <a:ea typeface="+mj-ea"/>
            </a:endParaRPr>
          </a:p>
        </p:txBody>
      </p:sp>
      <p:sp>
        <p:nvSpPr>
          <p:cNvPr id="14" name="椭圆 13"/>
          <p:cNvSpPr/>
          <p:nvPr/>
        </p:nvSpPr>
        <p:spPr>
          <a:xfrm>
            <a:off x="5924550" y="1540669"/>
            <a:ext cx="100012" cy="100012"/>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924550" y="5217319"/>
            <a:ext cx="100012" cy="1000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1117600" y="961390"/>
            <a:ext cx="10008870" cy="860425"/>
          </a:xfrm>
          <a:prstGeom prst="roundRect">
            <a:avLst/>
          </a:prstGeom>
          <a:solidFill>
            <a:schemeClr val="accent1">
              <a:lumMod val="20000"/>
              <a:lumOff val="80000"/>
            </a:schemeClr>
          </a:solidFill>
          <a:ln>
            <a:gradFill>
              <a:gsLst>
                <a:gs pos="0">
                  <a:srgbClr val="CFF9AE"/>
                </a:gs>
                <a:gs pos="90000">
                  <a:srgbClr val="49E7CE"/>
                </a:gs>
              </a:gsLst>
              <a:path path="circle">
                <a:fillToRect l="100000" t="100000"/>
              </a:path>
              <a:tileRect r="-100000" b="-100000"/>
            </a:gra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9" name="文本框 8"/>
          <p:cNvSpPr txBox="1"/>
          <p:nvPr/>
        </p:nvSpPr>
        <p:spPr>
          <a:xfrm>
            <a:off x="1377632" y="207136"/>
            <a:ext cx="3690211" cy="521970"/>
          </a:xfrm>
          <a:prstGeom prst="rect">
            <a:avLst/>
          </a:prstGeom>
          <a:noFill/>
        </p:spPr>
        <p:txBody>
          <a:bodyPr wrap="square" rtlCol="0">
            <a:spAutoFit/>
          </a:bodyPr>
          <a:lstStyle/>
          <a:p>
            <a:r>
              <a:rPr lang="zh-CN" altLang="en-US" sz="2800" b="1" spc="120">
                <a:latin typeface="+mj-ea"/>
                <a:ea typeface="+mj-ea"/>
              </a:rPr>
              <a:t>研究</a:t>
            </a:r>
            <a:r>
              <a:rPr lang="zh-CN" altLang="en-US" sz="2800" b="1" spc="120">
                <a:latin typeface="+mj-ea"/>
                <a:ea typeface="+mj-ea"/>
              </a:rPr>
              <a:t>背景</a:t>
            </a:r>
            <a:endParaRPr lang="zh-CN" altLang="en-US" sz="2800" b="1" spc="120">
              <a:latin typeface="+mj-ea"/>
              <a:ea typeface="+mj-ea"/>
            </a:endParaRPr>
          </a:p>
        </p:txBody>
      </p:sp>
      <p:grpSp>
        <p:nvGrpSpPr>
          <p:cNvPr id="12" name="组合 11"/>
          <p:cNvGrpSpPr/>
          <p:nvPr/>
        </p:nvGrpSpPr>
        <p:grpSpPr>
          <a:xfrm>
            <a:off x="660400" y="6421869"/>
            <a:ext cx="2189816" cy="234085"/>
            <a:chOff x="1044148" y="5205146"/>
            <a:chExt cx="2189816" cy="234085"/>
          </a:xfrm>
        </p:grpSpPr>
        <p:sp>
          <p:nvSpPr>
            <p:cNvPr id="14" name="任意多边形: 形状 13"/>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16" name="任意多边形: 形状 15"/>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0">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18" name="组合 17"/>
          <p:cNvGrpSpPr/>
          <p:nvPr/>
        </p:nvGrpSpPr>
        <p:grpSpPr>
          <a:xfrm>
            <a:off x="10275782" y="6410111"/>
            <a:ext cx="1243118" cy="245843"/>
            <a:chOff x="10275782" y="188913"/>
            <a:chExt cx="1243118" cy="245843"/>
          </a:xfrm>
        </p:grpSpPr>
        <p:pic>
          <p:nvPicPr>
            <p:cNvPr id="20" name="图形 19"/>
            <p:cNvPicPr>
              <a:picLocks noChangeAspect="1"/>
            </p:cNvPicPr>
            <p:nvPr userDrawn="1"/>
          </p:nvPicPr>
          <p:blipFill>
            <a:blip r:embed="rId1">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23" name="图形 22"/>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sp>
        <p:nvSpPr>
          <p:cNvPr id="2" name="椭圆 1"/>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91402" y="237914"/>
            <a:ext cx="521970" cy="460375"/>
          </a:xfrm>
          <a:prstGeom prst="rect">
            <a:avLst/>
          </a:prstGeom>
          <a:noFill/>
        </p:spPr>
        <p:txBody>
          <a:bodyPr wrap="none" rtlCol="0">
            <a:spAutoFit/>
          </a:bodyPr>
          <a:lstStyle/>
          <a:p>
            <a:r>
              <a:rPr lang="en-US" altLang="zh-CN" sz="2400" b="1">
                <a:solidFill>
                  <a:schemeClr val="bg1"/>
                </a:solidFill>
              </a:rPr>
              <a:t>01</a:t>
            </a:r>
            <a:endParaRPr lang="zh-CN" altLang="en-US" sz="2400" b="1">
              <a:solidFill>
                <a:schemeClr val="bg1"/>
              </a:solidFill>
            </a:endParaRPr>
          </a:p>
        </p:txBody>
      </p:sp>
      <p:sp>
        <p:nvSpPr>
          <p:cNvPr id="10" name="矩形 9"/>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8" name="文本框 7"/>
          <p:cNvSpPr txBox="1"/>
          <p:nvPr/>
        </p:nvSpPr>
        <p:spPr>
          <a:xfrm>
            <a:off x="1096645" y="959485"/>
            <a:ext cx="9074785" cy="779780"/>
          </a:xfrm>
          <a:prstGeom prst="rect">
            <a:avLst/>
          </a:prstGeom>
          <a:noFill/>
        </p:spPr>
        <p:txBody>
          <a:bodyPr wrap="square" rtlCol="0" anchor="t">
            <a:spAutoFit/>
          </a:bodyPr>
          <a:p>
            <a:pPr algn="l">
              <a:lnSpc>
                <a:spcPct val="140000"/>
              </a:lnSpc>
            </a:pPr>
            <a:r>
              <a:rPr lang="zh-CN" altLang="en-US" sz="1600" dirty="0">
                <a:solidFill>
                  <a:srgbClr val="FF0000"/>
                </a:solidFill>
                <a:latin typeface="Times New Roman" panose="02020603050405020304" pitchFamily="18" charset="0"/>
                <a:ea typeface="微软雅黑" panose="020B0503020204020204" charset="-122"/>
              </a:rPr>
              <a:t>时序知识图</a:t>
            </a:r>
            <a:r>
              <a:rPr lang="zh-CN" altLang="en-US" sz="1600" dirty="0">
                <a:solidFill>
                  <a:srgbClr val="FF0000"/>
                </a:solidFill>
                <a:latin typeface="Times New Roman" panose="02020603050405020304" pitchFamily="18" charset="0"/>
                <a:ea typeface="微软雅黑" panose="020B0503020204020204" charset="-122"/>
              </a:rPr>
              <a:t>谱问答（TKGQA）</a:t>
            </a:r>
            <a:r>
              <a:rPr lang="zh-CN" altLang="en-US" sz="1600" dirty="0">
                <a:latin typeface="Times New Roman" panose="02020603050405020304" pitchFamily="18" charset="0"/>
                <a:ea typeface="微软雅黑" panose="020B0503020204020204" charset="-122"/>
              </a:rPr>
              <a:t>: </a:t>
            </a:r>
            <a:endParaRPr lang="zh-CN" altLang="en-US" sz="1600" dirty="0">
              <a:latin typeface="Times New Roman" panose="02020603050405020304" pitchFamily="18" charset="0"/>
              <a:ea typeface="微软雅黑" panose="020B0503020204020204" charset="-122"/>
            </a:endParaRPr>
          </a:p>
          <a:p>
            <a:pPr algn="l">
              <a:lnSpc>
                <a:spcPct val="140000"/>
              </a:lnSpc>
            </a:pPr>
            <a:r>
              <a:rPr lang="zh-CN" altLang="en-US" sz="1600" dirty="0">
                <a:latin typeface="Times New Roman" panose="02020603050405020304" pitchFamily="18" charset="0"/>
                <a:ea typeface="微软雅黑" panose="020B0503020204020204" charset="-122"/>
              </a:rPr>
              <a:t>通过检索与推理带有时间信息的知识图谱事实，回答满足实体、关系及时间约束的自然语言问题。</a:t>
            </a:r>
            <a:endParaRPr lang="zh-CN" altLang="en-US" sz="1600" dirty="0">
              <a:latin typeface="Times New Roman" panose="02020603050405020304" pitchFamily="18" charset="0"/>
              <a:ea typeface="微软雅黑" panose="020B0503020204020204" charset="-122"/>
            </a:endParaRPr>
          </a:p>
        </p:txBody>
      </p:sp>
      <p:sp>
        <p:nvSpPr>
          <p:cNvPr id="19" name="文本框 18"/>
          <p:cNvSpPr txBox="1"/>
          <p:nvPr/>
        </p:nvSpPr>
        <p:spPr>
          <a:xfrm>
            <a:off x="1056005" y="2319020"/>
            <a:ext cx="10133330" cy="3634740"/>
          </a:xfrm>
          <a:prstGeom prst="rect">
            <a:avLst/>
          </a:prstGeom>
          <a:noFill/>
        </p:spPr>
        <p:txBody>
          <a:bodyPr wrap="square" rtlCol="0">
            <a:spAutoFit/>
          </a:bodyPr>
          <a:p>
            <a:pPr indent="0" algn="l">
              <a:buNone/>
            </a:pPr>
            <a:r>
              <a:rPr lang="zh-CN" altLang="en-US" dirty="0">
                <a:latin typeface="Times New Roman" panose="02020603050405020304" pitchFamily="18" charset="0"/>
                <a:ea typeface="微软雅黑" panose="020B0503020204020204" charset="-122"/>
              </a:rPr>
              <a:t>研究工作一：证据检索评</a:t>
            </a:r>
            <a:r>
              <a:rPr lang="zh-CN" altLang="en-US" dirty="0">
                <a:latin typeface="Times New Roman" panose="02020603050405020304" pitchFamily="18" charset="0"/>
                <a:ea typeface="微软雅黑" panose="020B0503020204020204" charset="-122"/>
              </a:rPr>
              <a:t>估</a:t>
            </a:r>
            <a:endParaRPr lang="zh-CN" altLang="en-US" dirty="0">
              <a:latin typeface="Times New Roman" panose="02020603050405020304" pitchFamily="18" charset="0"/>
              <a:ea typeface="微软雅黑" panose="020B0503020204020204" charset="-122"/>
            </a:endParaRPr>
          </a:p>
          <a:p>
            <a:pPr indent="0" algn="l">
              <a:buNone/>
            </a:pPr>
            <a:endParaRPr lang="zh-CN" altLang="en-US" dirty="0">
              <a:latin typeface="Times New Roman" panose="02020603050405020304" pitchFamily="18" charset="0"/>
              <a:ea typeface="微软雅黑" panose="020B0503020204020204" charset="-122"/>
            </a:endParaRPr>
          </a:p>
          <a:p>
            <a:pPr indent="0" algn="l">
              <a:lnSpc>
                <a:spcPct val="130000"/>
              </a:lnSpc>
              <a:buNone/>
            </a:pPr>
            <a:r>
              <a:rPr lang="zh-CN" altLang="en-US" dirty="0">
                <a:latin typeface="Times New Roman" panose="02020603050405020304" pitchFamily="18" charset="0"/>
                <a:ea typeface="微软雅黑" panose="020B0503020204020204" charset="-122"/>
              </a:rPr>
              <a:t>现有数据基准中，参考证据可能遗漏有效替代，答案级指标（</a:t>
            </a:r>
            <a:r>
              <a:rPr lang="en-US" altLang="zh-CN" dirty="0">
                <a:latin typeface="Times New Roman" panose="02020603050405020304" pitchFamily="18" charset="0"/>
                <a:ea typeface="微软雅黑" panose="020B0503020204020204" charset="-122"/>
              </a:rPr>
              <a:t>Hits@1</a:t>
            </a:r>
            <a:r>
              <a:rPr lang="zh-CN" altLang="en-US" dirty="0">
                <a:latin typeface="Times New Roman" panose="02020603050405020304" pitchFamily="18" charset="0"/>
                <a:ea typeface="微软雅黑" panose="020B0503020204020204" charset="-122"/>
              </a:rPr>
              <a:t>）难以反映支持证据的完整性；</a:t>
            </a:r>
            <a:endParaRPr lang="zh-CN" altLang="en-US" dirty="0">
              <a:latin typeface="Times New Roman" panose="02020603050405020304" pitchFamily="18" charset="0"/>
              <a:ea typeface="微软雅黑" panose="020B0503020204020204" charset="-122"/>
            </a:endParaRPr>
          </a:p>
          <a:p>
            <a:pPr indent="0" algn="l">
              <a:lnSpc>
                <a:spcPct val="130000"/>
              </a:lnSpc>
              <a:buNone/>
            </a:pPr>
            <a:r>
              <a:rPr lang="zh-CN" altLang="en-US" dirty="0">
                <a:latin typeface="Times New Roman" panose="02020603050405020304" pitchFamily="18" charset="0"/>
                <a:ea typeface="微软雅黑" panose="020B0503020204020204" charset="-122"/>
              </a:rPr>
              <a:t>仅依赖结构特征的难度划分，也难以刻画相似候选带来的检索歧义。</a:t>
            </a:r>
            <a:endParaRPr lang="zh-CN" altLang="en-US" dirty="0">
              <a:latin typeface="Times New Roman" panose="02020603050405020304" pitchFamily="18" charset="0"/>
              <a:ea typeface="微软雅黑" panose="020B0503020204020204" charset="-122"/>
            </a:endParaRPr>
          </a:p>
          <a:p>
            <a:pPr indent="0" algn="l">
              <a:lnSpc>
                <a:spcPct val="130000"/>
              </a:lnSpc>
              <a:buNone/>
            </a:pPr>
            <a:r>
              <a:rPr lang="zh-CN" altLang="en-US" dirty="0">
                <a:solidFill>
                  <a:srgbClr val="FF0000"/>
                </a:solidFill>
                <a:latin typeface="Times New Roman" panose="02020603050405020304" pitchFamily="18" charset="0"/>
                <a:ea typeface="微软雅黑" panose="020B0503020204020204" charset="-122"/>
              </a:rPr>
              <a:t>核心问题</a:t>
            </a:r>
            <a:r>
              <a:rPr lang="zh-CN" altLang="en-US" dirty="0">
                <a:latin typeface="Times New Roman" panose="02020603050405020304" pitchFamily="18" charset="0"/>
                <a:ea typeface="微软雅黑" panose="020B0503020204020204" charset="-122"/>
              </a:rPr>
              <a:t>：如何构建更全面的证据空间，并评价检索质量与检索难度？</a:t>
            </a:r>
            <a:endParaRPr lang="zh-CN" altLang="en-US" dirty="0">
              <a:latin typeface="Times New Roman" panose="02020603050405020304" pitchFamily="18" charset="0"/>
              <a:ea typeface="微软雅黑" panose="020B0503020204020204" charset="-122"/>
            </a:endParaRPr>
          </a:p>
          <a:p>
            <a:pPr indent="0" algn="l">
              <a:lnSpc>
                <a:spcPct val="130000"/>
              </a:lnSpc>
              <a:buNone/>
            </a:pPr>
            <a:endParaRPr lang="zh-CN" altLang="en-US" dirty="0">
              <a:latin typeface="Times New Roman" panose="02020603050405020304" pitchFamily="18" charset="0"/>
              <a:ea typeface="微软雅黑" panose="020B0503020204020204" charset="-122"/>
            </a:endParaRPr>
          </a:p>
          <a:p>
            <a:pPr indent="0" algn="l">
              <a:buFont typeface="Wingdings" panose="05000000000000000000" charset="0"/>
              <a:buNone/>
            </a:pPr>
            <a:endParaRPr lang="zh-CN" altLang="en-US" dirty="0">
              <a:latin typeface="Times New Roman" panose="02020603050405020304" pitchFamily="18" charset="0"/>
              <a:ea typeface="微软雅黑" panose="020B0503020204020204" charset="-122"/>
            </a:endParaRPr>
          </a:p>
          <a:p>
            <a:pPr indent="0" algn="l">
              <a:buFont typeface="Wingdings" panose="05000000000000000000" charset="0"/>
              <a:buNone/>
            </a:pPr>
            <a:r>
              <a:rPr lang="zh-CN" altLang="en-US" dirty="0">
                <a:latin typeface="Times New Roman" panose="02020603050405020304" pitchFamily="18" charset="0"/>
                <a:ea typeface="微软雅黑" panose="020B0503020204020204" charset="-122"/>
              </a:rPr>
              <a:t>研究</a:t>
            </a:r>
            <a:r>
              <a:rPr lang="zh-CN" altLang="en-US" dirty="0">
                <a:latin typeface="Times New Roman" panose="02020603050405020304" pitchFamily="18" charset="0"/>
                <a:ea typeface="微软雅黑" panose="020B0503020204020204" charset="-122"/>
              </a:rPr>
              <a:t>工作二：证据质量推理</a:t>
            </a:r>
            <a:endParaRPr lang="zh-CN" altLang="en-US" dirty="0">
              <a:latin typeface="Times New Roman" panose="02020603050405020304" pitchFamily="18" charset="0"/>
              <a:ea typeface="微软雅黑" panose="020B0503020204020204" charset="-122"/>
            </a:endParaRPr>
          </a:p>
          <a:p>
            <a:pPr indent="0" algn="l">
              <a:buNone/>
            </a:pPr>
            <a:endParaRPr lang="zh-CN" altLang="en-US" dirty="0">
              <a:latin typeface="Times New Roman" panose="02020603050405020304" pitchFamily="18" charset="0"/>
              <a:ea typeface="微软雅黑" panose="020B0503020204020204" charset="-122"/>
            </a:endParaRPr>
          </a:p>
          <a:p>
            <a:pPr algn="l">
              <a:lnSpc>
                <a:spcPct val="130000"/>
              </a:lnSpc>
              <a:buClrTx/>
              <a:buSzTx/>
              <a:buNone/>
            </a:pPr>
            <a:r>
              <a:rPr lang="zh-CN" altLang="en-US" dirty="0">
                <a:latin typeface="Times New Roman" panose="02020603050405020304" pitchFamily="18" charset="0"/>
                <a:ea typeface="微软雅黑" panose="020B0503020204020204" charset="-122"/>
              </a:rPr>
              <a:t>答案级监督难以判断中间推理步骤的有效性，候选链独立评分则难以充分利用链间关系进行推理</a:t>
            </a:r>
            <a:endParaRPr lang="zh-CN" altLang="en-US" dirty="0">
              <a:latin typeface="Times New Roman" panose="02020603050405020304" pitchFamily="18" charset="0"/>
              <a:ea typeface="微软雅黑" panose="020B0503020204020204" charset="-122"/>
            </a:endParaRPr>
          </a:p>
          <a:p>
            <a:pPr algn="l">
              <a:lnSpc>
                <a:spcPct val="130000"/>
              </a:lnSpc>
              <a:buClrTx/>
              <a:buSzTx/>
              <a:buNone/>
            </a:pPr>
            <a:r>
              <a:rPr lang="zh-CN" altLang="en-US" dirty="0">
                <a:solidFill>
                  <a:srgbClr val="FF0000"/>
                </a:solidFill>
                <a:latin typeface="Times New Roman" panose="02020603050405020304" pitchFamily="18" charset="0"/>
                <a:ea typeface="微软雅黑" panose="020B0503020204020204" charset="-122"/>
              </a:rPr>
              <a:t>核心问题</a:t>
            </a:r>
            <a:r>
              <a:rPr lang="zh-CN" altLang="en-US" dirty="0">
                <a:latin typeface="Times New Roman" panose="02020603050405020304" pitchFamily="18" charset="0"/>
                <a:ea typeface="微软雅黑" panose="020B0503020204020204" charset="-122"/>
              </a:rPr>
              <a:t>：如何学习链内证据质量，并结合链间关系进行答案选择？</a:t>
            </a:r>
            <a:endParaRPr lang="zh-CN" altLang="en-US" dirty="0">
              <a:latin typeface="Times New Roman" panose="02020603050405020304" pitchFamily="18" charset="0"/>
              <a:ea typeface="微软雅黑" panose="020B0503020204020204" charset="-122"/>
            </a:endParaRPr>
          </a:p>
        </p:txBody>
      </p:sp>
      <p:sp>
        <p:nvSpPr>
          <p:cNvPr id="13" name="矩形 12"/>
          <p:cNvSpPr/>
          <p:nvPr/>
        </p:nvSpPr>
        <p:spPr>
          <a:xfrm>
            <a:off x="10138093" y="1137285"/>
            <a:ext cx="762635" cy="398780"/>
          </a:xfrm>
          <a:prstGeom prst="rect">
            <a:avLst/>
          </a:prstGeom>
          <a:noFill/>
          <a:ln>
            <a:noFill/>
          </a:ln>
        </p:spPr>
        <p:txBody>
          <a:bodyPr wrap="none" rtlCol="0" anchor="t">
            <a:spAutoFit/>
          </a:bodyPr>
          <a:p>
            <a:pPr algn="ctr"/>
            <a:r>
              <a:rPr lang="zh-CN" altLang="en-US" sz="2000" b="1">
                <a:ln/>
                <a:solidFill>
                  <a:schemeClr val="accent1"/>
                </a:solidFill>
                <a:effectLst>
                  <a:outerShdw blurRad="38100" dist="25400" dir="5400000" algn="ctr" rotWithShape="0">
                    <a:srgbClr val="6E747A">
                      <a:alpha val="43000"/>
                    </a:srgbClr>
                  </a:outerShdw>
                </a:effectLst>
              </a:rPr>
              <a:t>任</a:t>
            </a:r>
            <a:r>
              <a:rPr lang="en-US" altLang="zh-CN" sz="2000" b="1">
                <a:ln/>
                <a:solidFill>
                  <a:schemeClr val="accent1"/>
                </a:solidFill>
                <a:effectLst>
                  <a:outerShdw blurRad="38100" dist="25400" dir="5400000" algn="ctr" rotWithShape="0">
                    <a:srgbClr val="6E747A">
                      <a:alpha val="43000"/>
                    </a:srgbClr>
                  </a:outerShdw>
                </a:effectLst>
              </a:rPr>
              <a:t> </a:t>
            </a:r>
            <a:r>
              <a:rPr lang="zh-CN" altLang="en-US" sz="2000" b="1">
                <a:ln/>
                <a:solidFill>
                  <a:schemeClr val="accent1"/>
                </a:solidFill>
                <a:effectLst>
                  <a:outerShdw blurRad="38100" dist="25400" dir="5400000" algn="ctr" rotWithShape="0">
                    <a:srgbClr val="6E747A">
                      <a:alpha val="43000"/>
                    </a:srgbClr>
                  </a:outerShdw>
                </a:effectLst>
              </a:rPr>
              <a:t>务</a:t>
            </a:r>
            <a:endParaRPr lang="zh-CN" altLang="en-US" sz="2000" b="1">
              <a:ln/>
              <a:solidFill>
                <a:schemeClr val="accent1"/>
              </a:solidFill>
              <a:effectLst>
                <a:outerShdw blurRad="38100" dist="25400" dir="5400000" algn="ctr" rotWithShape="0">
                  <a:srgbClr val="6E747A">
                    <a:alpha val="43000"/>
                  </a:srgbClr>
                </a:outerShdw>
              </a:effectLst>
            </a:endParaRPr>
          </a:p>
        </p:txBody>
      </p:sp>
      <p:sp>
        <p:nvSpPr>
          <p:cNvPr id="21" name="矩形 20"/>
          <p:cNvSpPr/>
          <p:nvPr/>
        </p:nvSpPr>
        <p:spPr>
          <a:xfrm>
            <a:off x="1089660" y="2185670"/>
            <a:ext cx="10099675" cy="4031615"/>
          </a:xfrm>
          <a:prstGeom prst="rect">
            <a:avLst/>
          </a:prstGeom>
          <a:ln w="19050">
            <a:solidFill>
              <a:schemeClr val="accent2">
                <a:lumMod val="5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cxnSp>
        <p:nvCxnSpPr>
          <p:cNvPr id="22" name="直接连接符 21"/>
          <p:cNvCxnSpPr/>
          <p:nvPr/>
        </p:nvCxnSpPr>
        <p:spPr>
          <a:xfrm>
            <a:off x="1089660" y="4306570"/>
            <a:ext cx="10099675" cy="0"/>
          </a:xfrm>
          <a:prstGeom prst="line">
            <a:avLst/>
          </a:prstGeom>
          <a:ln w="19050">
            <a:solidFill>
              <a:schemeClr val="accent2">
                <a:lumMod val="50000"/>
              </a:schemeClr>
            </a:solidFill>
            <a:prstDash val="dash"/>
          </a:ln>
        </p:spPr>
        <p:style>
          <a:lnRef idx="2">
            <a:schemeClr val="accent1"/>
          </a:lnRef>
          <a:fillRef idx="0">
            <a:srgbClr val="FFFFFF"/>
          </a:fillRef>
          <a:effectRef idx="0">
            <a:srgbClr val="FFFFFF"/>
          </a:effectRef>
          <a:fontRef idx="minor">
            <a:schemeClr val="tx1"/>
          </a:fontRef>
        </p:style>
      </p:cxnSp>
      <p:pic>
        <p:nvPicPr>
          <p:cNvPr id="24" name="图片 23" descr="966697a2521a3b084b558edfc8117edc"/>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9817100" y="2250440"/>
            <a:ext cx="720000" cy="720000"/>
          </a:xfrm>
          <a:prstGeom prst="rect">
            <a:avLst/>
          </a:prstGeom>
        </p:spPr>
      </p:pic>
      <p:pic>
        <p:nvPicPr>
          <p:cNvPr id="25" name="图片 24" descr="eb535379d95bb75eabb9be9692735d91"/>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9817100" y="4445635"/>
            <a:ext cx="720000" cy="72000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p:cNvPicPr>
            <a:picLocks noGrp="1" noChangeAspect="1"/>
          </p:cNvPicPr>
          <p:nvPr>
            <p:ph type="pic" sz="quarter" idx="10"/>
          </p:nvPr>
        </p:nvPicPr>
        <p:blipFill>
          <a:blip r:embed="rId1"/>
          <a:srcRect l="17875" r="21199"/>
          <a:stretch>
            <a:fillRect/>
          </a:stretch>
        </p:blipFill>
        <p:spPr>
          <a:xfrm>
            <a:off x="5924550" y="2"/>
            <a:ext cx="6267450" cy="6857999"/>
          </a:xfrm>
        </p:spPr>
      </p:pic>
      <p:sp>
        <p:nvSpPr>
          <p:cNvPr id="6" name="弧形 5"/>
          <p:cNvSpPr/>
          <p:nvPr/>
        </p:nvSpPr>
        <p:spPr>
          <a:xfrm>
            <a:off x="5584663" y="-1081608"/>
            <a:ext cx="9016240" cy="9016240"/>
          </a:xfrm>
          <a:prstGeom prst="arc">
            <a:avLst>
              <a:gd name="adj1" fmla="val 8338671"/>
              <a:gd name="adj2" fmla="val 13258618"/>
            </a:avLst>
          </a:prstGeom>
          <a:ln w="12700" cap="rnd">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4872" y="422728"/>
            <a:ext cx="4583975" cy="6012545"/>
          </a:xfrm>
          <a:prstGeom prst="rect">
            <a:avLst/>
          </a:prstGeom>
          <a:effectLst/>
        </p:spPr>
      </p:pic>
      <p:sp>
        <p:nvSpPr>
          <p:cNvPr id="8" name="文本框 7"/>
          <p:cNvSpPr txBox="1"/>
          <p:nvPr/>
        </p:nvSpPr>
        <p:spPr>
          <a:xfrm>
            <a:off x="567052" y="3005154"/>
            <a:ext cx="4087861" cy="768350"/>
          </a:xfrm>
          <a:prstGeom prst="rect">
            <a:avLst/>
          </a:prstGeom>
          <a:noFill/>
        </p:spPr>
        <p:txBody>
          <a:bodyPr wrap="square" rtlCol="0">
            <a:spAutoFit/>
          </a:bodyPr>
          <a:lstStyle/>
          <a:p>
            <a:r>
              <a:rPr lang="zh-CN" altLang="en-US" sz="4400" b="1" spc="120">
                <a:solidFill>
                  <a:schemeClr val="accent1"/>
                </a:solidFill>
                <a:latin typeface="+mj-ea"/>
                <a:ea typeface="+mj-ea"/>
                <a:sym typeface="+mn-ea"/>
              </a:rPr>
              <a:t>研究</a:t>
            </a:r>
            <a:r>
              <a:rPr lang="zh-CN" altLang="en-US" sz="4400" b="1" spc="120">
                <a:solidFill>
                  <a:schemeClr val="accent1"/>
                </a:solidFill>
                <a:latin typeface="+mj-ea"/>
                <a:ea typeface="+mj-ea"/>
                <a:sym typeface="+mn-ea"/>
              </a:rPr>
              <a:t>工作</a:t>
            </a:r>
            <a:endParaRPr lang="zh-CN" altLang="en-US" sz="4400" b="1" spc="120">
              <a:solidFill>
                <a:schemeClr val="accent1"/>
              </a:solidFill>
              <a:latin typeface="+mj-ea"/>
              <a:ea typeface="+mj-ea"/>
              <a:sym typeface="+mn-ea"/>
            </a:endParaRPr>
          </a:p>
        </p:txBody>
      </p:sp>
      <p:sp>
        <p:nvSpPr>
          <p:cNvPr id="10" name="矩形 9"/>
          <p:cNvSpPr/>
          <p:nvPr/>
        </p:nvSpPr>
        <p:spPr>
          <a:xfrm>
            <a:off x="666320" y="3923093"/>
            <a:ext cx="520700" cy="1095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24191" y="1962936"/>
            <a:ext cx="1983740" cy="1861185"/>
          </a:xfrm>
          <a:prstGeom prst="rect">
            <a:avLst/>
          </a:prstGeom>
          <a:noFill/>
        </p:spPr>
        <p:txBody>
          <a:bodyPr wrap="none" rtlCol="0">
            <a:spAutoFit/>
          </a:bodyPr>
          <a:lstStyle/>
          <a:p>
            <a:r>
              <a:rPr lang="en-US" altLang="zh-CN" sz="11500" b="1">
                <a:gradFill>
                  <a:gsLst>
                    <a:gs pos="0">
                      <a:schemeClr val="accent1"/>
                    </a:gs>
                    <a:gs pos="61000">
                      <a:srgbClr val="2D5C3C">
                        <a:alpha val="0"/>
                      </a:srgbClr>
                    </a:gs>
                    <a:gs pos="35000">
                      <a:srgbClr val="2D5C3C">
                        <a:alpha val="70000"/>
                      </a:srgbClr>
                    </a:gs>
                    <a:gs pos="100000">
                      <a:schemeClr val="accent1">
                        <a:alpha val="0"/>
                      </a:schemeClr>
                    </a:gs>
                  </a:gsLst>
                  <a:lin ang="5400000" scaled="1"/>
                </a:gradFill>
                <a:latin typeface="+mj-ea"/>
                <a:ea typeface="+mj-ea"/>
              </a:rPr>
              <a:t>02</a:t>
            </a:r>
            <a:endParaRPr lang="zh-CN" altLang="en-US" sz="11500" b="1">
              <a:gradFill>
                <a:gsLst>
                  <a:gs pos="0">
                    <a:schemeClr val="accent1"/>
                  </a:gs>
                  <a:gs pos="61000">
                    <a:srgbClr val="2D5C3C">
                      <a:alpha val="0"/>
                    </a:srgbClr>
                  </a:gs>
                  <a:gs pos="35000">
                    <a:srgbClr val="2D5C3C">
                      <a:alpha val="70000"/>
                    </a:srgbClr>
                  </a:gs>
                  <a:gs pos="100000">
                    <a:schemeClr val="accent1">
                      <a:alpha val="0"/>
                    </a:schemeClr>
                  </a:gs>
                </a:gsLst>
                <a:lin ang="5400000" scaled="1"/>
              </a:gradFill>
              <a:latin typeface="+mj-ea"/>
              <a:ea typeface="+mj-ea"/>
            </a:endParaRPr>
          </a:p>
        </p:txBody>
      </p:sp>
      <p:sp>
        <p:nvSpPr>
          <p:cNvPr id="14" name="椭圆 13"/>
          <p:cNvSpPr/>
          <p:nvPr/>
        </p:nvSpPr>
        <p:spPr>
          <a:xfrm>
            <a:off x="5924550" y="1540669"/>
            <a:ext cx="100012" cy="100012"/>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924550" y="5217319"/>
            <a:ext cx="100012" cy="1000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6"/>
          <p:cNvSpPr/>
          <p:nvPr/>
        </p:nvSpPr>
        <p:spPr>
          <a:xfrm flipV="1">
            <a:off x="0" y="0"/>
            <a:ext cx="7344697" cy="6858001"/>
          </a:xfrm>
          <a:custGeom>
            <a:avLst/>
            <a:gdLst>
              <a:gd name="connsiteX0" fmla="*/ 0 w 7344697"/>
              <a:gd name="connsiteY0" fmla="*/ 0 h 6858001"/>
              <a:gd name="connsiteX1" fmla="*/ 4847130 w 7344697"/>
              <a:gd name="connsiteY1" fmla="*/ 0 h 6858001"/>
              <a:gd name="connsiteX2" fmla="*/ 7344697 w 7344697"/>
              <a:gd name="connsiteY2" fmla="*/ 6858001 h 6858001"/>
              <a:gd name="connsiteX3" fmla="*/ 0 w 7344697"/>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7344697" h="6858001">
                <a:moveTo>
                  <a:pt x="0" y="0"/>
                </a:moveTo>
                <a:lnTo>
                  <a:pt x="4847130" y="0"/>
                </a:lnTo>
                <a:lnTo>
                  <a:pt x="7344697" y="6858001"/>
                </a:lnTo>
                <a:lnTo>
                  <a:pt x="0" y="685800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8" name="任意多边形: 形状 7"/>
          <p:cNvSpPr/>
          <p:nvPr/>
        </p:nvSpPr>
        <p:spPr>
          <a:xfrm flipH="1">
            <a:off x="4847303" y="1"/>
            <a:ext cx="7344697" cy="6858001"/>
          </a:xfrm>
          <a:custGeom>
            <a:avLst/>
            <a:gdLst>
              <a:gd name="connsiteX0" fmla="*/ 0 w 7344697"/>
              <a:gd name="connsiteY0" fmla="*/ 0 h 6858001"/>
              <a:gd name="connsiteX1" fmla="*/ 4847130 w 7344697"/>
              <a:gd name="connsiteY1" fmla="*/ 0 h 6858001"/>
              <a:gd name="connsiteX2" fmla="*/ 7344697 w 7344697"/>
              <a:gd name="connsiteY2" fmla="*/ 6858001 h 6858001"/>
              <a:gd name="connsiteX3" fmla="*/ 0 w 7344697"/>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7344697" h="6858001">
                <a:moveTo>
                  <a:pt x="0" y="0"/>
                </a:moveTo>
                <a:lnTo>
                  <a:pt x="4847130" y="0"/>
                </a:lnTo>
                <a:lnTo>
                  <a:pt x="7344697" y="6858001"/>
                </a:lnTo>
                <a:lnTo>
                  <a:pt x="0" y="6858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9" name="矩形 8"/>
          <p:cNvSpPr/>
          <p:nvPr/>
        </p:nvSpPr>
        <p:spPr>
          <a:xfrm>
            <a:off x="342900" y="247650"/>
            <a:ext cx="11506200" cy="636270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pic>
        <p:nvPicPr>
          <p:cNvPr id="5" name="图形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33850" y="855353"/>
            <a:ext cx="3924300" cy="5147294"/>
          </a:xfrm>
          <a:prstGeom prst="rect">
            <a:avLst/>
          </a:prstGeom>
        </p:spPr>
      </p:pic>
      <p:sp>
        <p:nvSpPr>
          <p:cNvPr id="41" name="任意多边形: 形状 40"/>
          <p:cNvSpPr/>
          <p:nvPr/>
        </p:nvSpPr>
        <p:spPr>
          <a:xfrm>
            <a:off x="2819400" y="1627512"/>
            <a:ext cx="6553200" cy="2726268"/>
          </a:xfrm>
          <a:custGeom>
            <a:avLst/>
            <a:gdLst>
              <a:gd name="connsiteX0" fmla="*/ 6457235 w 6553200"/>
              <a:gd name="connsiteY0" fmla="*/ 2144714 h 2726268"/>
              <a:gd name="connsiteX1" fmla="*/ 6553200 w 6553200"/>
              <a:gd name="connsiteY1" fmla="*/ 2144714 h 2726268"/>
              <a:gd name="connsiteX2" fmla="*/ 6553200 w 6553200"/>
              <a:gd name="connsiteY2" fmla="*/ 2726268 h 2726268"/>
              <a:gd name="connsiteX3" fmla="*/ 3422889 w 6553200"/>
              <a:gd name="connsiteY3" fmla="*/ 2726268 h 2726268"/>
              <a:gd name="connsiteX4" fmla="*/ 3367230 w 6553200"/>
              <a:gd name="connsiteY4" fmla="*/ 2630303 h 2726268"/>
              <a:gd name="connsiteX5" fmla="*/ 6457235 w 6553200"/>
              <a:gd name="connsiteY5" fmla="*/ 2630303 h 2726268"/>
              <a:gd name="connsiteX6" fmla="*/ 0 w 6553200"/>
              <a:gd name="connsiteY6" fmla="*/ 2144714 h 2726268"/>
              <a:gd name="connsiteX7" fmla="*/ 95965 w 6553200"/>
              <a:gd name="connsiteY7" fmla="*/ 2144714 h 2726268"/>
              <a:gd name="connsiteX8" fmla="*/ 95965 w 6553200"/>
              <a:gd name="connsiteY8" fmla="*/ 2630303 h 2726268"/>
              <a:gd name="connsiteX9" fmla="*/ 3185973 w 6553200"/>
              <a:gd name="connsiteY9" fmla="*/ 2630303 h 2726268"/>
              <a:gd name="connsiteX10" fmla="*/ 3130313 w 6553200"/>
              <a:gd name="connsiteY10" fmla="*/ 2726268 h 2726268"/>
              <a:gd name="connsiteX11" fmla="*/ 0 w 6553200"/>
              <a:gd name="connsiteY11" fmla="*/ 2726268 h 2726268"/>
              <a:gd name="connsiteX12" fmla="*/ 3424270 w 6553200"/>
              <a:gd name="connsiteY12" fmla="*/ 0 h 2726268"/>
              <a:gd name="connsiteX13" fmla="*/ 6553200 w 6553200"/>
              <a:gd name="connsiteY13" fmla="*/ 0 h 2726268"/>
              <a:gd name="connsiteX14" fmla="*/ 6553200 w 6553200"/>
              <a:gd name="connsiteY14" fmla="*/ 581554 h 2726268"/>
              <a:gd name="connsiteX15" fmla="*/ 6457235 w 6553200"/>
              <a:gd name="connsiteY15" fmla="*/ 581554 h 2726268"/>
              <a:gd name="connsiteX16" fmla="*/ 6457235 w 6553200"/>
              <a:gd name="connsiteY16" fmla="*/ 95965 h 2726268"/>
              <a:gd name="connsiteX17" fmla="*/ 3368610 w 6553200"/>
              <a:gd name="connsiteY17" fmla="*/ 95965 h 2726268"/>
              <a:gd name="connsiteX18" fmla="*/ 0 w 6553200"/>
              <a:gd name="connsiteY18" fmla="*/ 0 h 2726268"/>
              <a:gd name="connsiteX19" fmla="*/ 3128933 w 6553200"/>
              <a:gd name="connsiteY19" fmla="*/ 0 h 2726268"/>
              <a:gd name="connsiteX20" fmla="*/ 3184592 w 6553200"/>
              <a:gd name="connsiteY20" fmla="*/ 95965 h 2726268"/>
              <a:gd name="connsiteX21" fmla="*/ 95965 w 6553200"/>
              <a:gd name="connsiteY21" fmla="*/ 95965 h 2726268"/>
              <a:gd name="connsiteX22" fmla="*/ 95965 w 6553200"/>
              <a:gd name="connsiteY22" fmla="*/ 581554 h 2726268"/>
              <a:gd name="connsiteX23" fmla="*/ 0 w 6553200"/>
              <a:gd name="connsiteY23" fmla="*/ 581554 h 272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553200" h="2726268">
                <a:moveTo>
                  <a:pt x="6457235" y="2144714"/>
                </a:moveTo>
                <a:lnTo>
                  <a:pt x="6553200" y="2144714"/>
                </a:lnTo>
                <a:lnTo>
                  <a:pt x="6553200" y="2726268"/>
                </a:lnTo>
                <a:lnTo>
                  <a:pt x="3422889" y="2726268"/>
                </a:lnTo>
                <a:lnTo>
                  <a:pt x="3367230" y="2630303"/>
                </a:lnTo>
                <a:lnTo>
                  <a:pt x="6457235" y="2630303"/>
                </a:lnTo>
                <a:close/>
                <a:moveTo>
                  <a:pt x="0" y="2144714"/>
                </a:moveTo>
                <a:lnTo>
                  <a:pt x="95965" y="2144714"/>
                </a:lnTo>
                <a:lnTo>
                  <a:pt x="95965" y="2630303"/>
                </a:lnTo>
                <a:lnTo>
                  <a:pt x="3185973" y="2630303"/>
                </a:lnTo>
                <a:lnTo>
                  <a:pt x="3130313" y="2726268"/>
                </a:lnTo>
                <a:lnTo>
                  <a:pt x="0" y="2726268"/>
                </a:lnTo>
                <a:close/>
                <a:moveTo>
                  <a:pt x="3424270" y="0"/>
                </a:moveTo>
                <a:lnTo>
                  <a:pt x="6553200" y="0"/>
                </a:lnTo>
                <a:lnTo>
                  <a:pt x="6553200" y="581554"/>
                </a:lnTo>
                <a:lnTo>
                  <a:pt x="6457235" y="581554"/>
                </a:lnTo>
                <a:lnTo>
                  <a:pt x="6457235" y="95965"/>
                </a:lnTo>
                <a:lnTo>
                  <a:pt x="3368610" y="95965"/>
                </a:lnTo>
                <a:close/>
                <a:moveTo>
                  <a:pt x="0" y="0"/>
                </a:moveTo>
                <a:lnTo>
                  <a:pt x="3128933" y="0"/>
                </a:lnTo>
                <a:lnTo>
                  <a:pt x="3184592" y="95965"/>
                </a:lnTo>
                <a:lnTo>
                  <a:pt x="95965" y="95965"/>
                </a:lnTo>
                <a:lnTo>
                  <a:pt x="95965" y="581554"/>
                </a:lnTo>
                <a:lnTo>
                  <a:pt x="0" y="5815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mj-ea"/>
              <a:ea typeface="+mj-ea"/>
            </a:endParaRPr>
          </a:p>
        </p:txBody>
      </p:sp>
      <p:sp>
        <p:nvSpPr>
          <p:cNvPr id="31" name="文本框 30"/>
          <p:cNvSpPr txBox="1"/>
          <p:nvPr/>
        </p:nvSpPr>
        <p:spPr>
          <a:xfrm>
            <a:off x="1657985" y="2324100"/>
            <a:ext cx="9135110" cy="1322070"/>
          </a:xfrm>
          <a:prstGeom prst="rect">
            <a:avLst/>
          </a:prstGeom>
          <a:noFill/>
        </p:spPr>
        <p:txBody>
          <a:bodyPr wrap="square" rtlCol="0">
            <a:spAutoFit/>
          </a:bodyPr>
          <a:lstStyle/>
          <a:p>
            <a:pPr algn="l"/>
            <a:r>
              <a:rPr lang="en-US" altLang="zh-CN" sz="4000" b="1">
                <a:solidFill>
                  <a:schemeClr val="accent1"/>
                </a:solidFill>
                <a:latin typeface="+mj-ea"/>
                <a:ea typeface="+mj-ea"/>
              </a:rPr>
              <a:t>EviScope: A Benchmark for Robust 	Retrieval in Temporal KGQA</a:t>
            </a:r>
            <a:endParaRPr lang="en-US" altLang="zh-CN" sz="4000" b="1">
              <a:solidFill>
                <a:schemeClr val="accent1"/>
              </a:solidFill>
              <a:latin typeface="+mj-ea"/>
              <a:ea typeface="+mj-ea"/>
            </a:endParaRPr>
          </a:p>
        </p:txBody>
      </p:sp>
      <p:sp>
        <p:nvSpPr>
          <p:cNvPr id="39" name="等腰三角形 38"/>
          <p:cNvSpPr/>
          <p:nvPr/>
        </p:nvSpPr>
        <p:spPr>
          <a:xfrm flipV="1">
            <a:off x="5986928" y="1581272"/>
            <a:ext cx="218146" cy="18805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42" name="等腰三角形 41"/>
          <p:cNvSpPr/>
          <p:nvPr/>
        </p:nvSpPr>
        <p:spPr>
          <a:xfrm>
            <a:off x="5986928" y="4211961"/>
            <a:ext cx="218146" cy="18805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grpSp>
        <p:nvGrpSpPr>
          <p:cNvPr id="46" name="组合 45"/>
          <p:cNvGrpSpPr/>
          <p:nvPr/>
        </p:nvGrpSpPr>
        <p:grpSpPr>
          <a:xfrm>
            <a:off x="660400" y="6201685"/>
            <a:ext cx="2189816" cy="234085"/>
            <a:chOff x="1044148" y="5205146"/>
            <a:chExt cx="2189816" cy="234085"/>
          </a:xfrm>
        </p:grpSpPr>
        <p:sp>
          <p:nvSpPr>
            <p:cNvPr id="47" name="任意多边形: 形状 46"/>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48" name="任意多边形: 形状 47"/>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0">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49" name="组合 48"/>
          <p:cNvGrpSpPr/>
          <p:nvPr/>
        </p:nvGrpSpPr>
        <p:grpSpPr>
          <a:xfrm>
            <a:off x="10275782" y="6189927"/>
            <a:ext cx="1243118" cy="245843"/>
            <a:chOff x="10275782" y="188913"/>
            <a:chExt cx="1243118" cy="245843"/>
          </a:xfrm>
        </p:grpSpPr>
        <p:pic>
          <p:nvPicPr>
            <p:cNvPr id="50" name="图形 49"/>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555917" y="205185"/>
              <a:ext cx="962983" cy="216478"/>
            </a:xfrm>
            <a:prstGeom prst="rect">
              <a:avLst/>
            </a:prstGeom>
          </p:spPr>
        </p:pic>
        <p:pic>
          <p:nvPicPr>
            <p:cNvPr id="51" name="图形 50"/>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275782" y="188913"/>
              <a:ext cx="187431" cy="245843"/>
            </a:xfrm>
            <a:prstGeom prst="rect">
              <a:avLst/>
            </a:prstGeom>
          </p:spPr>
        </p:pic>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研究工作</a:t>
            </a:r>
            <a:r>
              <a:rPr lang="en-US" altLang="zh-CN" sz="2800" b="1" spc="120" dirty="0">
                <a:solidFill>
                  <a:schemeClr val="accent2">
                    <a:lumMod val="50000"/>
                  </a:schemeClr>
                </a:solidFill>
                <a:latin typeface="+mj-ea"/>
                <a:ea typeface="+mj-ea"/>
              </a:rPr>
              <a:t>1</a:t>
            </a:r>
            <a:endParaRPr lang="en-US" altLang="zh-CN" sz="2800" b="1" spc="120" dirty="0">
              <a:solidFill>
                <a:schemeClr val="accent2">
                  <a:lumMod val="50000"/>
                </a:schemeClr>
              </a:solidFill>
              <a:latin typeface="+mj-ea"/>
              <a:ea typeface="+mj-ea"/>
            </a:endParaRPr>
          </a:p>
        </p:txBody>
      </p:sp>
      <p:grpSp>
        <p:nvGrpSpPr>
          <p:cNvPr id="19" name="组合 18"/>
          <p:cNvGrpSpPr/>
          <p:nvPr/>
        </p:nvGrpSpPr>
        <p:grpSpPr>
          <a:xfrm>
            <a:off x="660400" y="6421869"/>
            <a:ext cx="2189816" cy="234085"/>
            <a:chOff x="1044148" y="5205146"/>
            <a:chExt cx="2189816" cy="234085"/>
          </a:xfrm>
        </p:grpSpPr>
        <p:sp>
          <p:nvSpPr>
            <p:cNvPr id="20" name="任意多边形: 形状 19"/>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21" name="任意多边形: 形状 20"/>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22" name="组合 21"/>
          <p:cNvGrpSpPr/>
          <p:nvPr/>
        </p:nvGrpSpPr>
        <p:grpSpPr>
          <a:xfrm>
            <a:off x="10275782" y="6410111"/>
            <a:ext cx="1243118" cy="245843"/>
            <a:chOff x="10275782" y="188913"/>
            <a:chExt cx="1243118" cy="245843"/>
          </a:xfrm>
        </p:grpSpPr>
        <p:pic>
          <p:nvPicPr>
            <p:cNvPr id="23" name="图形 22"/>
            <p:cNvPicPr>
              <a:picLocks noChangeAspect="1"/>
            </p:cNvPicPr>
            <p:nvPr userDrawn="1"/>
          </p:nvPicPr>
          <p:blipFill>
            <a:blip r:embed="rId1" cstate="email">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24" name="图形 23"/>
            <p:cNvPicPr>
              <a:picLocks noChangeAspect="1"/>
            </p:cNvPicPr>
            <p:nvPr userDrawn="1"/>
          </p:nvPicPr>
          <p:blipFill>
            <a:blip r:embed="rId3" cstate="email">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3" name="矩形 2"/>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5" name="文本框 4"/>
          <p:cNvSpPr txBox="1"/>
          <p:nvPr/>
        </p:nvSpPr>
        <p:spPr>
          <a:xfrm>
            <a:off x="3336290" y="274383"/>
            <a:ext cx="7330440" cy="398780"/>
          </a:xfrm>
          <a:prstGeom prst="rect">
            <a:avLst/>
          </a:prstGeom>
          <a:noFill/>
        </p:spPr>
        <p:txBody>
          <a:bodyPr wrap="none" rtlCol="0">
            <a:spAutoFit/>
          </a:bodyPr>
          <a:lstStyle/>
          <a:p>
            <a:pPr algn="l"/>
            <a:r>
              <a:rPr lang="en-US" altLang="zh-CN" sz="2000" b="1" dirty="0">
                <a:latin typeface="Times New Roman" panose="02020603050405020304" pitchFamily="18" charset="0"/>
                <a:ea typeface="微软雅黑" panose="020B0503020204020204" charset="-122"/>
              </a:rPr>
              <a:t>EviScope: A Benchmark for Robust Retrieval in Temporal KGQA</a:t>
            </a:r>
            <a:endParaRPr lang="en-US" altLang="zh-CN" sz="2000" b="1" dirty="0">
              <a:latin typeface="Times New Roman" panose="02020603050405020304" pitchFamily="18" charset="0"/>
              <a:ea typeface="微软雅黑" panose="020B0503020204020204" charset="-122"/>
            </a:endParaRPr>
          </a:p>
        </p:txBody>
      </p:sp>
      <p:sp>
        <p:nvSpPr>
          <p:cNvPr id="10" name="文本框 9"/>
          <p:cNvSpPr txBox="1"/>
          <p:nvPr/>
        </p:nvSpPr>
        <p:spPr>
          <a:xfrm>
            <a:off x="1817370" y="2278380"/>
            <a:ext cx="10281920" cy="1198880"/>
          </a:xfrm>
          <a:prstGeom prst="rect">
            <a:avLst/>
          </a:prstGeom>
          <a:noFill/>
        </p:spPr>
        <p:txBody>
          <a:bodyPr wrap="square" rtlCol="0">
            <a:spAutoFit/>
          </a:bodyPr>
          <a:lstStyle/>
          <a:p>
            <a:pPr marL="285750" indent="-285750" algn="l" fontAlgn="auto">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charset="-122"/>
              </a:rPr>
              <a:t>通常将固定的单一证据集视为唯一真值，容易误判其他同样有效的替代证据</a:t>
            </a:r>
            <a:endParaRPr lang="zh-CN" altLang="en-US" sz="1600" dirty="0">
              <a:latin typeface="Times New Roman" panose="02020603050405020304" pitchFamily="18" charset="0"/>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dirty="0">
                <a:latin typeface="Times New Roman" panose="02020603050405020304" pitchFamily="18" charset="0"/>
                <a:ea typeface="微软雅黑" panose="020B0503020204020204" charset="-122"/>
              </a:rPr>
              <a:t>主要依据推理跳数划分问题难度，难以反映相似候选事实所造成的真实检索歧义</a:t>
            </a:r>
            <a:endParaRPr lang="zh-CN" altLang="en-US" sz="1600" dirty="0">
              <a:latin typeface="Times New Roman" panose="02020603050405020304" pitchFamily="18" charset="0"/>
              <a:ea typeface="微软雅黑" panose="020B0503020204020204" charset="-122"/>
            </a:endParaRPr>
          </a:p>
          <a:p>
            <a:pPr indent="0" algn="l" fontAlgn="auto">
              <a:lnSpc>
                <a:spcPct val="150000"/>
              </a:lnSpc>
            </a:pPr>
            <a:r>
              <a:rPr lang="en-US" altLang="zh-CN" sz="1600" dirty="0">
                <a:latin typeface="Times New Roman" panose="02020603050405020304" pitchFamily="18" charset="0"/>
                <a:ea typeface="微软雅黑" panose="020B0503020204020204" charset="-122"/>
              </a:rPr>
              <a:t>      </a:t>
            </a:r>
            <a:r>
              <a:rPr lang="zh-CN" altLang="en-US" sz="1600" dirty="0">
                <a:solidFill>
                  <a:srgbClr val="FF0000"/>
                </a:solidFill>
                <a:latin typeface="Times New Roman" panose="02020603050405020304" pitchFamily="18" charset="0"/>
                <a:ea typeface="微软雅黑" panose="020B0503020204020204" charset="-122"/>
              </a:rPr>
              <a:t>现有评测结果可能无法准确反映模型的实际检索能力与证据忠实性</a:t>
            </a:r>
            <a:endParaRPr lang="zh-CN" altLang="en-US" sz="1600" dirty="0">
              <a:latin typeface="Times New Roman" panose="02020603050405020304" pitchFamily="18" charset="0"/>
              <a:ea typeface="微软雅黑" panose="020B0503020204020204" charset="-122"/>
            </a:endParaRPr>
          </a:p>
        </p:txBody>
      </p:sp>
      <p:sp>
        <p:nvSpPr>
          <p:cNvPr id="6" name="文本框 5"/>
          <p:cNvSpPr txBox="1"/>
          <p:nvPr/>
        </p:nvSpPr>
        <p:spPr>
          <a:xfrm>
            <a:off x="1810385" y="5699760"/>
            <a:ext cx="4337050" cy="337185"/>
          </a:xfrm>
          <a:prstGeom prst="rect">
            <a:avLst/>
          </a:prstGeom>
          <a:noFill/>
        </p:spPr>
        <p:txBody>
          <a:bodyPr wrap="square" rtlCol="0" anchor="t">
            <a:spAutoFit/>
          </a:bodyPr>
          <a:p>
            <a:pPr algn="l"/>
            <a:r>
              <a:rPr lang="zh-CN" altLang="en-US" sz="1600" dirty="0">
                <a:latin typeface="Times New Roman" panose="02020603050405020304" pitchFamily="18" charset="0"/>
                <a:ea typeface="微软雅黑" panose="020B0503020204020204" charset="-122"/>
              </a:rPr>
              <a:t>明确地</a:t>
            </a:r>
            <a:r>
              <a:rPr lang="zh-CN" altLang="en-US" sz="1600" dirty="0">
                <a:solidFill>
                  <a:srgbClr val="FF0000"/>
                </a:solidFill>
                <a:latin typeface="Times New Roman" panose="02020603050405020304" pitchFamily="18" charset="0"/>
                <a:ea typeface="微软雅黑" panose="020B0503020204020204" charset="-122"/>
              </a:rPr>
              <a:t>对证据完整性和检索歧义进行了建模</a:t>
            </a:r>
            <a:endParaRPr lang="zh-CN" altLang="en-US" sz="1600" dirty="0">
              <a:solidFill>
                <a:srgbClr val="FF0000"/>
              </a:solidFill>
              <a:latin typeface="Times New Roman" panose="02020603050405020304" pitchFamily="18" charset="0"/>
              <a:ea typeface="微软雅黑" panose="020B0503020204020204" charset="-122"/>
            </a:endParaRPr>
          </a:p>
        </p:txBody>
      </p:sp>
      <p:pic>
        <p:nvPicPr>
          <p:cNvPr id="7" name="图片 6"/>
          <p:cNvPicPr>
            <a:picLocks noChangeAspect="1"/>
          </p:cNvPicPr>
          <p:nvPr/>
        </p:nvPicPr>
        <p:blipFill>
          <a:blip r:embed="rId5"/>
          <a:stretch>
            <a:fillRect/>
          </a:stretch>
        </p:blipFill>
        <p:spPr>
          <a:xfrm>
            <a:off x="560705" y="3451860"/>
            <a:ext cx="11182350" cy="1895475"/>
          </a:xfrm>
          <a:prstGeom prst="rect">
            <a:avLst/>
          </a:prstGeom>
        </p:spPr>
      </p:pic>
      <p:sp>
        <p:nvSpPr>
          <p:cNvPr id="4" name="矩形 3"/>
          <p:cNvSpPr/>
          <p:nvPr/>
        </p:nvSpPr>
        <p:spPr>
          <a:xfrm>
            <a:off x="608330" y="5048250"/>
            <a:ext cx="11008995" cy="294005"/>
          </a:xfrm>
          <a:prstGeom prst="rect">
            <a:avLst/>
          </a:prstGeom>
          <a:ln w="28575" cmpd="sng">
            <a:solidFill>
              <a:srgbClr val="FF0000"/>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70" name="矩形 69"/>
          <p:cNvSpPr/>
          <p:nvPr/>
        </p:nvSpPr>
        <p:spPr bwMode="auto">
          <a:xfrm>
            <a:off x="658495" y="1264920"/>
            <a:ext cx="1007745"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b="1" dirty="0">
                <a:solidFill>
                  <a:schemeClr val="bg1"/>
                </a:solidFill>
                <a:ea typeface="黑体" panose="02010609060101010101" pitchFamily="2" charset="-122"/>
              </a:rPr>
              <a:t>背景</a:t>
            </a:r>
            <a:r>
              <a:rPr kumimoji="0" lang="zh-CN" altLang="en-US" sz="1600" b="1" i="0" u="none" strike="noStrike" cap="none" normalizeH="0" baseline="0" dirty="0">
                <a:ln>
                  <a:noFill/>
                </a:ln>
                <a:solidFill>
                  <a:schemeClr val="bg1"/>
                </a:solidFill>
                <a:effectLst/>
                <a:latin typeface="Arial" panose="020B0604020202020204" pitchFamily="34" charset="0"/>
                <a:ea typeface="黑体" panose="02010609060101010101" pitchFamily="2" charset="-122"/>
              </a:rPr>
              <a:t>简介</a:t>
            </a:r>
            <a:endParaRPr kumimoji="0" lang="zh-CN" altLang="en-US" sz="1600" b="1" i="0" u="none" strike="noStrike" cap="none" normalizeH="0" baseline="0" dirty="0">
              <a:ln>
                <a:noFill/>
              </a:ln>
              <a:solidFill>
                <a:schemeClr val="bg1"/>
              </a:solidFill>
              <a:effectLst/>
              <a:latin typeface="Arial" panose="020B0604020202020204" pitchFamily="34" charset="0"/>
              <a:ea typeface="黑体" panose="02010609060101010101" pitchFamily="2" charset="-122"/>
            </a:endParaRPr>
          </a:p>
        </p:txBody>
      </p:sp>
      <p:sp>
        <p:nvSpPr>
          <p:cNvPr id="15" name="文本框 14"/>
          <p:cNvSpPr txBox="1"/>
          <p:nvPr/>
        </p:nvSpPr>
        <p:spPr>
          <a:xfrm>
            <a:off x="1854835" y="1239520"/>
            <a:ext cx="9634855" cy="645160"/>
          </a:xfrm>
          <a:prstGeom prst="rect">
            <a:avLst/>
          </a:prstGeom>
          <a:noFill/>
        </p:spPr>
        <p:txBody>
          <a:bodyPr wrap="square" rtlCol="0">
            <a:spAutoFit/>
          </a:bodyPr>
          <a:p>
            <a:pPr algn="l"/>
            <a:r>
              <a:rPr lang="en-US" altLang="zh-CN" dirty="0">
                <a:latin typeface="Times New Roman" panose="02020603050405020304" pitchFamily="18" charset="0"/>
                <a:ea typeface="微软雅黑" panose="020B0503020204020204" charset="-122"/>
                <a:sym typeface="+mn-ea"/>
              </a:rPr>
              <a:t>TKGQA</a:t>
            </a:r>
            <a:r>
              <a:rPr lang="zh-CN" altLang="en-US" dirty="0">
                <a:latin typeface="Times New Roman" panose="02020603050405020304" pitchFamily="18" charset="0"/>
                <a:ea typeface="微软雅黑" panose="020B0503020204020204" charset="-122"/>
                <a:sym typeface="+mn-ea"/>
              </a:rPr>
              <a:t>高度依赖从动态演化的知识图谱中检索符合</a:t>
            </a:r>
            <a:r>
              <a:rPr lang="zh-CN" altLang="en-US" dirty="0">
                <a:latin typeface="Times New Roman" panose="02020603050405020304" pitchFamily="18" charset="0"/>
                <a:ea typeface="微软雅黑" panose="020B0503020204020204" charset="-122"/>
                <a:sym typeface="+mn-ea"/>
              </a:rPr>
              <a:t>时间约束的支持证据，检索质量直接影响答案正确性与推理可靠性。</a:t>
            </a:r>
            <a:endParaRPr lang="zh-CN" altLang="en-US">
              <a:latin typeface="+mn-ea"/>
            </a:endParaRPr>
          </a:p>
        </p:txBody>
      </p:sp>
      <p:sp>
        <p:nvSpPr>
          <p:cNvPr id="17" name="矩形 16"/>
          <p:cNvSpPr/>
          <p:nvPr/>
        </p:nvSpPr>
        <p:spPr bwMode="auto">
          <a:xfrm>
            <a:off x="658495" y="2278380"/>
            <a:ext cx="1007745"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noAutofit/>
          </a:bodyPr>
          <a:lstStyle/>
          <a:p>
            <a:pPr lvl="0" algn="ctr" fontAlgn="base">
              <a:buClrTx/>
              <a:buSzTx/>
              <a:buFontTx/>
            </a:pPr>
            <a:r>
              <a:rPr lang="zh-CN" altLang="en-US" sz="1600" b="1" dirty="0">
                <a:solidFill>
                  <a:schemeClr val="bg1"/>
                </a:solidFill>
                <a:ea typeface="黑体" panose="02010609060101010101" pitchFamily="2" charset="-122"/>
                <a:sym typeface="+mn-ea"/>
              </a:rPr>
              <a:t>现有基准</a:t>
            </a:r>
            <a:endParaRPr lang="zh-CN" altLang="en-US" sz="1600" b="1" dirty="0">
              <a:solidFill>
                <a:schemeClr val="bg1"/>
              </a:solidFill>
              <a:ea typeface="黑体" panose="02010609060101010101" pitchFamily="2" charset="-122"/>
              <a:sym typeface="+mn-ea"/>
            </a:endParaRPr>
          </a:p>
        </p:txBody>
      </p:sp>
      <p:sp>
        <p:nvSpPr>
          <p:cNvPr id="18" name="右箭头 17"/>
          <p:cNvSpPr/>
          <p:nvPr/>
        </p:nvSpPr>
        <p:spPr>
          <a:xfrm>
            <a:off x="1890395" y="3167380"/>
            <a:ext cx="229870" cy="255270"/>
          </a:xfrm>
          <a:prstGeom prst="rightArrow">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25" name="矩形 24"/>
          <p:cNvSpPr/>
          <p:nvPr/>
        </p:nvSpPr>
        <p:spPr bwMode="auto">
          <a:xfrm>
            <a:off x="658495" y="5628005"/>
            <a:ext cx="1007745"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noAutofit/>
          </a:bodyPr>
          <a:lstStyle/>
          <a:p>
            <a:pPr lvl="0" algn="ctr" fontAlgn="base">
              <a:buClrTx/>
              <a:buSzTx/>
              <a:buFontTx/>
            </a:pPr>
            <a:r>
              <a:rPr lang="zh-CN" altLang="en-US" sz="1600" b="1" dirty="0">
                <a:solidFill>
                  <a:schemeClr val="bg1"/>
                </a:solidFill>
                <a:ea typeface="黑体" panose="02010609060101010101" pitchFamily="2" charset="-122"/>
                <a:sym typeface="+mn-ea"/>
              </a:rPr>
              <a:t>本文基准</a:t>
            </a:r>
            <a:endParaRPr lang="zh-CN" altLang="en-US" sz="1600" b="1" dirty="0">
              <a:solidFill>
                <a:schemeClr val="bg1"/>
              </a:solidFill>
              <a:ea typeface="黑体" panose="02010609060101010101" pitchFamily="2" charset="-122"/>
              <a:sym typeface="+mn-ea"/>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贡献点</a:t>
            </a:r>
            <a:endParaRPr lang="zh-CN" altLang="en-US" sz="2800" b="1" spc="120" dirty="0">
              <a:latin typeface="+mj-ea"/>
              <a:ea typeface="+mj-ea"/>
            </a:endParaRPr>
          </a:p>
        </p:txBody>
      </p:sp>
      <p:grpSp>
        <p:nvGrpSpPr>
          <p:cNvPr id="19" name="组合 18"/>
          <p:cNvGrpSpPr/>
          <p:nvPr/>
        </p:nvGrpSpPr>
        <p:grpSpPr>
          <a:xfrm>
            <a:off x="660400" y="6421869"/>
            <a:ext cx="2189816" cy="234085"/>
            <a:chOff x="1044148" y="5205146"/>
            <a:chExt cx="2189816" cy="234085"/>
          </a:xfrm>
        </p:grpSpPr>
        <p:sp>
          <p:nvSpPr>
            <p:cNvPr id="20" name="任意多边形: 形状 19"/>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21" name="任意多边形: 形状 20"/>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22" name="组合 21"/>
          <p:cNvGrpSpPr/>
          <p:nvPr/>
        </p:nvGrpSpPr>
        <p:grpSpPr>
          <a:xfrm>
            <a:off x="10275782" y="6410111"/>
            <a:ext cx="1243118" cy="245843"/>
            <a:chOff x="10275782" y="188913"/>
            <a:chExt cx="1243118" cy="245843"/>
          </a:xfrm>
        </p:grpSpPr>
        <p:pic>
          <p:nvPicPr>
            <p:cNvPr id="23" name="图形 22"/>
            <p:cNvPicPr>
              <a:picLocks noChangeAspect="1"/>
            </p:cNvPicPr>
            <p:nvPr userDrawn="1"/>
          </p:nvPicPr>
          <p:blipFill>
            <a:blip r:embed="rId1" cstate="email">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24" name="图形 23"/>
            <p:cNvPicPr>
              <a:picLocks noChangeAspect="1"/>
            </p:cNvPicPr>
            <p:nvPr userDrawn="1"/>
          </p:nvPicPr>
          <p:blipFill>
            <a:blip r:embed="rId3" cstate="email">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3" name="矩形 2"/>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29" name="文本框 28"/>
          <p:cNvSpPr txBox="1"/>
          <p:nvPr/>
        </p:nvSpPr>
        <p:spPr>
          <a:xfrm>
            <a:off x="3077845" y="5588635"/>
            <a:ext cx="2940050" cy="1134110"/>
          </a:xfrm>
          <a:prstGeom prst="rect">
            <a:avLst/>
          </a:prstGeom>
          <a:noFill/>
        </p:spPr>
        <p:txBody>
          <a:bodyPr wrap="square" rtlCol="0">
            <a:noAutofit/>
          </a:bodyPr>
          <a:p>
            <a:pPr marL="36195" indent="0" algn="l" fontAlgn="auto">
              <a:lnSpc>
                <a:spcPct val="110000"/>
              </a:lnSpc>
            </a:pP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贡献</a:t>
            </a:r>
            <a:r>
              <a:rPr lang="en-US" altLang="zh-CN" sz="1600" dirty="0">
                <a:solidFill>
                  <a:srgbClr val="FF0000"/>
                </a:solidFill>
                <a:latin typeface="微软雅黑" panose="020B0503020204020204" charset="-122"/>
                <a:ea typeface="微软雅黑" panose="020B0503020204020204" charset="-122"/>
                <a:cs typeface="微软雅黑" panose="020B0503020204020204" charset="-122"/>
                <a:sym typeface="+mn-ea"/>
              </a:rPr>
              <a:t>1</a:t>
            </a:r>
            <a:br>
              <a:rPr lang="zh-CN" altLang="en-US" sz="1600" dirty="0">
                <a:latin typeface="微软雅黑" panose="020B0503020204020204" charset="-122"/>
                <a:ea typeface="微软雅黑" panose="020B0503020204020204" charset="-122"/>
                <a:cs typeface="微软雅黑" panose="020B0503020204020204" charset="-122"/>
                <a:sym typeface="+mn-ea"/>
              </a:rPr>
            </a:br>
            <a:r>
              <a:rPr lang="zh-CN" altLang="en-US" sz="1600" dirty="0">
                <a:latin typeface="微软雅黑" panose="020B0503020204020204" charset="-122"/>
                <a:ea typeface="微软雅黑" panose="020B0503020204020204" charset="-122"/>
                <a:cs typeface="微软雅黑" panose="020B0503020204020204" charset="-122"/>
                <a:sym typeface="+mn-ea"/>
              </a:rPr>
              <a:t>为每个问题显式</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构建</a:t>
            </a:r>
            <a:r>
              <a:rPr lang="zh-CN" altLang="en-US" sz="1600" dirty="0">
                <a:latin typeface="微软雅黑" panose="020B0503020204020204" charset="-122"/>
                <a:ea typeface="微软雅黑" panose="020B0503020204020204" charset="-122"/>
                <a:cs typeface="微软雅黑" panose="020B0503020204020204" charset="-122"/>
                <a:sym typeface="+mn-ea"/>
              </a:rPr>
              <a:t>由锚点证据、可替代证据和干扰证据组成的</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完整证据空间</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marL="36195" indent="0" algn="l" fontAlgn="auto">
              <a:lnSpc>
                <a:spcPct val="110000"/>
              </a:lnSpc>
            </a:pP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marL="36195" indent="0" algn="l" fontAlgn="auto">
              <a:lnSpc>
                <a:spcPct val="110000"/>
              </a:lnSpc>
            </a:pPr>
            <a:endPar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30" name="矩形 29"/>
          <p:cNvSpPr/>
          <p:nvPr/>
        </p:nvSpPr>
        <p:spPr>
          <a:xfrm>
            <a:off x="3078480" y="5619115"/>
            <a:ext cx="2939415" cy="1102995"/>
          </a:xfrm>
          <a:prstGeom prst="rect">
            <a:avLst/>
          </a:prstGeom>
          <a:ln>
            <a:prstDash val="sys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33" name="矩形 32"/>
          <p:cNvSpPr/>
          <p:nvPr/>
        </p:nvSpPr>
        <p:spPr>
          <a:xfrm>
            <a:off x="6867525" y="5718175"/>
            <a:ext cx="2939415" cy="875030"/>
          </a:xfrm>
          <a:prstGeom prst="rect">
            <a:avLst/>
          </a:prstGeom>
          <a:ln>
            <a:prstDash val="sys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35" name="文本框 34"/>
          <p:cNvSpPr txBox="1"/>
          <p:nvPr/>
        </p:nvSpPr>
        <p:spPr>
          <a:xfrm>
            <a:off x="6859905" y="5690235"/>
            <a:ext cx="2940050" cy="902970"/>
          </a:xfrm>
          <a:prstGeom prst="rect">
            <a:avLst/>
          </a:prstGeom>
          <a:noFill/>
        </p:spPr>
        <p:txBody>
          <a:bodyPr wrap="square" rtlCol="0">
            <a:spAutoFit/>
          </a:bodyPr>
          <a:p>
            <a:pPr marL="36195" indent="0" algn="l" fontAlgn="auto">
              <a:lnSpc>
                <a:spcPct val="110000"/>
              </a:lnSpc>
            </a:pP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贡献</a:t>
            </a:r>
            <a:r>
              <a:rPr lang="en-US" altLang="zh-CN" sz="1600" dirty="0">
                <a:solidFill>
                  <a:srgbClr val="FF0000"/>
                </a:solidFill>
                <a:latin typeface="微软雅黑" panose="020B0503020204020204" charset="-122"/>
                <a:ea typeface="微软雅黑" panose="020B0503020204020204" charset="-122"/>
                <a:cs typeface="微软雅黑" panose="020B0503020204020204" charset="-122"/>
                <a:sym typeface="+mn-ea"/>
              </a:rPr>
              <a:t>2</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marL="36195" indent="0" algn="l" fontAlgn="auto">
              <a:lnSpc>
                <a:spcPct val="110000"/>
              </a:lnSpc>
            </a:pPr>
            <a:r>
              <a:rPr lang="zh-CN" altLang="en-US" sz="1600" dirty="0">
                <a:latin typeface="微软雅黑" panose="020B0503020204020204" charset="-122"/>
                <a:ea typeface="微软雅黑" panose="020B0503020204020204" charset="-122"/>
                <a:cs typeface="微软雅黑" panose="020B0503020204020204" charset="-122"/>
                <a:sym typeface="+mn-ea"/>
              </a:rPr>
              <a:t>联合建模推理需求与检索歧义，形成经过校准的</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问题难度体系</a:t>
            </a:r>
            <a:endParaRPr lang="zh-CN" altLang="en-US" sz="1600">
              <a:latin typeface="+mn-ea"/>
            </a:endParaRPr>
          </a:p>
        </p:txBody>
      </p:sp>
      <p:cxnSp>
        <p:nvCxnSpPr>
          <p:cNvPr id="40" name="肘形连接符 39"/>
          <p:cNvCxnSpPr>
            <a:stCxn id="36" idx="1"/>
            <a:endCxn id="30" idx="1"/>
          </p:cNvCxnSpPr>
          <p:nvPr/>
        </p:nvCxnSpPr>
        <p:spPr>
          <a:xfrm rot="10800000" flipH="1" flipV="1">
            <a:off x="1539240" y="2329180"/>
            <a:ext cx="1539240" cy="3841750"/>
          </a:xfrm>
          <a:prstGeom prst="bentConnector3">
            <a:avLst>
              <a:gd name="adj1" fmla="val -15470"/>
            </a:avLst>
          </a:prstGeom>
          <a:ln w="15875">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endCxn id="35" idx="0"/>
          </p:cNvCxnSpPr>
          <p:nvPr/>
        </p:nvCxnSpPr>
        <p:spPr>
          <a:xfrm>
            <a:off x="8314055" y="5492750"/>
            <a:ext cx="15875" cy="197485"/>
          </a:xfrm>
          <a:prstGeom prst="straightConnector1">
            <a:avLst/>
          </a:prstGeom>
          <a:ln w="15875">
            <a:solidFill>
              <a:srgbClr val="FF0000"/>
            </a:solidFill>
            <a:tailEnd type="arrow" w="med" len="med"/>
          </a:ln>
        </p:spPr>
        <p:style>
          <a:lnRef idx="3">
            <a:schemeClr val="accent1"/>
          </a:lnRef>
          <a:fillRef idx="0">
            <a:srgbClr val="FFFFFF"/>
          </a:fillRef>
          <a:effectRef idx="0">
            <a:srgbClr val="FFFFFF"/>
          </a:effectRef>
          <a:fontRef idx="minor">
            <a:schemeClr val="tx1"/>
          </a:fontRef>
        </p:style>
      </p:cxnSp>
      <p:pic>
        <p:nvPicPr>
          <p:cNvPr id="7" name="图片 6"/>
          <p:cNvPicPr>
            <a:picLocks noChangeAspect="1"/>
          </p:cNvPicPr>
          <p:nvPr/>
        </p:nvPicPr>
        <p:blipFill>
          <a:blip r:embed="rId5"/>
          <a:stretch>
            <a:fillRect/>
          </a:stretch>
        </p:blipFill>
        <p:spPr>
          <a:xfrm>
            <a:off x="1553210" y="984250"/>
            <a:ext cx="9193530" cy="4494530"/>
          </a:xfrm>
          <a:prstGeom prst="rect">
            <a:avLst/>
          </a:prstGeom>
        </p:spPr>
      </p:pic>
      <p:sp>
        <p:nvSpPr>
          <p:cNvPr id="36" name="矩形 35"/>
          <p:cNvSpPr/>
          <p:nvPr/>
        </p:nvSpPr>
        <p:spPr>
          <a:xfrm>
            <a:off x="1539240" y="964565"/>
            <a:ext cx="7845425" cy="272923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41" name="矩形 40"/>
          <p:cNvSpPr/>
          <p:nvPr/>
        </p:nvSpPr>
        <p:spPr>
          <a:xfrm>
            <a:off x="1525270" y="3757295"/>
            <a:ext cx="7859395" cy="172212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贡献</a:t>
            </a:r>
            <a:r>
              <a:rPr lang="zh-CN" altLang="en-US" sz="2800" b="1" spc="120" dirty="0">
                <a:latin typeface="+mj-ea"/>
                <a:ea typeface="+mj-ea"/>
              </a:rPr>
              <a:t>点</a:t>
            </a:r>
            <a:endParaRPr lang="zh-CN" altLang="en-US" sz="2800" b="1" spc="120" dirty="0">
              <a:latin typeface="+mj-ea"/>
              <a:ea typeface="+mj-ea"/>
            </a:endParaRPr>
          </a:p>
        </p:txBody>
      </p:sp>
      <p:grpSp>
        <p:nvGrpSpPr>
          <p:cNvPr id="19" name="组合 18"/>
          <p:cNvGrpSpPr/>
          <p:nvPr/>
        </p:nvGrpSpPr>
        <p:grpSpPr>
          <a:xfrm>
            <a:off x="660400" y="6421869"/>
            <a:ext cx="2189816" cy="234085"/>
            <a:chOff x="1044148" y="5205146"/>
            <a:chExt cx="2189816" cy="234085"/>
          </a:xfrm>
        </p:grpSpPr>
        <p:sp>
          <p:nvSpPr>
            <p:cNvPr id="20" name="任意多边形: 形状 19"/>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21" name="任意多边形: 形状 20"/>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22" name="组合 21"/>
          <p:cNvGrpSpPr/>
          <p:nvPr/>
        </p:nvGrpSpPr>
        <p:grpSpPr>
          <a:xfrm>
            <a:off x="10275782" y="6410111"/>
            <a:ext cx="1243118" cy="245843"/>
            <a:chOff x="10275782" y="188913"/>
            <a:chExt cx="1243118" cy="245843"/>
          </a:xfrm>
        </p:grpSpPr>
        <p:pic>
          <p:nvPicPr>
            <p:cNvPr id="23" name="图形 22"/>
            <p:cNvPicPr>
              <a:picLocks noChangeAspect="1"/>
            </p:cNvPicPr>
            <p:nvPr userDrawn="1"/>
          </p:nvPicPr>
          <p:blipFill>
            <a:blip r:embed="rId1" cstate="email">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24" name="图形 23"/>
            <p:cNvPicPr>
              <a:picLocks noChangeAspect="1"/>
            </p:cNvPicPr>
            <p:nvPr userDrawn="1"/>
          </p:nvPicPr>
          <p:blipFill>
            <a:blip r:embed="rId3" cstate="email">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3" name="矩形 2"/>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16" name="文本框 15"/>
          <p:cNvSpPr txBox="1"/>
          <p:nvPr/>
        </p:nvSpPr>
        <p:spPr>
          <a:xfrm>
            <a:off x="5236845" y="2332990"/>
            <a:ext cx="6144895" cy="583565"/>
          </a:xfrm>
          <a:prstGeom prst="rect">
            <a:avLst/>
          </a:prstGeom>
          <a:noFill/>
          <a:ln w="19050">
            <a:solidFill>
              <a:schemeClr val="tx1"/>
            </a:solidFill>
            <a:prstDash val="sysDot"/>
          </a:ln>
        </p:spPr>
        <p:txBody>
          <a:bodyPr wrap="square" rtlCol="0">
            <a:spAutoFit/>
          </a:bodyPr>
          <a:lstStyle/>
          <a:p>
            <a:pPr algn="l"/>
            <a:r>
              <a:rPr lang="en-US" altLang="zh-CN" sz="1600" dirty="0">
                <a:latin typeface="Times New Roman" panose="02020603050405020304" pitchFamily="18" charset="0"/>
                <a:ea typeface="微软雅黑" panose="020B0503020204020204" charset="-122"/>
                <a:sym typeface="+mn-ea"/>
              </a:rPr>
              <a:t>BS@K </a:t>
            </a:r>
            <a:r>
              <a:rPr lang="zh-CN" altLang="en-US" sz="1600" dirty="0">
                <a:latin typeface="Times New Roman" panose="02020603050405020304" pitchFamily="18" charset="0"/>
                <a:ea typeface="微软雅黑" panose="020B0503020204020204" charset="-122"/>
                <a:sym typeface="+mn-ea"/>
              </a:rPr>
              <a:t>将回答问题所需的锚点事实与模型返回的 </a:t>
            </a:r>
            <a:r>
              <a:rPr lang="en-US" altLang="zh-CN" sz="1600" dirty="0">
                <a:latin typeface="Times New Roman" panose="02020603050405020304" pitchFamily="18" charset="0"/>
                <a:ea typeface="微软雅黑" panose="020B0503020204020204" charset="-122"/>
                <a:sym typeface="+mn-ea"/>
              </a:rPr>
              <a:t>Top-(K) </a:t>
            </a:r>
            <a:r>
              <a:rPr lang="zh-CN" altLang="en-US" sz="1600" dirty="0">
                <a:latin typeface="Times New Roman" panose="02020603050405020304" pitchFamily="18" charset="0"/>
                <a:ea typeface="微软雅黑" panose="020B0503020204020204" charset="-122"/>
                <a:sym typeface="+mn-ea"/>
              </a:rPr>
              <a:t>检索事实分别作为二分图两侧节点</a:t>
            </a:r>
            <a:endParaRPr lang="zh-CN" altLang="en-US" sz="1600" dirty="0">
              <a:latin typeface="Times New Roman" panose="02020603050405020304" pitchFamily="18" charset="0"/>
              <a:ea typeface="微软雅黑" panose="020B0503020204020204" charset="-122"/>
            </a:endParaRPr>
          </a:p>
        </p:txBody>
      </p:sp>
      <p:pic>
        <p:nvPicPr>
          <p:cNvPr id="7" name="图片 6"/>
          <p:cNvPicPr>
            <a:picLocks noChangeAspect="1"/>
          </p:cNvPicPr>
          <p:nvPr/>
        </p:nvPicPr>
        <p:blipFill>
          <a:blip r:embed="rId5"/>
          <a:stretch>
            <a:fillRect/>
          </a:stretch>
        </p:blipFill>
        <p:spPr>
          <a:xfrm>
            <a:off x="1024255" y="1852295"/>
            <a:ext cx="3739515" cy="4608195"/>
          </a:xfrm>
          <a:prstGeom prst="rect">
            <a:avLst/>
          </a:prstGeom>
        </p:spPr>
      </p:pic>
      <p:sp>
        <p:nvSpPr>
          <p:cNvPr id="8" name="矩形 7"/>
          <p:cNvSpPr/>
          <p:nvPr/>
        </p:nvSpPr>
        <p:spPr>
          <a:xfrm>
            <a:off x="1031240" y="967105"/>
            <a:ext cx="10350500" cy="833120"/>
          </a:xfrm>
          <a:prstGeom prst="rect">
            <a:avLst/>
          </a:prstGeom>
          <a:ln>
            <a:prstDash val="sys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29" name="文本框 28"/>
          <p:cNvSpPr txBox="1"/>
          <p:nvPr/>
        </p:nvSpPr>
        <p:spPr>
          <a:xfrm>
            <a:off x="1031240" y="930275"/>
            <a:ext cx="10350500" cy="866775"/>
          </a:xfrm>
          <a:prstGeom prst="rect">
            <a:avLst/>
          </a:prstGeom>
          <a:noFill/>
        </p:spPr>
        <p:txBody>
          <a:bodyPr wrap="square" rtlCol="0">
            <a:noAutofit/>
          </a:bodyPr>
          <a:p>
            <a:pPr marL="36195" indent="0" algn="l" fontAlgn="auto">
              <a:lnSpc>
                <a:spcPct val="110000"/>
              </a:lnSpc>
            </a:pP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贡献</a:t>
            </a:r>
            <a:r>
              <a:rPr lang="en-US" altLang="zh-CN" sz="1600" dirty="0">
                <a:solidFill>
                  <a:srgbClr val="FF0000"/>
                </a:solidFill>
                <a:latin typeface="微软雅黑" panose="020B0503020204020204" charset="-122"/>
                <a:ea typeface="微软雅黑" panose="020B0503020204020204" charset="-122"/>
                <a:cs typeface="微软雅黑" panose="020B0503020204020204" charset="-122"/>
                <a:sym typeface="+mn-ea"/>
              </a:rPr>
              <a:t>3</a:t>
            </a:r>
            <a:endParaRPr lang="zh-CN" altLang="en-US" sz="1600" dirty="0">
              <a:latin typeface="微软雅黑" panose="020B0503020204020204" charset="-122"/>
              <a:ea typeface="微软雅黑" panose="020B0503020204020204" charset="-122"/>
              <a:cs typeface="微软雅黑" panose="020B0503020204020204" charset="-122"/>
              <a:sym typeface="+mn-ea"/>
            </a:endParaRPr>
          </a:p>
          <a:p>
            <a:pPr marL="36195" indent="0" algn="l" fontAlgn="auto">
              <a:lnSpc>
                <a:spcPct val="110000"/>
              </a:lnSpc>
            </a:pPr>
            <a:r>
              <a:rPr lang="zh-CN" altLang="en-US" sz="1600" dirty="0">
                <a:latin typeface="微软雅黑" panose="020B0503020204020204" charset="-122"/>
                <a:ea typeface="微软雅黑" panose="020B0503020204020204" charset="-122"/>
                <a:cs typeface="微软雅黑" panose="020B0503020204020204" charset="-122"/>
                <a:sym typeface="+mn-ea"/>
              </a:rPr>
              <a:t>提出基于二分图匹配的 </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mn-ea"/>
              </a:rPr>
              <a:t>BS@K 指标</a:t>
            </a:r>
            <a:r>
              <a:rPr lang="zh-CN" altLang="en-US" sz="1600" dirty="0">
                <a:latin typeface="微软雅黑" panose="020B0503020204020204" charset="-122"/>
                <a:ea typeface="微软雅黑" panose="020B0503020204020204" charset="-122"/>
                <a:cs typeface="微软雅黑" panose="020B0503020204020204" charset="-122"/>
                <a:sym typeface="+mn-ea"/>
              </a:rPr>
              <a:t>，用于衡量检索结果对多条关键证据及完整推理链的重建能力，从而实现对时序知识图谱问答检索鲁棒性和证据忠实性的细粒度评估                                                                                                                    	                                                                                                                                                                                                                             </a:t>
            </a:r>
            <a:endParaRPr lang="zh-CN" altLang="en-US" sz="1600" dirty="0">
              <a:latin typeface="微软雅黑" panose="020B0503020204020204" charset="-122"/>
              <a:ea typeface="微软雅黑" panose="020B0503020204020204" charset="-122"/>
              <a:cs typeface="微软雅黑" panose="020B0503020204020204" charset="-122"/>
            </a:endParaRPr>
          </a:p>
          <a:p>
            <a:pPr algn="l"/>
            <a:endParaRPr lang="zh-CN" altLang="en-US" sz="1600">
              <a:latin typeface="+mn-ea"/>
            </a:endParaRPr>
          </a:p>
        </p:txBody>
      </p:sp>
      <p:sp>
        <p:nvSpPr>
          <p:cNvPr id="31" name="文本框 30"/>
          <p:cNvSpPr txBox="1"/>
          <p:nvPr/>
        </p:nvSpPr>
        <p:spPr>
          <a:xfrm>
            <a:off x="5236845" y="5033645"/>
            <a:ext cx="6096000" cy="1322070"/>
          </a:xfrm>
          <a:prstGeom prst="rect">
            <a:avLst/>
          </a:prstGeom>
          <a:noFill/>
        </p:spPr>
        <p:txBody>
          <a:bodyPr wrap="square" rtlCol="0" anchor="t">
            <a:spAutoFit/>
          </a:bodyPr>
          <a:p>
            <a:pPr algn="l"/>
            <a:r>
              <a:rPr lang="zh-CN" altLang="en-US" sz="1600" dirty="0">
                <a:solidFill>
                  <a:srgbClr val="FF0000"/>
                </a:solidFill>
                <a:latin typeface="Times New Roman" panose="02020603050405020304" pitchFamily="18" charset="0"/>
                <a:ea typeface="微软雅黑" panose="020B0503020204020204" charset="-122"/>
                <a:sym typeface="+mn-ea"/>
              </a:rPr>
              <a:t>优势</a:t>
            </a:r>
            <a:endParaRPr lang="zh-CN" altLang="en-US" sz="1600" dirty="0">
              <a:solidFill>
                <a:srgbClr val="FF0000"/>
              </a:solidFill>
              <a:latin typeface="Times New Roman" panose="02020603050405020304" pitchFamily="18" charset="0"/>
              <a:ea typeface="微软雅黑" panose="020B0503020204020204" charset="-122"/>
              <a:sym typeface="+mn-ea"/>
            </a:endParaRPr>
          </a:p>
          <a:p>
            <a:pPr algn="l"/>
            <a:r>
              <a:rPr lang="zh-CN" altLang="en-US" sz="1600" dirty="0">
                <a:latin typeface="Times New Roman" panose="02020603050405020304" pitchFamily="18" charset="0"/>
                <a:ea typeface="微软雅黑" panose="020B0503020204020204" charset="-122"/>
                <a:sym typeface="+mn-ea"/>
              </a:rPr>
              <a:t>传统 </a:t>
            </a:r>
            <a:r>
              <a:rPr lang="en-US" altLang="zh-CN" sz="1600" dirty="0">
                <a:latin typeface="Times New Roman" panose="02020603050405020304" pitchFamily="18" charset="0"/>
                <a:ea typeface="微软雅黑" panose="020B0503020204020204" charset="-122"/>
                <a:sym typeface="+mn-ea"/>
              </a:rPr>
              <a:t>Hits@K </a:t>
            </a:r>
            <a:r>
              <a:rPr lang="zh-CN" altLang="en-US" sz="1600" dirty="0">
                <a:latin typeface="Times New Roman" panose="02020603050405020304" pitchFamily="18" charset="0"/>
                <a:ea typeface="微软雅黑" panose="020B0503020204020204" charset="-122"/>
                <a:sym typeface="+mn-ea"/>
              </a:rPr>
              <a:t>仅判断前 (</a:t>
            </a:r>
            <a:r>
              <a:rPr lang="en-US" altLang="zh-CN" sz="1600" dirty="0">
                <a:latin typeface="Times New Roman" panose="02020603050405020304" pitchFamily="18" charset="0"/>
                <a:ea typeface="微软雅黑" panose="020B0503020204020204" charset="-122"/>
                <a:sym typeface="+mn-ea"/>
              </a:rPr>
              <a:t>K) </a:t>
            </a:r>
            <a:r>
              <a:rPr lang="zh-CN" altLang="en-US" sz="1600" dirty="0">
                <a:latin typeface="Times New Roman" panose="02020603050405020304" pitchFamily="18" charset="0"/>
                <a:ea typeface="微软雅黑" panose="020B0503020204020204" charset="-122"/>
                <a:sym typeface="+mn-ea"/>
              </a:rPr>
              <a:t>个检索结果是否命中正确答案，</a:t>
            </a:r>
            <a:r>
              <a:rPr lang="en-US" altLang="zh-CN" sz="1600" dirty="0">
                <a:latin typeface="Times New Roman" panose="02020603050405020304" pitchFamily="18" charset="0"/>
                <a:ea typeface="微软雅黑" panose="020B0503020204020204" charset="-122"/>
                <a:sym typeface="+mn-ea"/>
              </a:rPr>
              <a:t>BS@K </a:t>
            </a:r>
            <a:r>
              <a:rPr lang="zh-CN" altLang="en-US" sz="1600" dirty="0">
                <a:latin typeface="Times New Roman" panose="02020603050405020304" pitchFamily="18" charset="0"/>
                <a:ea typeface="微软雅黑" panose="020B0503020204020204" charset="-122"/>
                <a:sym typeface="+mn-ea"/>
              </a:rPr>
              <a:t>进一步</a:t>
            </a:r>
            <a:r>
              <a:rPr lang="zh-CN" altLang="en-US" sz="1600" dirty="0">
                <a:solidFill>
                  <a:srgbClr val="FF0000"/>
                </a:solidFill>
                <a:latin typeface="Times New Roman" panose="02020603050405020304" pitchFamily="18" charset="0"/>
                <a:ea typeface="微软雅黑" panose="020B0503020204020204" charset="-122"/>
                <a:sym typeface="+mn-ea"/>
              </a:rPr>
              <a:t>衡量检索事实对多条关键证据匹配质量</a:t>
            </a:r>
            <a:r>
              <a:rPr lang="zh-CN" altLang="en-US" sz="1600" dirty="0">
                <a:latin typeface="Times New Roman" panose="02020603050405020304" pitchFamily="18" charset="0"/>
                <a:ea typeface="微软雅黑" panose="020B0503020204020204" charset="-122"/>
                <a:sym typeface="+mn-ea"/>
              </a:rPr>
              <a:t>，并通过</a:t>
            </a:r>
            <a:r>
              <a:rPr lang="zh-CN" altLang="en-US" sz="1600" dirty="0">
                <a:solidFill>
                  <a:srgbClr val="FF0000"/>
                </a:solidFill>
                <a:latin typeface="Times New Roman" panose="02020603050405020304" pitchFamily="18" charset="0"/>
                <a:ea typeface="微软雅黑" panose="020B0503020204020204" charset="-122"/>
                <a:sym typeface="+mn-ea"/>
              </a:rPr>
              <a:t>一对一匹配抑制冗余证据的重复得分</a:t>
            </a:r>
            <a:r>
              <a:rPr lang="zh-CN" altLang="en-US" sz="1600" dirty="0">
                <a:latin typeface="Times New Roman" panose="02020603050405020304" pitchFamily="18" charset="0"/>
                <a:ea typeface="微软雅黑" panose="020B0503020204020204" charset="-122"/>
                <a:sym typeface="+mn-ea"/>
              </a:rPr>
              <a:t>。因此，</a:t>
            </a:r>
            <a:r>
              <a:rPr lang="en-US" altLang="zh-CN" sz="1600" dirty="0">
                <a:latin typeface="Times New Roman" panose="02020603050405020304" pitchFamily="18" charset="0"/>
                <a:ea typeface="微软雅黑" panose="020B0503020204020204" charset="-122"/>
                <a:sym typeface="+mn-ea"/>
              </a:rPr>
              <a:t>BS@K </a:t>
            </a:r>
            <a:r>
              <a:rPr lang="zh-CN" altLang="en-US" sz="1600" dirty="0">
                <a:solidFill>
                  <a:srgbClr val="FF0000"/>
                </a:solidFill>
                <a:latin typeface="Times New Roman" panose="02020603050405020304" pitchFamily="18" charset="0"/>
                <a:ea typeface="微软雅黑" panose="020B0503020204020204" charset="-122"/>
                <a:sym typeface="+mn-ea"/>
              </a:rPr>
              <a:t>能更准确地反映模型检索结果的证据忠实性与鲁棒性。</a:t>
            </a:r>
            <a:endParaRPr lang="zh-CN" altLang="en-US" sz="1600" dirty="0">
              <a:solidFill>
                <a:srgbClr val="FF0000"/>
              </a:solidFill>
              <a:latin typeface="Times New Roman" panose="02020603050405020304" pitchFamily="18" charset="0"/>
              <a:ea typeface="微软雅黑" panose="020B0503020204020204" charset="-122"/>
              <a:sym typeface="+mn-ea"/>
            </a:endParaRPr>
          </a:p>
        </p:txBody>
      </p:sp>
      <p:sp>
        <p:nvSpPr>
          <p:cNvPr id="32" name="文本框 31"/>
          <p:cNvSpPr txBox="1"/>
          <p:nvPr/>
        </p:nvSpPr>
        <p:spPr>
          <a:xfrm>
            <a:off x="5238115" y="3507740"/>
            <a:ext cx="6144895" cy="583565"/>
          </a:xfrm>
          <a:prstGeom prst="rect">
            <a:avLst/>
          </a:prstGeom>
          <a:noFill/>
          <a:ln w="19050">
            <a:solidFill>
              <a:schemeClr val="tx1"/>
            </a:solidFill>
            <a:prstDash val="sysDot"/>
          </a:ln>
        </p:spPr>
        <p:txBody>
          <a:bodyPr wrap="square" rtlCol="0">
            <a:spAutoFit/>
          </a:bodyPr>
          <a:lstStyle/>
          <a:p>
            <a:pPr algn="l"/>
            <a:r>
              <a:rPr lang="zh-CN" altLang="en-US" sz="1600" dirty="0">
                <a:latin typeface="Times New Roman" panose="02020603050405020304" pitchFamily="18" charset="0"/>
                <a:ea typeface="微软雅黑" panose="020B0503020204020204" charset="-122"/>
                <a:sym typeface="+mn-ea"/>
              </a:rPr>
              <a:t>根据语义、关系及时间一致性计算事实之间的可替代性得分，形成锚点事实与检索事实之间的匹配矩阵</a:t>
            </a:r>
            <a:endParaRPr lang="zh-CN" altLang="en-US" sz="1600" dirty="0">
              <a:latin typeface="Times New Roman" panose="02020603050405020304" pitchFamily="18" charset="0"/>
              <a:ea typeface="微软雅黑" panose="020B0503020204020204" charset="-122"/>
            </a:endParaRPr>
          </a:p>
        </p:txBody>
      </p:sp>
      <p:sp>
        <p:nvSpPr>
          <p:cNvPr id="33" name="文本框 32"/>
          <p:cNvSpPr txBox="1"/>
          <p:nvPr/>
        </p:nvSpPr>
        <p:spPr>
          <a:xfrm>
            <a:off x="5239385" y="4333240"/>
            <a:ext cx="6144895" cy="583565"/>
          </a:xfrm>
          <a:prstGeom prst="rect">
            <a:avLst/>
          </a:prstGeom>
          <a:noFill/>
          <a:ln w="19050">
            <a:solidFill>
              <a:schemeClr val="tx1"/>
            </a:solidFill>
            <a:prstDash val="sysDot"/>
          </a:ln>
        </p:spPr>
        <p:txBody>
          <a:bodyPr wrap="square" rtlCol="0">
            <a:spAutoFit/>
          </a:bodyPr>
          <a:lstStyle/>
          <a:p>
            <a:pPr algn="l"/>
            <a:r>
              <a:rPr lang="zh-CN" altLang="en-US" sz="1600" dirty="0">
                <a:latin typeface="Times New Roman" panose="02020603050405020304" pitchFamily="18" charset="0"/>
                <a:ea typeface="微软雅黑" panose="020B0503020204020204" charset="-122"/>
                <a:sym typeface="+mn-ea"/>
              </a:rPr>
              <a:t>在一对一约束下，</a:t>
            </a:r>
            <a:r>
              <a:rPr lang="en-US" altLang="zh-CN" sz="1600" dirty="0">
                <a:latin typeface="Times New Roman" panose="02020603050405020304" pitchFamily="18" charset="0"/>
                <a:ea typeface="微软雅黑" panose="020B0503020204020204" charset="-122"/>
                <a:sym typeface="+mn-ea"/>
              </a:rPr>
              <a:t>BS@K </a:t>
            </a:r>
            <a:r>
              <a:rPr lang="zh-CN" altLang="en-US" sz="1600" dirty="0">
                <a:latin typeface="Times New Roman" panose="02020603050405020304" pitchFamily="18" charset="0"/>
                <a:ea typeface="微软雅黑" panose="020B0503020204020204" charset="-122"/>
                <a:sym typeface="+mn-ea"/>
              </a:rPr>
              <a:t>从所有可行映射中选择整体匹配得分最高的证据组合，使每条检索事实至多匹配一个锚点事实</a:t>
            </a:r>
            <a:endParaRPr lang="zh-CN" altLang="en-US" sz="1600" dirty="0">
              <a:latin typeface="Times New Roman" panose="02020603050405020304" pitchFamily="18" charset="0"/>
              <a:ea typeface="微软雅黑" panose="020B0503020204020204" charset="-122"/>
            </a:endParaRPr>
          </a:p>
        </p:txBody>
      </p:sp>
      <p:sp>
        <p:nvSpPr>
          <p:cNvPr id="34" name="矩形 33"/>
          <p:cNvSpPr/>
          <p:nvPr/>
        </p:nvSpPr>
        <p:spPr>
          <a:xfrm>
            <a:off x="1019810" y="1849755"/>
            <a:ext cx="3744595" cy="2295525"/>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cxnSp>
        <p:nvCxnSpPr>
          <p:cNvPr id="35" name="直接箭头连接符 34"/>
          <p:cNvCxnSpPr/>
          <p:nvPr/>
        </p:nvCxnSpPr>
        <p:spPr>
          <a:xfrm flipV="1">
            <a:off x="4785360" y="2564130"/>
            <a:ext cx="426720" cy="13970"/>
          </a:xfrm>
          <a:prstGeom prst="straightConnector1">
            <a:avLst/>
          </a:prstGeom>
          <a:ln w="15875">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36" name="矩形 35"/>
          <p:cNvSpPr/>
          <p:nvPr/>
        </p:nvSpPr>
        <p:spPr>
          <a:xfrm>
            <a:off x="1124585" y="4432935"/>
            <a:ext cx="3514090" cy="110871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cxnSp>
        <p:nvCxnSpPr>
          <p:cNvPr id="37" name="曲线连接符 36"/>
          <p:cNvCxnSpPr>
            <a:stCxn id="36" idx="3"/>
            <a:endCxn id="32" idx="1"/>
          </p:cNvCxnSpPr>
          <p:nvPr/>
        </p:nvCxnSpPr>
        <p:spPr>
          <a:xfrm flipV="1">
            <a:off x="4638675" y="3799840"/>
            <a:ext cx="599440" cy="1187450"/>
          </a:xfrm>
          <a:prstGeom prst="curvedConnector3">
            <a:avLst>
              <a:gd name="adj1" fmla="val 37182"/>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38" name="矩形 37"/>
          <p:cNvSpPr/>
          <p:nvPr/>
        </p:nvSpPr>
        <p:spPr>
          <a:xfrm>
            <a:off x="1124585" y="5595620"/>
            <a:ext cx="3597275" cy="83058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cxnSp>
        <p:nvCxnSpPr>
          <p:cNvPr id="39" name="曲线连接符 38"/>
          <p:cNvCxnSpPr>
            <a:stCxn id="38" idx="3"/>
          </p:cNvCxnSpPr>
          <p:nvPr/>
        </p:nvCxnSpPr>
        <p:spPr>
          <a:xfrm flipV="1">
            <a:off x="4721860" y="4915535"/>
            <a:ext cx="497205" cy="1095375"/>
          </a:xfrm>
          <a:prstGeom prst="curvedConnector2">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377632" y="207136"/>
            <a:ext cx="3690211" cy="521970"/>
          </a:xfrm>
          <a:prstGeom prst="rect">
            <a:avLst/>
          </a:prstGeom>
          <a:noFill/>
        </p:spPr>
        <p:txBody>
          <a:bodyPr wrap="square" rtlCol="0">
            <a:spAutoFit/>
          </a:bodyPr>
          <a:lstStyle/>
          <a:p>
            <a:r>
              <a:rPr lang="zh-CN" altLang="en-US" sz="2800" b="1" spc="120">
                <a:latin typeface="+mj-ea"/>
                <a:ea typeface="+mj-ea"/>
              </a:rPr>
              <a:t>数据集</a:t>
            </a:r>
            <a:r>
              <a:rPr lang="zh-CN" altLang="en-US" sz="2800" b="1" spc="120">
                <a:latin typeface="+mj-ea"/>
                <a:ea typeface="+mj-ea"/>
              </a:rPr>
              <a:t>统计</a:t>
            </a:r>
            <a:endParaRPr lang="zh-CN" altLang="en-US" sz="2800" b="1" spc="120">
              <a:latin typeface="+mj-ea"/>
              <a:ea typeface="+mj-ea"/>
            </a:endParaRPr>
          </a:p>
        </p:txBody>
      </p:sp>
      <p:grpSp>
        <p:nvGrpSpPr>
          <p:cNvPr id="12" name="组合 11"/>
          <p:cNvGrpSpPr/>
          <p:nvPr/>
        </p:nvGrpSpPr>
        <p:grpSpPr>
          <a:xfrm>
            <a:off x="660400" y="6421869"/>
            <a:ext cx="2189816" cy="234085"/>
            <a:chOff x="1044148" y="5205146"/>
            <a:chExt cx="2189816" cy="234085"/>
          </a:xfrm>
        </p:grpSpPr>
        <p:sp>
          <p:nvSpPr>
            <p:cNvPr id="14" name="任意多边形: 形状 13"/>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16" name="任意多边形: 形状 15"/>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0">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18" name="组合 17"/>
          <p:cNvGrpSpPr/>
          <p:nvPr/>
        </p:nvGrpSpPr>
        <p:grpSpPr>
          <a:xfrm>
            <a:off x="10275782" y="6410111"/>
            <a:ext cx="1243118" cy="245843"/>
            <a:chOff x="10275782" y="188913"/>
            <a:chExt cx="1243118" cy="245843"/>
          </a:xfrm>
        </p:grpSpPr>
        <p:pic>
          <p:nvPicPr>
            <p:cNvPr id="20" name="图形 19"/>
            <p:cNvPicPr>
              <a:picLocks noChangeAspect="1"/>
            </p:cNvPicPr>
            <p:nvPr userDrawn="1"/>
          </p:nvPicPr>
          <p:blipFill>
            <a:blip r:embed="rId1">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23" name="图形 22"/>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sp>
        <p:nvSpPr>
          <p:cNvPr id="2" name="椭圆 1"/>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91402" y="237914"/>
            <a:ext cx="521970" cy="460375"/>
          </a:xfrm>
          <a:prstGeom prst="rect">
            <a:avLst/>
          </a:prstGeom>
          <a:noFill/>
        </p:spPr>
        <p:txBody>
          <a:bodyPr wrap="none" rtlCol="0">
            <a:spAutoFit/>
          </a:bodyPr>
          <a:lstStyle/>
          <a:p>
            <a:r>
              <a:rPr lang="en-US" altLang="zh-CN" sz="2400" b="1">
                <a:solidFill>
                  <a:schemeClr val="bg1"/>
                </a:solidFill>
              </a:rPr>
              <a:t>02</a:t>
            </a:r>
            <a:endParaRPr lang="zh-CN" altLang="en-US" sz="2400" b="1">
              <a:solidFill>
                <a:schemeClr val="bg1"/>
              </a:solidFill>
            </a:endParaRPr>
          </a:p>
        </p:txBody>
      </p:sp>
      <p:sp>
        <p:nvSpPr>
          <p:cNvPr id="5" name="矩形 4"/>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pic>
        <p:nvPicPr>
          <p:cNvPr id="6" name="图片 5"/>
          <p:cNvPicPr>
            <a:picLocks noChangeAspect="1"/>
          </p:cNvPicPr>
          <p:nvPr/>
        </p:nvPicPr>
        <p:blipFill>
          <a:blip r:embed="rId5"/>
          <a:stretch>
            <a:fillRect/>
          </a:stretch>
        </p:blipFill>
        <p:spPr>
          <a:xfrm>
            <a:off x="1044575" y="930275"/>
            <a:ext cx="10014585" cy="3101340"/>
          </a:xfrm>
          <a:prstGeom prst="rect">
            <a:avLst/>
          </a:prstGeom>
        </p:spPr>
      </p:pic>
      <p:sp>
        <p:nvSpPr>
          <p:cNvPr id="10" name="文本框 9"/>
          <p:cNvSpPr txBox="1"/>
          <p:nvPr/>
        </p:nvSpPr>
        <p:spPr>
          <a:xfrm>
            <a:off x="1109980" y="4392930"/>
            <a:ext cx="6586855" cy="922020"/>
          </a:xfrm>
          <a:prstGeom prst="rect">
            <a:avLst/>
          </a:prstGeom>
          <a:noFill/>
        </p:spPr>
        <p:txBody>
          <a:bodyPr wrap="square" rtlCol="0">
            <a:spAutoFit/>
          </a:bodyPr>
          <a:lstStyle/>
          <a:p>
            <a:pPr marL="285750" indent="-285750" algn="l" fontAlgn="auto">
              <a:lnSpc>
                <a:spcPct val="150000"/>
              </a:lnSpc>
              <a:buFont typeface="Arial" panose="020B0604020202020204" pitchFamily="34" charset="0"/>
              <a:buChar char="•"/>
            </a:pPr>
            <a:r>
              <a:rPr lang="en-US" altLang="zh-CN" sz="1200" dirty="0">
                <a:latin typeface="微软雅黑" panose="020B0503020204020204" charset="-122"/>
                <a:ea typeface="微软雅黑" panose="020B0503020204020204" charset="-122"/>
                <a:cs typeface="微软雅黑" panose="020B0503020204020204" charset="-122"/>
              </a:rPr>
              <a:t>ICEWS：</a:t>
            </a:r>
            <a:r>
              <a:rPr lang="zh-CN" altLang="en-US" sz="1200" dirty="0">
                <a:latin typeface="微软雅黑" panose="020B0503020204020204" charset="-122"/>
                <a:ea typeface="微软雅黑" panose="020B0503020204020204" charset="-122"/>
                <a:cs typeface="微软雅黑" panose="020B0503020204020204" charset="-122"/>
              </a:rPr>
              <a:t>密集的替代证据空间</a:t>
            </a:r>
            <a:endParaRPr lang="zh-CN" altLang="en-US" sz="1200" dirty="0">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cs typeface="微软雅黑" panose="020B0503020204020204" charset="-122"/>
              </a:rPr>
              <a:t>48,122 个样本，聚焦日级政治交互。</a:t>
            </a:r>
            <a:endParaRPr lang="zh-CN" altLang="en-US" sz="1200" dirty="0">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cs typeface="微软雅黑" panose="020B0503020204020204" charset="-122"/>
              </a:rPr>
              <a:t>从简单到复杂问题，平均可替代事实由 30.28 增至 45.77，体现密集事件邻域中的证据歧义。</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1753870" y="3993515"/>
            <a:ext cx="9558020" cy="414020"/>
          </a:xfrm>
          <a:prstGeom prst="rect">
            <a:avLst/>
          </a:prstGeom>
          <a:noFill/>
        </p:spPr>
        <p:txBody>
          <a:bodyPr wrap="square" rtlCol="0">
            <a:spAutoFit/>
          </a:bodyPr>
          <a:lstStyle/>
          <a:p>
            <a:pPr indent="0" algn="l" fontAlgn="auto">
              <a:lnSpc>
                <a:spcPct val="150000"/>
              </a:lnSpc>
              <a:buFont typeface="Arial" panose="020B0604020202020204" pitchFamily="34" charset="0"/>
              <a:buNone/>
            </a:pPr>
            <a:r>
              <a:rPr lang="zh-CN" altLang="en-US" sz="1400" dirty="0">
                <a:latin typeface="微软雅黑" panose="020B0503020204020204" charset="-122"/>
                <a:ea typeface="微软雅黑" panose="020B0503020204020204" charset="-122"/>
                <a:cs typeface="微软雅黑" panose="020B0503020204020204" charset="-122"/>
              </a:rPr>
              <a:t>基于 </a:t>
            </a:r>
            <a:r>
              <a:rPr lang="en-US" altLang="zh-CN" sz="1400" dirty="0">
                <a:latin typeface="微软雅黑" panose="020B0503020204020204" charset="-122"/>
                <a:ea typeface="微软雅黑" panose="020B0503020204020204" charset="-122"/>
                <a:cs typeface="微软雅黑" panose="020B0503020204020204" charset="-122"/>
              </a:rPr>
              <a:t>ICEWS </a:t>
            </a:r>
            <a:r>
              <a:rPr lang="zh-CN" altLang="en-US" sz="1400" dirty="0">
                <a:latin typeface="微软雅黑" panose="020B0503020204020204" charset="-122"/>
                <a:ea typeface="微软雅黑" panose="020B0503020204020204" charset="-122"/>
                <a:cs typeface="微软雅黑" panose="020B0503020204020204" charset="-122"/>
              </a:rPr>
              <a:t>与 </a:t>
            </a:r>
            <a:r>
              <a:rPr lang="en-US" altLang="zh-CN" sz="1400" dirty="0">
                <a:latin typeface="微软雅黑" panose="020B0503020204020204" charset="-122"/>
                <a:ea typeface="微软雅黑" panose="020B0503020204020204" charset="-122"/>
                <a:cs typeface="微软雅黑" panose="020B0503020204020204" charset="-122"/>
              </a:rPr>
              <a:t>CronQuestions </a:t>
            </a:r>
            <a:r>
              <a:rPr lang="zh-CN" altLang="en-US" sz="1400" dirty="0">
                <a:latin typeface="微软雅黑" panose="020B0503020204020204" charset="-122"/>
                <a:ea typeface="微软雅黑" panose="020B0503020204020204" charset="-122"/>
                <a:cs typeface="微软雅黑" panose="020B0503020204020204" charset="-122"/>
              </a:rPr>
              <a:t>构建，共包含 </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rPr>
              <a:t>375,169 </a:t>
            </a:r>
            <a:r>
              <a:rPr lang="zh-CN" altLang="en-US" sz="1400" dirty="0">
                <a:latin typeface="微软雅黑" panose="020B0503020204020204" charset="-122"/>
                <a:ea typeface="微软雅黑" panose="020B0503020204020204" charset="-122"/>
                <a:cs typeface="微软雅黑" panose="020B0503020204020204" charset="-122"/>
              </a:rPr>
              <a:t>个问答样本，覆盖日级政治事件与年级多领域知识。</a:t>
            </a:r>
            <a:endParaRPr lang="zh-CN" altLang="en-US" sz="1400" dirty="0">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1113155" y="5368290"/>
            <a:ext cx="7348220" cy="922020"/>
          </a:xfrm>
          <a:prstGeom prst="rect">
            <a:avLst/>
          </a:prstGeom>
          <a:noFill/>
        </p:spPr>
        <p:txBody>
          <a:bodyPr wrap="square" rtlCol="0">
            <a:spAutoFit/>
          </a:bodyPr>
          <a:lstStyle/>
          <a:p>
            <a:pPr marL="285750" indent="-285750" algn="l" fontAlgn="auto">
              <a:lnSpc>
                <a:spcPct val="150000"/>
              </a:lnSpc>
              <a:buFont typeface="Arial" panose="020B0604020202020204" pitchFamily="34" charset="0"/>
              <a:buChar char="•"/>
            </a:pPr>
            <a:r>
              <a:rPr lang="en-US" altLang="zh-CN" sz="1200" dirty="0">
                <a:latin typeface="微软雅黑" panose="020B0503020204020204" charset="-122"/>
                <a:ea typeface="微软雅黑" panose="020B0503020204020204" charset="-122"/>
                <a:cs typeface="微软雅黑" panose="020B0503020204020204" charset="-122"/>
              </a:rPr>
              <a:t>CronQuestions：</a:t>
            </a:r>
            <a:r>
              <a:rPr lang="zh-CN" altLang="en-US" sz="1200" dirty="0">
                <a:latin typeface="微软雅黑" panose="020B0503020204020204" charset="-122"/>
                <a:ea typeface="微软雅黑" panose="020B0503020204020204" charset="-122"/>
                <a:cs typeface="微软雅黑" panose="020B0503020204020204" charset="-122"/>
              </a:rPr>
              <a:t>复杂问题需要更多</a:t>
            </a:r>
            <a:r>
              <a:rPr lang="zh-CN" altLang="en-US" sz="1200" dirty="0">
                <a:latin typeface="微软雅黑" panose="020B0503020204020204" charset="-122"/>
                <a:ea typeface="微软雅黑" panose="020B0503020204020204" charset="-122"/>
                <a:cs typeface="微软雅黑" panose="020B0503020204020204" charset="-122"/>
              </a:rPr>
              <a:t>候选事实共同支持</a:t>
            </a:r>
            <a:endParaRPr lang="zh-CN" altLang="en-US" sz="1200" dirty="0">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cs typeface="微软雅黑" panose="020B0503020204020204" charset="-122"/>
              </a:rPr>
              <a:t>327,047 个样本，覆盖多领域年级时序知识。</a:t>
            </a:r>
            <a:endParaRPr lang="zh-CN" altLang="en-US" sz="1200" dirty="0">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cs typeface="微软雅黑" panose="020B0503020204020204" charset="-122"/>
              </a:rPr>
              <a:t>从简单到复杂问题，平均锚点事实由 1.00 增至 22.69，复杂问题主要体现支持证据规模的增长。</a:t>
            </a:r>
            <a:endParaRPr lang="zh-CN" altLang="en-US" sz="12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377632" y="207136"/>
            <a:ext cx="3690211" cy="521970"/>
          </a:xfrm>
          <a:prstGeom prst="rect">
            <a:avLst/>
          </a:prstGeom>
          <a:noFill/>
        </p:spPr>
        <p:txBody>
          <a:bodyPr wrap="square" rtlCol="0">
            <a:spAutoFit/>
          </a:bodyPr>
          <a:lstStyle/>
          <a:p>
            <a:r>
              <a:rPr lang="zh-CN" altLang="en-US" sz="2800" b="1" spc="120">
                <a:latin typeface="+mj-ea"/>
                <a:ea typeface="+mj-ea"/>
              </a:rPr>
              <a:t>实验</a:t>
            </a:r>
            <a:endParaRPr lang="zh-CN" altLang="en-US" sz="2800" b="1" spc="120">
              <a:latin typeface="+mj-ea"/>
              <a:ea typeface="+mj-ea"/>
            </a:endParaRPr>
          </a:p>
        </p:txBody>
      </p:sp>
      <p:grpSp>
        <p:nvGrpSpPr>
          <p:cNvPr id="12" name="组合 11"/>
          <p:cNvGrpSpPr/>
          <p:nvPr/>
        </p:nvGrpSpPr>
        <p:grpSpPr>
          <a:xfrm>
            <a:off x="660400" y="6421869"/>
            <a:ext cx="2189816" cy="234085"/>
            <a:chOff x="1044148" y="5205146"/>
            <a:chExt cx="2189816" cy="234085"/>
          </a:xfrm>
        </p:grpSpPr>
        <p:sp>
          <p:nvSpPr>
            <p:cNvPr id="14" name="任意多边形: 形状 13"/>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16" name="任意多边形: 形状 15"/>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0">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18" name="组合 17"/>
          <p:cNvGrpSpPr/>
          <p:nvPr/>
        </p:nvGrpSpPr>
        <p:grpSpPr>
          <a:xfrm>
            <a:off x="9955742" y="6410111"/>
            <a:ext cx="1243118" cy="245843"/>
            <a:chOff x="10275782" y="188913"/>
            <a:chExt cx="1243118" cy="245843"/>
          </a:xfrm>
        </p:grpSpPr>
        <p:pic>
          <p:nvPicPr>
            <p:cNvPr id="20" name="图形 19"/>
            <p:cNvPicPr>
              <a:picLocks noChangeAspect="1"/>
            </p:cNvPicPr>
            <p:nvPr userDrawn="1"/>
          </p:nvPicPr>
          <p:blipFill>
            <a:blip r:embed="rId1">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23" name="图形 22"/>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sp>
        <p:nvSpPr>
          <p:cNvPr id="2" name="椭圆 1"/>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91402" y="237914"/>
            <a:ext cx="521970" cy="460375"/>
          </a:xfrm>
          <a:prstGeom prst="rect">
            <a:avLst/>
          </a:prstGeom>
          <a:noFill/>
        </p:spPr>
        <p:txBody>
          <a:bodyPr wrap="none" rtlCol="0">
            <a:spAutoFit/>
          </a:bodyPr>
          <a:lstStyle/>
          <a:p>
            <a:r>
              <a:rPr lang="en-US" altLang="zh-CN" sz="2400" b="1">
                <a:solidFill>
                  <a:schemeClr val="bg1"/>
                </a:solidFill>
              </a:rPr>
              <a:t>02</a:t>
            </a:r>
            <a:endParaRPr lang="zh-CN" altLang="en-US" sz="2400" b="1">
              <a:solidFill>
                <a:schemeClr val="bg1"/>
              </a:solidFill>
            </a:endParaRPr>
          </a:p>
        </p:txBody>
      </p:sp>
      <p:sp>
        <p:nvSpPr>
          <p:cNvPr id="5" name="矩形 4"/>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pic>
        <p:nvPicPr>
          <p:cNvPr id="7" name="图片 6"/>
          <p:cNvPicPr>
            <a:picLocks noChangeAspect="1"/>
          </p:cNvPicPr>
          <p:nvPr/>
        </p:nvPicPr>
        <p:blipFill>
          <a:blip r:embed="rId5"/>
          <a:stretch>
            <a:fillRect/>
          </a:stretch>
        </p:blipFill>
        <p:spPr>
          <a:xfrm>
            <a:off x="68580" y="949325"/>
            <a:ext cx="4107180" cy="2538095"/>
          </a:xfrm>
          <a:prstGeom prst="rect">
            <a:avLst/>
          </a:prstGeom>
        </p:spPr>
      </p:pic>
      <p:pic>
        <p:nvPicPr>
          <p:cNvPr id="8" name="图片 7"/>
          <p:cNvPicPr>
            <a:picLocks noChangeAspect="1"/>
          </p:cNvPicPr>
          <p:nvPr/>
        </p:nvPicPr>
        <p:blipFill>
          <a:blip r:embed="rId6"/>
          <a:stretch>
            <a:fillRect/>
          </a:stretch>
        </p:blipFill>
        <p:spPr>
          <a:xfrm>
            <a:off x="4279900" y="949325"/>
            <a:ext cx="4686935" cy="3021330"/>
          </a:xfrm>
          <a:prstGeom prst="rect">
            <a:avLst/>
          </a:prstGeom>
        </p:spPr>
      </p:pic>
      <p:pic>
        <p:nvPicPr>
          <p:cNvPr id="11" name="图片 10"/>
          <p:cNvPicPr>
            <a:picLocks noChangeAspect="1"/>
          </p:cNvPicPr>
          <p:nvPr/>
        </p:nvPicPr>
        <p:blipFill>
          <a:blip r:embed="rId7"/>
          <a:stretch>
            <a:fillRect/>
          </a:stretch>
        </p:blipFill>
        <p:spPr>
          <a:xfrm>
            <a:off x="312420" y="4022725"/>
            <a:ext cx="8730615" cy="2527300"/>
          </a:xfrm>
          <a:prstGeom prst="rect">
            <a:avLst/>
          </a:prstGeom>
        </p:spPr>
      </p:pic>
      <p:pic>
        <p:nvPicPr>
          <p:cNvPr id="15" name="图片 14"/>
          <p:cNvPicPr>
            <a:picLocks noChangeAspect="1"/>
          </p:cNvPicPr>
          <p:nvPr/>
        </p:nvPicPr>
        <p:blipFill>
          <a:blip r:embed="rId8"/>
          <a:stretch>
            <a:fillRect/>
          </a:stretch>
        </p:blipFill>
        <p:spPr>
          <a:xfrm>
            <a:off x="8928735" y="1737360"/>
            <a:ext cx="3249295" cy="233235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6"/>
          <p:cNvSpPr/>
          <p:nvPr/>
        </p:nvSpPr>
        <p:spPr>
          <a:xfrm flipV="1">
            <a:off x="0" y="0"/>
            <a:ext cx="7344697" cy="6858001"/>
          </a:xfrm>
          <a:custGeom>
            <a:avLst/>
            <a:gdLst>
              <a:gd name="connsiteX0" fmla="*/ 0 w 7344697"/>
              <a:gd name="connsiteY0" fmla="*/ 0 h 6858001"/>
              <a:gd name="connsiteX1" fmla="*/ 4847130 w 7344697"/>
              <a:gd name="connsiteY1" fmla="*/ 0 h 6858001"/>
              <a:gd name="connsiteX2" fmla="*/ 7344697 w 7344697"/>
              <a:gd name="connsiteY2" fmla="*/ 6858001 h 6858001"/>
              <a:gd name="connsiteX3" fmla="*/ 0 w 7344697"/>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7344697" h="6858001">
                <a:moveTo>
                  <a:pt x="0" y="0"/>
                </a:moveTo>
                <a:lnTo>
                  <a:pt x="4847130" y="0"/>
                </a:lnTo>
                <a:lnTo>
                  <a:pt x="7344697" y="6858001"/>
                </a:lnTo>
                <a:lnTo>
                  <a:pt x="0" y="685800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8" name="任意多边形: 形状 7"/>
          <p:cNvSpPr/>
          <p:nvPr/>
        </p:nvSpPr>
        <p:spPr>
          <a:xfrm flipH="1">
            <a:off x="4847303" y="1"/>
            <a:ext cx="7344697" cy="6858001"/>
          </a:xfrm>
          <a:custGeom>
            <a:avLst/>
            <a:gdLst>
              <a:gd name="connsiteX0" fmla="*/ 0 w 7344697"/>
              <a:gd name="connsiteY0" fmla="*/ 0 h 6858001"/>
              <a:gd name="connsiteX1" fmla="*/ 4847130 w 7344697"/>
              <a:gd name="connsiteY1" fmla="*/ 0 h 6858001"/>
              <a:gd name="connsiteX2" fmla="*/ 7344697 w 7344697"/>
              <a:gd name="connsiteY2" fmla="*/ 6858001 h 6858001"/>
              <a:gd name="connsiteX3" fmla="*/ 0 w 7344697"/>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7344697" h="6858001">
                <a:moveTo>
                  <a:pt x="0" y="0"/>
                </a:moveTo>
                <a:lnTo>
                  <a:pt x="4847130" y="0"/>
                </a:lnTo>
                <a:lnTo>
                  <a:pt x="7344697" y="6858001"/>
                </a:lnTo>
                <a:lnTo>
                  <a:pt x="0" y="6858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9" name="矩形 8"/>
          <p:cNvSpPr/>
          <p:nvPr/>
        </p:nvSpPr>
        <p:spPr>
          <a:xfrm>
            <a:off x="342900" y="247650"/>
            <a:ext cx="11506200" cy="636270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pic>
        <p:nvPicPr>
          <p:cNvPr id="5" name="图形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33850" y="855353"/>
            <a:ext cx="3924300" cy="5147294"/>
          </a:xfrm>
          <a:prstGeom prst="rect">
            <a:avLst/>
          </a:prstGeom>
        </p:spPr>
      </p:pic>
      <p:sp>
        <p:nvSpPr>
          <p:cNvPr id="41" name="任意多边形: 形状 40"/>
          <p:cNvSpPr/>
          <p:nvPr/>
        </p:nvSpPr>
        <p:spPr>
          <a:xfrm>
            <a:off x="2819400" y="1627512"/>
            <a:ext cx="6553200" cy="2726268"/>
          </a:xfrm>
          <a:custGeom>
            <a:avLst/>
            <a:gdLst>
              <a:gd name="connsiteX0" fmla="*/ 6457235 w 6553200"/>
              <a:gd name="connsiteY0" fmla="*/ 2144714 h 2726268"/>
              <a:gd name="connsiteX1" fmla="*/ 6553200 w 6553200"/>
              <a:gd name="connsiteY1" fmla="*/ 2144714 h 2726268"/>
              <a:gd name="connsiteX2" fmla="*/ 6553200 w 6553200"/>
              <a:gd name="connsiteY2" fmla="*/ 2726268 h 2726268"/>
              <a:gd name="connsiteX3" fmla="*/ 3422889 w 6553200"/>
              <a:gd name="connsiteY3" fmla="*/ 2726268 h 2726268"/>
              <a:gd name="connsiteX4" fmla="*/ 3367230 w 6553200"/>
              <a:gd name="connsiteY4" fmla="*/ 2630303 h 2726268"/>
              <a:gd name="connsiteX5" fmla="*/ 6457235 w 6553200"/>
              <a:gd name="connsiteY5" fmla="*/ 2630303 h 2726268"/>
              <a:gd name="connsiteX6" fmla="*/ 0 w 6553200"/>
              <a:gd name="connsiteY6" fmla="*/ 2144714 h 2726268"/>
              <a:gd name="connsiteX7" fmla="*/ 95965 w 6553200"/>
              <a:gd name="connsiteY7" fmla="*/ 2144714 h 2726268"/>
              <a:gd name="connsiteX8" fmla="*/ 95965 w 6553200"/>
              <a:gd name="connsiteY8" fmla="*/ 2630303 h 2726268"/>
              <a:gd name="connsiteX9" fmla="*/ 3185973 w 6553200"/>
              <a:gd name="connsiteY9" fmla="*/ 2630303 h 2726268"/>
              <a:gd name="connsiteX10" fmla="*/ 3130313 w 6553200"/>
              <a:gd name="connsiteY10" fmla="*/ 2726268 h 2726268"/>
              <a:gd name="connsiteX11" fmla="*/ 0 w 6553200"/>
              <a:gd name="connsiteY11" fmla="*/ 2726268 h 2726268"/>
              <a:gd name="connsiteX12" fmla="*/ 3424270 w 6553200"/>
              <a:gd name="connsiteY12" fmla="*/ 0 h 2726268"/>
              <a:gd name="connsiteX13" fmla="*/ 6553200 w 6553200"/>
              <a:gd name="connsiteY13" fmla="*/ 0 h 2726268"/>
              <a:gd name="connsiteX14" fmla="*/ 6553200 w 6553200"/>
              <a:gd name="connsiteY14" fmla="*/ 581554 h 2726268"/>
              <a:gd name="connsiteX15" fmla="*/ 6457235 w 6553200"/>
              <a:gd name="connsiteY15" fmla="*/ 581554 h 2726268"/>
              <a:gd name="connsiteX16" fmla="*/ 6457235 w 6553200"/>
              <a:gd name="connsiteY16" fmla="*/ 95965 h 2726268"/>
              <a:gd name="connsiteX17" fmla="*/ 3368610 w 6553200"/>
              <a:gd name="connsiteY17" fmla="*/ 95965 h 2726268"/>
              <a:gd name="connsiteX18" fmla="*/ 0 w 6553200"/>
              <a:gd name="connsiteY18" fmla="*/ 0 h 2726268"/>
              <a:gd name="connsiteX19" fmla="*/ 3128933 w 6553200"/>
              <a:gd name="connsiteY19" fmla="*/ 0 h 2726268"/>
              <a:gd name="connsiteX20" fmla="*/ 3184592 w 6553200"/>
              <a:gd name="connsiteY20" fmla="*/ 95965 h 2726268"/>
              <a:gd name="connsiteX21" fmla="*/ 95965 w 6553200"/>
              <a:gd name="connsiteY21" fmla="*/ 95965 h 2726268"/>
              <a:gd name="connsiteX22" fmla="*/ 95965 w 6553200"/>
              <a:gd name="connsiteY22" fmla="*/ 581554 h 2726268"/>
              <a:gd name="connsiteX23" fmla="*/ 0 w 6553200"/>
              <a:gd name="connsiteY23" fmla="*/ 581554 h 272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553200" h="2726268">
                <a:moveTo>
                  <a:pt x="6457235" y="2144714"/>
                </a:moveTo>
                <a:lnTo>
                  <a:pt x="6553200" y="2144714"/>
                </a:lnTo>
                <a:lnTo>
                  <a:pt x="6553200" y="2726268"/>
                </a:lnTo>
                <a:lnTo>
                  <a:pt x="3422889" y="2726268"/>
                </a:lnTo>
                <a:lnTo>
                  <a:pt x="3367230" y="2630303"/>
                </a:lnTo>
                <a:lnTo>
                  <a:pt x="6457235" y="2630303"/>
                </a:lnTo>
                <a:close/>
                <a:moveTo>
                  <a:pt x="0" y="2144714"/>
                </a:moveTo>
                <a:lnTo>
                  <a:pt x="95965" y="2144714"/>
                </a:lnTo>
                <a:lnTo>
                  <a:pt x="95965" y="2630303"/>
                </a:lnTo>
                <a:lnTo>
                  <a:pt x="3185973" y="2630303"/>
                </a:lnTo>
                <a:lnTo>
                  <a:pt x="3130313" y="2726268"/>
                </a:lnTo>
                <a:lnTo>
                  <a:pt x="0" y="2726268"/>
                </a:lnTo>
                <a:close/>
                <a:moveTo>
                  <a:pt x="3424270" y="0"/>
                </a:moveTo>
                <a:lnTo>
                  <a:pt x="6553200" y="0"/>
                </a:lnTo>
                <a:lnTo>
                  <a:pt x="6553200" y="581554"/>
                </a:lnTo>
                <a:lnTo>
                  <a:pt x="6457235" y="581554"/>
                </a:lnTo>
                <a:lnTo>
                  <a:pt x="6457235" y="95965"/>
                </a:lnTo>
                <a:lnTo>
                  <a:pt x="3368610" y="95965"/>
                </a:lnTo>
                <a:close/>
                <a:moveTo>
                  <a:pt x="0" y="0"/>
                </a:moveTo>
                <a:lnTo>
                  <a:pt x="3128933" y="0"/>
                </a:lnTo>
                <a:lnTo>
                  <a:pt x="3184592" y="95965"/>
                </a:lnTo>
                <a:lnTo>
                  <a:pt x="95965" y="95965"/>
                </a:lnTo>
                <a:lnTo>
                  <a:pt x="95965" y="581554"/>
                </a:lnTo>
                <a:lnTo>
                  <a:pt x="0" y="5815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mj-ea"/>
              <a:ea typeface="+mj-ea"/>
            </a:endParaRPr>
          </a:p>
        </p:txBody>
      </p:sp>
      <p:sp>
        <p:nvSpPr>
          <p:cNvPr id="31" name="文本框 30"/>
          <p:cNvSpPr txBox="1"/>
          <p:nvPr/>
        </p:nvSpPr>
        <p:spPr>
          <a:xfrm>
            <a:off x="1368425" y="2316480"/>
            <a:ext cx="9657715" cy="1322070"/>
          </a:xfrm>
          <a:prstGeom prst="rect">
            <a:avLst/>
          </a:prstGeom>
          <a:noFill/>
        </p:spPr>
        <p:txBody>
          <a:bodyPr wrap="square" rtlCol="0">
            <a:spAutoFit/>
          </a:bodyPr>
          <a:lstStyle/>
          <a:p>
            <a:pPr algn="l"/>
            <a:r>
              <a:rPr lang="en-US" altLang="zh-CN" sz="4000" b="1">
                <a:solidFill>
                  <a:schemeClr val="accent1"/>
                </a:solidFill>
                <a:latin typeface="+mj-ea"/>
                <a:ea typeface="+mj-ea"/>
              </a:rPr>
              <a:t>HiEQR: Hierarchical Evidence Quality      Reasoning for Temporal Knowledge</a:t>
            </a:r>
            <a:endParaRPr lang="en-US" altLang="zh-CN" sz="4000" b="1">
              <a:solidFill>
                <a:schemeClr val="accent1"/>
              </a:solidFill>
              <a:latin typeface="+mj-ea"/>
              <a:ea typeface="+mj-ea"/>
            </a:endParaRPr>
          </a:p>
        </p:txBody>
      </p:sp>
      <p:sp>
        <p:nvSpPr>
          <p:cNvPr id="39" name="等腰三角形 38"/>
          <p:cNvSpPr/>
          <p:nvPr/>
        </p:nvSpPr>
        <p:spPr>
          <a:xfrm flipV="1">
            <a:off x="5986928" y="1581272"/>
            <a:ext cx="218146" cy="18805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42" name="等腰三角形 41"/>
          <p:cNvSpPr/>
          <p:nvPr/>
        </p:nvSpPr>
        <p:spPr>
          <a:xfrm>
            <a:off x="5986928" y="4211961"/>
            <a:ext cx="218146" cy="18805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grpSp>
        <p:nvGrpSpPr>
          <p:cNvPr id="46" name="组合 45"/>
          <p:cNvGrpSpPr/>
          <p:nvPr/>
        </p:nvGrpSpPr>
        <p:grpSpPr>
          <a:xfrm>
            <a:off x="660400" y="6201685"/>
            <a:ext cx="2189816" cy="234085"/>
            <a:chOff x="1044148" y="5205146"/>
            <a:chExt cx="2189816" cy="234085"/>
          </a:xfrm>
        </p:grpSpPr>
        <p:sp>
          <p:nvSpPr>
            <p:cNvPr id="47" name="任意多边形: 形状 46"/>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48" name="任意多边形: 形状 47"/>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0">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49" name="组合 48"/>
          <p:cNvGrpSpPr/>
          <p:nvPr/>
        </p:nvGrpSpPr>
        <p:grpSpPr>
          <a:xfrm>
            <a:off x="10275782" y="6189927"/>
            <a:ext cx="1243118" cy="245843"/>
            <a:chOff x="10275782" y="188913"/>
            <a:chExt cx="1243118" cy="245843"/>
          </a:xfrm>
        </p:grpSpPr>
        <p:pic>
          <p:nvPicPr>
            <p:cNvPr id="50" name="图形 49"/>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555917" y="205185"/>
              <a:ext cx="962983" cy="216478"/>
            </a:xfrm>
            <a:prstGeom prst="rect">
              <a:avLst/>
            </a:prstGeom>
          </p:spPr>
        </p:pic>
        <p:pic>
          <p:nvPicPr>
            <p:cNvPr id="51" name="图形 50"/>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275782" y="188913"/>
              <a:ext cx="187431" cy="245843"/>
            </a:xfrm>
            <a:prstGeom prst="rect">
              <a:avLst/>
            </a:prstGeom>
          </p:spPr>
        </p:pic>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研究工作</a:t>
            </a:r>
            <a:r>
              <a:rPr lang="en-US" altLang="zh-CN" sz="2800" b="1" spc="120" dirty="0">
                <a:solidFill>
                  <a:schemeClr val="accent2">
                    <a:lumMod val="50000"/>
                  </a:schemeClr>
                </a:solidFill>
                <a:latin typeface="+mj-ea"/>
                <a:ea typeface="+mj-ea"/>
              </a:rPr>
              <a:t>2</a:t>
            </a:r>
            <a:endParaRPr lang="en-US" altLang="zh-CN" sz="2800" b="1" spc="120" dirty="0">
              <a:solidFill>
                <a:schemeClr val="accent2">
                  <a:lumMod val="50000"/>
                </a:schemeClr>
              </a:solidFill>
              <a:latin typeface="+mj-ea"/>
              <a:ea typeface="+mj-ea"/>
            </a:endParaRPr>
          </a:p>
        </p:txBody>
      </p:sp>
      <p:grpSp>
        <p:nvGrpSpPr>
          <p:cNvPr id="19" name="组合 18"/>
          <p:cNvGrpSpPr/>
          <p:nvPr>
            <p:custDataLst>
              <p:tags r:id="rId1"/>
            </p:custDataLst>
          </p:nvPr>
        </p:nvGrpSpPr>
        <p:grpSpPr>
          <a:xfrm>
            <a:off x="660400" y="6421869"/>
            <a:ext cx="2189816" cy="234085"/>
            <a:chOff x="1044148" y="5205146"/>
            <a:chExt cx="2189816" cy="234085"/>
          </a:xfrm>
        </p:grpSpPr>
        <p:sp>
          <p:nvSpPr>
            <p:cNvPr id="20" name="任意多边形: 形状 19"/>
            <p:cNvSpPr/>
            <p:nvPr userDrawn="1">
              <p:custDataLst>
                <p:tags r:id="rId2"/>
              </p:custDataLst>
            </p:nvPr>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21" name="任意多边形: 形状 20"/>
            <p:cNvSpPr/>
            <p:nvPr userDrawn="1">
              <p:custDataLst>
                <p:tags r:id="rId3"/>
              </p:custDataLst>
            </p:nvPr>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22" name="组合 21"/>
          <p:cNvGrpSpPr/>
          <p:nvPr>
            <p:custDataLst>
              <p:tags r:id="rId4"/>
            </p:custDataLst>
          </p:nvPr>
        </p:nvGrpSpPr>
        <p:grpSpPr>
          <a:xfrm>
            <a:off x="10275782" y="6410111"/>
            <a:ext cx="1243118" cy="245843"/>
            <a:chOff x="10275782" y="188913"/>
            <a:chExt cx="1243118" cy="245843"/>
          </a:xfrm>
        </p:grpSpPr>
        <p:pic>
          <p:nvPicPr>
            <p:cNvPr id="23" name="图形 22"/>
            <p:cNvPicPr>
              <a:picLocks noChangeAspect="1"/>
            </p:cNvPicPr>
            <p:nvPr userDrawn="1">
              <p:custDataLst>
                <p:tags r:id="rId5"/>
              </p:custDataLst>
            </p:nvPr>
          </p:nvPicPr>
          <p:blipFill>
            <a:blip r:embed="rId6" cstate="email">
              <a:extLst>
                <a:ext uri="{96DAC541-7B7A-43D3-8B79-37D633B846F1}">
                  <asvg:svgBlip xmlns:asvg="http://schemas.microsoft.com/office/drawing/2016/SVG/main" r:embed="rId7"/>
                </a:ext>
              </a:extLst>
            </a:blip>
            <a:stretch>
              <a:fillRect/>
            </a:stretch>
          </p:blipFill>
          <p:spPr>
            <a:xfrm>
              <a:off x="10555917" y="205185"/>
              <a:ext cx="962983" cy="216478"/>
            </a:xfrm>
            <a:prstGeom prst="rect">
              <a:avLst/>
            </a:prstGeom>
          </p:spPr>
        </p:pic>
        <p:pic>
          <p:nvPicPr>
            <p:cNvPr id="24" name="图形 23"/>
            <p:cNvPicPr>
              <a:picLocks noChangeAspect="1"/>
            </p:cNvPicPr>
            <p:nvPr userDrawn="1">
              <p:custDataLst>
                <p:tags r:id="rId8"/>
              </p:custDataLst>
            </p:nvPr>
          </p:nvPicPr>
          <p:blipFill>
            <a:blip r:embed="rId9" cstate="email">
              <a:extLst>
                <a:ext uri="{96DAC541-7B7A-43D3-8B79-37D633B846F1}">
                  <asvg:svgBlip xmlns:asvg="http://schemas.microsoft.com/office/drawing/2016/SVG/main" r:embed="rId10"/>
                </a:ext>
              </a:extLst>
            </a:blip>
            <a:stretch>
              <a:fillRect/>
            </a:stretch>
          </p:blipFill>
          <p:spPr>
            <a:xfrm>
              <a:off x="10275782" y="188913"/>
              <a:ext cx="187431" cy="245843"/>
            </a:xfrm>
            <a:prstGeom prst="rect">
              <a:avLst/>
            </a:prstGeom>
          </p:spPr>
        </p:pic>
      </p:gr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3" name="矩形 2"/>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sp>
        <p:nvSpPr>
          <p:cNvPr id="4" name="文本框 3"/>
          <p:cNvSpPr txBox="1"/>
          <p:nvPr/>
        </p:nvSpPr>
        <p:spPr>
          <a:xfrm>
            <a:off x="3336290" y="137160"/>
            <a:ext cx="8002905" cy="454025"/>
          </a:xfrm>
          <a:prstGeom prst="rect">
            <a:avLst/>
          </a:prstGeom>
          <a:noFill/>
        </p:spPr>
        <p:txBody>
          <a:bodyPr wrap="none" rtlCol="0">
            <a:noAutofit/>
          </a:bodyPr>
          <a:lstStyle/>
          <a:p>
            <a:pPr algn="l"/>
            <a:r>
              <a:rPr lang="en-US" altLang="zh-CN" sz="2000" b="1" dirty="0">
                <a:latin typeface="Times New Roman" panose="02020603050405020304" pitchFamily="18" charset="0"/>
                <a:ea typeface="微软雅黑" panose="020B0503020204020204" charset="-122"/>
              </a:rPr>
              <a:t>HiEQR: Hierarchical Evidence Quality Reasoning for Temporal Knowledge</a:t>
            </a:r>
            <a:endParaRPr lang="en-US" altLang="zh-CN" sz="2000" b="1" dirty="0">
              <a:latin typeface="Times New Roman" panose="02020603050405020304" pitchFamily="18" charset="0"/>
              <a:ea typeface="微软雅黑" panose="020B0503020204020204" charset="-122"/>
            </a:endParaRPr>
          </a:p>
          <a:p>
            <a:pPr algn="l"/>
            <a:r>
              <a:rPr lang="en-US" altLang="zh-CN" sz="2000" b="1" dirty="0">
                <a:latin typeface="Times New Roman" panose="02020603050405020304" pitchFamily="18" charset="0"/>
                <a:ea typeface="微软雅黑" panose="020B0503020204020204" charset="-122"/>
              </a:rPr>
              <a:t>Graph Question Answering</a:t>
            </a:r>
            <a:endParaRPr lang="en-US" altLang="zh-CN" sz="2000" b="1" dirty="0">
              <a:latin typeface="Times New Roman" panose="02020603050405020304" pitchFamily="18" charset="0"/>
              <a:ea typeface="微软雅黑" panose="020B0503020204020204" charset="-122"/>
            </a:endParaRPr>
          </a:p>
        </p:txBody>
      </p:sp>
      <p:sp>
        <p:nvSpPr>
          <p:cNvPr id="70" name="矩形 69"/>
          <p:cNvSpPr/>
          <p:nvPr>
            <p:custDataLst>
              <p:tags r:id="rId11"/>
            </p:custDataLst>
          </p:nvPr>
        </p:nvSpPr>
        <p:spPr bwMode="auto">
          <a:xfrm>
            <a:off x="241300" y="931545"/>
            <a:ext cx="1007745"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b="1" dirty="0">
                <a:solidFill>
                  <a:schemeClr val="bg1"/>
                </a:solidFill>
                <a:ea typeface="黑体" panose="02010609060101010101" pitchFamily="2" charset="-122"/>
              </a:rPr>
              <a:t>现有</a:t>
            </a:r>
            <a:r>
              <a:rPr lang="zh-CN" altLang="en-US" sz="1600" b="1" dirty="0">
                <a:solidFill>
                  <a:schemeClr val="bg1"/>
                </a:solidFill>
                <a:ea typeface="黑体" panose="02010609060101010101" pitchFamily="2" charset="-122"/>
              </a:rPr>
              <a:t>方法</a:t>
            </a:r>
            <a:endParaRPr lang="zh-CN" altLang="en-US" sz="1600" b="1" dirty="0">
              <a:solidFill>
                <a:schemeClr val="bg1"/>
              </a:solidFill>
              <a:ea typeface="黑体" panose="02010609060101010101" pitchFamily="2" charset="-122"/>
            </a:endParaRPr>
          </a:p>
        </p:txBody>
      </p:sp>
      <p:sp>
        <p:nvSpPr>
          <p:cNvPr id="9" name="文本框 8"/>
          <p:cNvSpPr txBox="1"/>
          <p:nvPr>
            <p:custDataLst>
              <p:tags r:id="rId12"/>
            </p:custDataLst>
          </p:nvPr>
        </p:nvSpPr>
        <p:spPr>
          <a:xfrm>
            <a:off x="19685" y="1308735"/>
            <a:ext cx="6396355" cy="1952625"/>
          </a:xfrm>
          <a:prstGeom prst="rect">
            <a:avLst/>
          </a:prstGeom>
          <a:noFill/>
          <a:ln w="19050">
            <a:solidFill>
              <a:schemeClr val="accent2">
                <a:lumMod val="75000"/>
              </a:schemeClr>
            </a:solidFill>
            <a:prstDash val="sysDash"/>
          </a:ln>
        </p:spPr>
        <p:txBody>
          <a:bodyPr wrap="square" rtlCol="0">
            <a:noAutofit/>
          </a:bodyPr>
          <a:p>
            <a:pPr lvl="0" algn="l">
              <a:buClrTx/>
              <a:buSzTx/>
              <a:buFontTx/>
            </a:pPr>
            <a:r>
              <a:rPr lang="zh-CN" altLang="en-US" sz="1600" dirty="0">
                <a:latin typeface="Times New Roman" panose="02020603050405020304" pitchFamily="18" charset="0"/>
                <a:ea typeface="微软雅黑" panose="020B0503020204020204" charset="-122"/>
                <a:sym typeface="+mn-ea"/>
              </a:rPr>
              <a:t>① </a:t>
            </a:r>
            <a:r>
              <a:rPr lang="zh-CN" altLang="en-US" sz="1600" dirty="0">
                <a:solidFill>
                  <a:srgbClr val="FF0000"/>
                </a:solidFill>
                <a:latin typeface="Times New Roman" panose="02020603050405020304" pitchFamily="18" charset="0"/>
                <a:ea typeface="微软雅黑" panose="020B0503020204020204" charset="-122"/>
                <a:sym typeface="+mn-ea"/>
              </a:rPr>
              <a:t>监督停留在答案层面</a:t>
            </a:r>
            <a:endParaRPr lang="zh-CN" altLang="en-US" sz="1600" dirty="0">
              <a:latin typeface="Times New Roman" panose="02020603050405020304" pitchFamily="18" charset="0"/>
              <a:ea typeface="微软雅黑" panose="020B0503020204020204" charset="-122"/>
              <a:sym typeface="+mn-ea"/>
            </a:endParaRPr>
          </a:p>
          <a:p>
            <a:pPr lvl="0" algn="l">
              <a:buClrTx/>
              <a:buSzTx/>
              <a:buFontTx/>
            </a:pPr>
            <a:r>
              <a:rPr lang="zh-CN" altLang="en-US" sz="1600" dirty="0">
                <a:latin typeface="Times New Roman" panose="02020603050405020304" pitchFamily="18" charset="0"/>
                <a:ea typeface="微软雅黑" panose="020B0503020204020204" charset="-122"/>
                <a:sym typeface="+mn-ea"/>
              </a:rPr>
              <a:t>训练数据通常只提供最终答案，缺少对中间证据的有效性标注。即使模型得到正确答案，也无法保证推理链中的每一步都可靠。</a:t>
            </a:r>
            <a:endParaRPr lang="zh-CN" altLang="en-US" sz="1600" dirty="0">
              <a:latin typeface="Times New Roman" panose="02020603050405020304" pitchFamily="18" charset="0"/>
              <a:ea typeface="微软雅黑" panose="020B0503020204020204" charset="-122"/>
              <a:sym typeface="+mn-ea"/>
            </a:endParaRPr>
          </a:p>
          <a:p>
            <a:pPr lvl="0" algn="l">
              <a:buClrTx/>
              <a:buSzTx/>
              <a:buFontTx/>
            </a:pPr>
            <a:endParaRPr lang="en-US" altLang="zh-CN" sz="1600" dirty="0">
              <a:latin typeface="Times New Roman" panose="02020603050405020304" pitchFamily="18" charset="0"/>
              <a:ea typeface="微软雅黑" panose="020B0503020204020204" charset="-122"/>
              <a:sym typeface="+mn-ea"/>
            </a:endParaRPr>
          </a:p>
          <a:p>
            <a:pPr lvl="0" algn="l">
              <a:buClrTx/>
              <a:buSzTx/>
              <a:buFontTx/>
            </a:pPr>
            <a:r>
              <a:rPr lang="zh-CN" altLang="en-US" sz="1600" dirty="0">
                <a:latin typeface="Times New Roman" panose="02020603050405020304" pitchFamily="18" charset="0"/>
                <a:ea typeface="微软雅黑" panose="020B0503020204020204" charset="-122"/>
                <a:sym typeface="+mn-ea"/>
              </a:rPr>
              <a:t>② </a:t>
            </a:r>
            <a:r>
              <a:rPr lang="zh-CN" altLang="en-US" sz="1600" dirty="0">
                <a:solidFill>
                  <a:srgbClr val="FF0000"/>
                </a:solidFill>
                <a:latin typeface="Times New Roman" panose="02020603050405020304" pitchFamily="18" charset="0"/>
                <a:ea typeface="微软雅黑" panose="020B0503020204020204" charset="-122"/>
                <a:sym typeface="+mn-ea"/>
              </a:rPr>
              <a:t>候选证据链独立评分</a:t>
            </a:r>
            <a:endParaRPr lang="zh-CN" altLang="en-US" sz="1600" dirty="0">
              <a:latin typeface="Times New Roman" panose="02020603050405020304" pitchFamily="18" charset="0"/>
              <a:ea typeface="微软雅黑" panose="020B0503020204020204" charset="-122"/>
              <a:sym typeface="+mn-ea"/>
            </a:endParaRPr>
          </a:p>
          <a:p>
            <a:pPr lvl="0" algn="l">
              <a:buClrTx/>
              <a:buSzTx/>
              <a:buFontTx/>
            </a:pPr>
            <a:r>
              <a:rPr lang="zh-CN" altLang="en-US" sz="1600" dirty="0">
                <a:latin typeface="Times New Roman" panose="02020603050405020304" pitchFamily="18" charset="0"/>
                <a:ea typeface="微软雅黑" panose="020B0503020204020204" charset="-122"/>
                <a:sym typeface="+mn-ea"/>
              </a:rPr>
              <a:t>不同证据链之间的支持与冲突关系未被显式建模，错误链可能获得较高分数，冗余或竞争证据也会干扰最终答案选择。</a:t>
            </a:r>
            <a:endParaRPr lang="zh-CN" altLang="en-US" sz="1600" dirty="0">
              <a:latin typeface="Times New Roman" panose="02020603050405020304" pitchFamily="18" charset="0"/>
              <a:ea typeface="微软雅黑" panose="020B0503020204020204" charset="-122"/>
              <a:sym typeface="+mn-ea"/>
            </a:endParaRPr>
          </a:p>
        </p:txBody>
      </p:sp>
      <p:sp>
        <p:nvSpPr>
          <p:cNvPr id="14" name="矩形 13"/>
          <p:cNvSpPr/>
          <p:nvPr>
            <p:custDataLst>
              <p:tags r:id="rId13"/>
            </p:custDataLst>
          </p:nvPr>
        </p:nvSpPr>
        <p:spPr bwMode="auto">
          <a:xfrm>
            <a:off x="347980" y="3602990"/>
            <a:ext cx="1010920"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b="1" dirty="0">
                <a:solidFill>
                  <a:schemeClr val="bg1"/>
                </a:solidFill>
                <a:ea typeface="黑体" panose="02010609060101010101" pitchFamily="2" charset="-122"/>
              </a:rPr>
              <a:t>本文</a:t>
            </a:r>
            <a:r>
              <a:rPr lang="zh-CN" altLang="en-US" sz="1600" b="1" dirty="0">
                <a:solidFill>
                  <a:schemeClr val="bg1"/>
                </a:solidFill>
                <a:ea typeface="黑体" panose="02010609060101010101" pitchFamily="2" charset="-122"/>
              </a:rPr>
              <a:t>方法</a:t>
            </a:r>
            <a:endParaRPr lang="zh-CN" altLang="en-US" sz="1600" b="1" dirty="0">
              <a:solidFill>
                <a:schemeClr val="bg1"/>
              </a:solidFill>
              <a:ea typeface="黑体" panose="02010609060101010101" pitchFamily="2" charset="-122"/>
            </a:endParaRPr>
          </a:p>
        </p:txBody>
      </p:sp>
      <p:sp>
        <p:nvSpPr>
          <p:cNvPr id="15" name="文本框 14"/>
          <p:cNvSpPr txBox="1"/>
          <p:nvPr>
            <p:custDataLst>
              <p:tags r:id="rId14"/>
            </p:custDataLst>
          </p:nvPr>
        </p:nvSpPr>
        <p:spPr>
          <a:xfrm>
            <a:off x="20320" y="3980180"/>
            <a:ext cx="6395720" cy="2162810"/>
          </a:xfrm>
          <a:prstGeom prst="rect">
            <a:avLst/>
          </a:prstGeom>
          <a:noFill/>
          <a:ln w="19050">
            <a:solidFill>
              <a:schemeClr val="accent2">
                <a:lumMod val="75000"/>
              </a:schemeClr>
            </a:solidFill>
            <a:prstDash val="sysDash"/>
          </a:ln>
        </p:spPr>
        <p:txBody>
          <a:bodyPr wrap="square" rtlCol="0">
            <a:noAutofit/>
          </a:bodyPr>
          <a:p>
            <a:pPr lvl="0" algn="l">
              <a:lnSpc>
                <a:spcPct val="120000"/>
              </a:lnSpc>
              <a:buClrTx/>
              <a:buSzTx/>
              <a:buFontTx/>
            </a:pPr>
            <a:r>
              <a:rPr lang="zh-CN" altLang="en-US" sz="1600" dirty="0">
                <a:latin typeface="Times New Roman" panose="02020603050405020304" pitchFamily="18" charset="0"/>
                <a:ea typeface="微软雅黑" panose="020B0503020204020204" charset="-122"/>
                <a:sym typeface="+mn-ea"/>
              </a:rPr>
              <a:t>① </a:t>
            </a:r>
            <a:r>
              <a:rPr lang="zh-CN" altLang="en-US" sz="1600" dirty="0">
                <a:solidFill>
                  <a:srgbClr val="FF0000"/>
                </a:solidFill>
                <a:latin typeface="Times New Roman" panose="02020603050405020304" pitchFamily="18" charset="0"/>
                <a:ea typeface="微软雅黑" panose="020B0503020204020204" charset="-122"/>
                <a:sym typeface="+mn-ea"/>
              </a:rPr>
              <a:t>学习链内的中间证据质量</a:t>
            </a:r>
            <a:endParaRPr lang="zh-CN" altLang="en-US" sz="1600" dirty="0">
              <a:latin typeface="Times New Roman" panose="02020603050405020304" pitchFamily="18" charset="0"/>
              <a:ea typeface="微软雅黑" panose="020B0503020204020204" charset="-122"/>
              <a:sym typeface="+mn-ea"/>
            </a:endParaRPr>
          </a:p>
          <a:p>
            <a:pPr lvl="0" algn="l">
              <a:lnSpc>
                <a:spcPct val="120000"/>
              </a:lnSpc>
              <a:buClrTx/>
              <a:buSzTx/>
              <a:buFontTx/>
            </a:pPr>
            <a:r>
              <a:rPr lang="zh-CN" altLang="en-US" sz="1600" dirty="0">
                <a:latin typeface="Times New Roman" panose="02020603050405020304" pitchFamily="18" charset="0"/>
                <a:ea typeface="微软雅黑" panose="020B0503020204020204" charset="-122"/>
                <a:sym typeface="+mn-ea"/>
              </a:rPr>
              <a:t>引入弱监督反事实前缀学习（</a:t>
            </a:r>
            <a:r>
              <a:rPr lang="en-US" altLang="zh-CN" sz="1600" dirty="0">
                <a:latin typeface="Times New Roman" panose="02020603050405020304" pitchFamily="18" charset="0"/>
                <a:ea typeface="微软雅黑" panose="020B0503020204020204" charset="-122"/>
                <a:sym typeface="+mn-ea"/>
              </a:rPr>
              <a:t>WSCPL），</a:t>
            </a:r>
            <a:r>
              <a:rPr lang="zh-CN" altLang="en-US" sz="1600" dirty="0">
                <a:latin typeface="Times New Roman" panose="02020603050405020304" pitchFamily="18" charset="0"/>
                <a:ea typeface="微软雅黑" panose="020B0503020204020204" charset="-122"/>
                <a:sym typeface="+mn-ea"/>
              </a:rPr>
              <a:t>构造弱正前缀及时间、关系、实体和答案尾部反事实，学习证据前缀的可靠性与充分性。</a:t>
            </a:r>
            <a:endParaRPr lang="zh-CN" altLang="en-US" sz="1600" dirty="0">
              <a:latin typeface="Times New Roman" panose="02020603050405020304" pitchFamily="18" charset="0"/>
              <a:ea typeface="微软雅黑" panose="020B0503020204020204" charset="-122"/>
              <a:sym typeface="+mn-ea"/>
            </a:endParaRPr>
          </a:p>
          <a:p>
            <a:pPr lvl="0" algn="l">
              <a:lnSpc>
                <a:spcPct val="120000"/>
              </a:lnSpc>
              <a:buClrTx/>
              <a:buSzTx/>
              <a:buFontTx/>
            </a:pPr>
            <a:endParaRPr lang="en-US" altLang="zh-CN" sz="1600" dirty="0">
              <a:latin typeface="Times New Roman" panose="02020603050405020304" pitchFamily="18" charset="0"/>
              <a:ea typeface="微软雅黑" panose="020B0503020204020204" charset="-122"/>
              <a:sym typeface="+mn-ea"/>
            </a:endParaRPr>
          </a:p>
          <a:p>
            <a:pPr lvl="0" algn="l">
              <a:lnSpc>
                <a:spcPct val="120000"/>
              </a:lnSpc>
              <a:buClrTx/>
              <a:buSzTx/>
              <a:buFontTx/>
            </a:pPr>
            <a:r>
              <a:rPr lang="zh-CN" altLang="en-US" sz="1600" dirty="0">
                <a:latin typeface="Times New Roman" panose="02020603050405020304" pitchFamily="18" charset="0"/>
                <a:ea typeface="微软雅黑" panose="020B0503020204020204" charset="-122"/>
                <a:sym typeface="+mn-ea"/>
              </a:rPr>
              <a:t>② </a:t>
            </a:r>
            <a:r>
              <a:rPr lang="zh-CN" altLang="en-US" sz="1600" dirty="0">
                <a:solidFill>
                  <a:srgbClr val="FF0000"/>
                </a:solidFill>
                <a:latin typeface="Times New Roman" panose="02020603050405020304" pitchFamily="18" charset="0"/>
                <a:ea typeface="微软雅黑" panose="020B0503020204020204" charset="-122"/>
                <a:sym typeface="+mn-ea"/>
              </a:rPr>
              <a:t>建模候选链之间的协同与竞争</a:t>
            </a:r>
            <a:endParaRPr lang="zh-CN" altLang="en-US" sz="1600" dirty="0">
              <a:latin typeface="Times New Roman" panose="02020603050405020304" pitchFamily="18" charset="0"/>
              <a:ea typeface="微软雅黑" panose="020B0503020204020204" charset="-122"/>
              <a:sym typeface="+mn-ea"/>
            </a:endParaRPr>
          </a:p>
          <a:p>
            <a:pPr lvl="0" algn="l">
              <a:lnSpc>
                <a:spcPct val="120000"/>
              </a:lnSpc>
              <a:buClrTx/>
              <a:buSzTx/>
              <a:buFontTx/>
            </a:pPr>
            <a:r>
              <a:rPr lang="zh-CN" altLang="en-US" sz="1600" dirty="0">
                <a:latin typeface="Times New Roman" panose="02020603050405020304" pitchFamily="18" charset="0"/>
                <a:ea typeface="微软雅黑" panose="020B0503020204020204" charset="-122"/>
                <a:sym typeface="+mn-ea"/>
              </a:rPr>
              <a:t>利用同答案链相互印证、不同答案链相互竞争，修正各证据链的评分；随后聚合最强支持链，输出答案及其可追溯证据。</a:t>
            </a:r>
            <a:endParaRPr lang="zh-CN" altLang="en-US" sz="1600" dirty="0">
              <a:latin typeface="Times New Roman" panose="02020603050405020304" pitchFamily="18" charset="0"/>
              <a:ea typeface="微软雅黑" panose="020B0503020204020204" charset="-122"/>
              <a:sym typeface="+mn-ea"/>
            </a:endParaRPr>
          </a:p>
        </p:txBody>
      </p:sp>
      <p:cxnSp>
        <p:nvCxnSpPr>
          <p:cNvPr id="6" name="直接连接符 5"/>
          <p:cNvCxnSpPr/>
          <p:nvPr/>
        </p:nvCxnSpPr>
        <p:spPr>
          <a:xfrm>
            <a:off x="57785" y="3384550"/>
            <a:ext cx="6408000" cy="0"/>
          </a:xfrm>
          <a:prstGeom prst="line">
            <a:avLst/>
          </a:prstGeom>
          <a:ln w="25400">
            <a:solidFill>
              <a:schemeClr val="tx1"/>
            </a:solidFill>
            <a:prstDash val="lgDashDotDot"/>
          </a:ln>
        </p:spPr>
        <p:style>
          <a:lnRef idx="2">
            <a:schemeClr val="accent1"/>
          </a:lnRef>
          <a:fillRef idx="0">
            <a:srgbClr val="FFFFFF"/>
          </a:fillRef>
          <a:effectRef idx="0">
            <a:srgbClr val="FFFFFF"/>
          </a:effectRef>
          <a:fontRef idx="minor">
            <a:schemeClr val="tx1"/>
          </a:fontRef>
        </p:style>
      </p:cxnSp>
      <p:pic>
        <p:nvPicPr>
          <p:cNvPr id="7" name="图片 6" descr="figure1_01"/>
          <p:cNvPicPr>
            <a:picLocks noChangeAspect="1"/>
          </p:cNvPicPr>
          <p:nvPr/>
        </p:nvPicPr>
        <p:blipFill>
          <a:blip r:embed="rId15"/>
          <a:stretch>
            <a:fillRect/>
          </a:stretch>
        </p:blipFill>
        <p:spPr>
          <a:xfrm>
            <a:off x="6442710" y="949325"/>
            <a:ext cx="5709285" cy="5440045"/>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贡献</a:t>
            </a:r>
            <a:r>
              <a:rPr lang="zh-CN" altLang="en-US" sz="2800" b="1" spc="120" dirty="0">
                <a:latin typeface="+mj-ea"/>
                <a:ea typeface="+mj-ea"/>
              </a:rPr>
              <a:t>点</a:t>
            </a:r>
            <a:endParaRPr lang="zh-CN" altLang="en-US" sz="2800" b="1" spc="120" dirty="0">
              <a:latin typeface="+mj-ea"/>
              <a:ea typeface="+mj-ea"/>
            </a:endParaRPr>
          </a:p>
        </p:txBody>
      </p:sp>
      <p:grpSp>
        <p:nvGrpSpPr>
          <p:cNvPr id="19" name="组合 18"/>
          <p:cNvGrpSpPr/>
          <p:nvPr/>
        </p:nvGrpSpPr>
        <p:grpSpPr>
          <a:xfrm>
            <a:off x="660400" y="6421869"/>
            <a:ext cx="2189816" cy="234085"/>
            <a:chOff x="1044148" y="5205146"/>
            <a:chExt cx="2189816" cy="234085"/>
          </a:xfrm>
        </p:grpSpPr>
        <p:sp>
          <p:nvSpPr>
            <p:cNvPr id="20" name="任意多边形: 形状 19"/>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21" name="任意多边形: 形状 20"/>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22" name="组合 21"/>
          <p:cNvGrpSpPr/>
          <p:nvPr/>
        </p:nvGrpSpPr>
        <p:grpSpPr>
          <a:xfrm>
            <a:off x="10275782" y="6410111"/>
            <a:ext cx="1243118" cy="245843"/>
            <a:chOff x="10275782" y="188913"/>
            <a:chExt cx="1243118" cy="245843"/>
          </a:xfrm>
        </p:grpSpPr>
        <p:pic>
          <p:nvPicPr>
            <p:cNvPr id="23" name="图形 22"/>
            <p:cNvPicPr>
              <a:picLocks noChangeAspect="1"/>
            </p:cNvPicPr>
            <p:nvPr userDrawn="1"/>
          </p:nvPicPr>
          <p:blipFill>
            <a:blip r:embed="rId1" cstate="email">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24" name="图形 23"/>
            <p:cNvPicPr>
              <a:picLocks noChangeAspect="1"/>
            </p:cNvPicPr>
            <p:nvPr userDrawn="1"/>
          </p:nvPicPr>
          <p:blipFill>
            <a:blip r:embed="rId3" cstate="email">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3" name="矩形 2"/>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pic>
        <p:nvPicPr>
          <p:cNvPr id="6" name="图片 5" descr="model4_01"/>
          <p:cNvPicPr>
            <a:picLocks noChangeAspect="1"/>
          </p:cNvPicPr>
          <p:nvPr/>
        </p:nvPicPr>
        <p:blipFill>
          <a:blip r:embed="rId5"/>
          <a:stretch>
            <a:fillRect/>
          </a:stretch>
        </p:blipFill>
        <p:spPr>
          <a:xfrm>
            <a:off x="1176655" y="933450"/>
            <a:ext cx="9496425" cy="5523865"/>
          </a:xfrm>
          <a:prstGeom prst="rect">
            <a:avLst/>
          </a:prstGeom>
        </p:spPr>
      </p:pic>
      <p:sp>
        <p:nvSpPr>
          <p:cNvPr id="12" name="矩形标注 11"/>
          <p:cNvSpPr/>
          <p:nvPr/>
        </p:nvSpPr>
        <p:spPr>
          <a:xfrm>
            <a:off x="7713345" y="1101725"/>
            <a:ext cx="3009265" cy="5018405"/>
          </a:xfrm>
          <a:prstGeom prst="wedgeRectCallout">
            <a:avLst>
              <a:gd name="adj1" fmla="val 60656"/>
              <a:gd name="adj2" fmla="val -5080"/>
            </a:avLst>
          </a:prstGeom>
          <a:ln w="19050">
            <a:solidFill>
              <a:schemeClr val="accent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9" name="圆角矩形 8"/>
          <p:cNvSpPr/>
          <p:nvPr>
            <p:custDataLst>
              <p:tags r:id="rId6"/>
            </p:custDataLst>
          </p:nvPr>
        </p:nvSpPr>
        <p:spPr>
          <a:xfrm>
            <a:off x="9037320" y="3355975"/>
            <a:ext cx="2996565" cy="982980"/>
          </a:xfrm>
          <a:prstGeom prst="roundRect">
            <a:avLst>
              <a:gd name="adj" fmla="val 9968"/>
            </a:avLst>
          </a:prstGeom>
          <a:solidFill>
            <a:schemeClr val="accent2">
              <a:lumMod val="20000"/>
              <a:lumOff val="80000"/>
            </a:schemeClr>
          </a:solidFill>
          <a:ln w="15875"/>
          <a:effectLst>
            <a:outerShdw blurRad="50800" dist="38100" dir="18900000" sx="101000" sy="101000" algn="bl" rotWithShape="0">
              <a:prstClr val="black">
                <a:alpha val="40000"/>
              </a:prstClr>
            </a:outerShdw>
          </a:effec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10" name="文本框 9"/>
          <p:cNvSpPr txBox="1"/>
          <p:nvPr>
            <p:custDataLst>
              <p:tags r:id="rId7"/>
            </p:custDataLst>
          </p:nvPr>
        </p:nvSpPr>
        <p:spPr>
          <a:xfrm>
            <a:off x="9130030" y="3433422"/>
            <a:ext cx="797560" cy="368935"/>
          </a:xfrm>
          <a:prstGeom prst="rect">
            <a:avLst/>
          </a:prstGeom>
          <a:noFill/>
        </p:spPr>
        <p:txBody>
          <a:bodyPr wrap="none" lIns="0" tIns="0" rIns="0" bIns="0" rtlCol="0">
            <a:spAutoFit/>
          </a:bodyPr>
          <a:lstStyle/>
          <a:p>
            <a:r>
              <a:rPr lang="zh-CN" altLang="en-US" sz="2400" b="1">
                <a:solidFill>
                  <a:schemeClr val="accent1">
                    <a:lumMod val="60000"/>
                    <a:lumOff val="40000"/>
                  </a:schemeClr>
                </a:solidFill>
                <a:latin typeface="+mj-ea"/>
                <a:ea typeface="+mj-ea"/>
              </a:rPr>
              <a:t>贡献</a:t>
            </a:r>
            <a:r>
              <a:rPr lang="en-US" altLang="zh-CN" sz="2400" b="1">
                <a:solidFill>
                  <a:schemeClr val="accent1">
                    <a:lumMod val="60000"/>
                    <a:lumOff val="40000"/>
                  </a:schemeClr>
                </a:solidFill>
                <a:latin typeface="+mj-ea"/>
                <a:ea typeface="+mj-ea"/>
              </a:rPr>
              <a:t>2</a:t>
            </a:r>
            <a:endParaRPr lang="en-US" altLang="zh-CN" sz="2400" b="1">
              <a:solidFill>
                <a:schemeClr val="accent1">
                  <a:lumMod val="60000"/>
                  <a:lumOff val="40000"/>
                </a:schemeClr>
              </a:solidFill>
              <a:latin typeface="+mj-ea"/>
              <a:ea typeface="+mj-ea"/>
            </a:endParaRPr>
          </a:p>
        </p:txBody>
      </p:sp>
      <p:sp>
        <p:nvSpPr>
          <p:cNvPr id="13" name="文本框 12"/>
          <p:cNvSpPr txBox="1"/>
          <p:nvPr>
            <p:custDataLst>
              <p:tags r:id="rId8"/>
            </p:custDataLst>
          </p:nvPr>
        </p:nvSpPr>
        <p:spPr>
          <a:xfrm>
            <a:off x="9795193" y="3826193"/>
            <a:ext cx="1375410" cy="386715"/>
          </a:xfrm>
          <a:prstGeom prst="rect">
            <a:avLst/>
          </a:prstGeom>
          <a:noFill/>
        </p:spPr>
        <p:txBody>
          <a:bodyPr wrap="none" lIns="0" tIns="0" rIns="0" bIns="0" rtlCol="0">
            <a:spAutoFit/>
          </a:bodyPr>
          <a:lstStyle/>
          <a:p>
            <a:pPr indent="0" algn="l">
              <a:lnSpc>
                <a:spcPct val="140000"/>
              </a:lnSpc>
              <a:buFont typeface="+mj-lt"/>
              <a:buNone/>
            </a:pPr>
            <a:r>
              <a:rPr lang="zh-CN" altLang="en-US" b="1"/>
              <a:t>协同竞争</a:t>
            </a:r>
            <a:r>
              <a:rPr lang="zh-CN" altLang="en-US" b="1"/>
              <a:t>机制</a:t>
            </a:r>
            <a:endParaRPr lang="zh-CN" altLang="en-US" b="1"/>
          </a:p>
        </p:txBody>
      </p:sp>
      <p:sp>
        <p:nvSpPr>
          <p:cNvPr id="11" name="矩形标注 10"/>
          <p:cNvSpPr/>
          <p:nvPr/>
        </p:nvSpPr>
        <p:spPr>
          <a:xfrm>
            <a:off x="4331970" y="1101725"/>
            <a:ext cx="3320415" cy="5141595"/>
          </a:xfrm>
          <a:prstGeom prst="wedgeRectCallout">
            <a:avLst>
              <a:gd name="adj1" fmla="val -92493"/>
              <a:gd name="adj2" fmla="val -4983"/>
            </a:avLst>
          </a:prstGeom>
          <a:ln w="19050">
            <a:solidFill>
              <a:srgbClr val="7030A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14" name="圆角矩形 13"/>
          <p:cNvSpPr/>
          <p:nvPr>
            <p:custDataLst>
              <p:tags r:id="rId9"/>
            </p:custDataLst>
          </p:nvPr>
        </p:nvSpPr>
        <p:spPr>
          <a:xfrm>
            <a:off x="157480" y="2948940"/>
            <a:ext cx="2996565" cy="982980"/>
          </a:xfrm>
          <a:prstGeom prst="roundRect">
            <a:avLst>
              <a:gd name="adj" fmla="val 9968"/>
            </a:avLst>
          </a:prstGeom>
          <a:solidFill>
            <a:schemeClr val="accent2">
              <a:lumMod val="20000"/>
              <a:lumOff val="80000"/>
            </a:schemeClr>
          </a:solidFill>
          <a:ln w="15875"/>
          <a:effectLst>
            <a:outerShdw blurRad="50800" dist="38100" dir="18900000" sx="101000" sy="101000" algn="bl" rotWithShape="0">
              <a:prstClr val="black">
                <a:alpha val="40000"/>
              </a:prstClr>
            </a:outerShdw>
          </a:effec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
        <p:nvSpPr>
          <p:cNvPr id="15" name="文本框 14"/>
          <p:cNvSpPr txBox="1"/>
          <p:nvPr>
            <p:custDataLst>
              <p:tags r:id="rId10"/>
            </p:custDataLst>
          </p:nvPr>
        </p:nvSpPr>
        <p:spPr>
          <a:xfrm>
            <a:off x="250190" y="3026387"/>
            <a:ext cx="797560" cy="368935"/>
          </a:xfrm>
          <a:prstGeom prst="rect">
            <a:avLst/>
          </a:prstGeom>
          <a:noFill/>
        </p:spPr>
        <p:txBody>
          <a:bodyPr wrap="none" lIns="0" tIns="0" rIns="0" bIns="0" rtlCol="0">
            <a:spAutoFit/>
          </a:bodyPr>
          <a:lstStyle/>
          <a:p>
            <a:r>
              <a:rPr lang="zh-CN" altLang="en-US" sz="2400" b="1">
                <a:solidFill>
                  <a:schemeClr val="accent1">
                    <a:lumMod val="60000"/>
                    <a:lumOff val="40000"/>
                  </a:schemeClr>
                </a:solidFill>
                <a:latin typeface="+mj-ea"/>
                <a:ea typeface="+mj-ea"/>
              </a:rPr>
              <a:t>贡献</a:t>
            </a:r>
            <a:r>
              <a:rPr lang="en-US" altLang="zh-CN" sz="2400" b="1">
                <a:solidFill>
                  <a:schemeClr val="accent1">
                    <a:lumMod val="60000"/>
                    <a:lumOff val="40000"/>
                  </a:schemeClr>
                </a:solidFill>
                <a:latin typeface="+mj-ea"/>
                <a:ea typeface="+mj-ea"/>
              </a:rPr>
              <a:t>1</a:t>
            </a:r>
            <a:endParaRPr lang="en-US" altLang="zh-CN" sz="2400" b="1">
              <a:solidFill>
                <a:schemeClr val="accent1">
                  <a:lumMod val="60000"/>
                  <a:lumOff val="40000"/>
                </a:schemeClr>
              </a:solidFill>
              <a:latin typeface="+mj-ea"/>
              <a:ea typeface="+mj-ea"/>
            </a:endParaRPr>
          </a:p>
        </p:txBody>
      </p:sp>
      <p:sp>
        <p:nvSpPr>
          <p:cNvPr id="17" name="文本框 16"/>
          <p:cNvSpPr txBox="1"/>
          <p:nvPr>
            <p:custDataLst>
              <p:tags r:id="rId11"/>
            </p:custDataLst>
          </p:nvPr>
        </p:nvSpPr>
        <p:spPr>
          <a:xfrm>
            <a:off x="599440" y="3419475"/>
            <a:ext cx="2190115" cy="386715"/>
          </a:xfrm>
          <a:prstGeom prst="rect">
            <a:avLst/>
          </a:prstGeom>
          <a:noFill/>
        </p:spPr>
        <p:txBody>
          <a:bodyPr wrap="square" lIns="0" tIns="0" rIns="0" bIns="0" rtlCol="0">
            <a:spAutoFit/>
          </a:bodyPr>
          <a:lstStyle/>
          <a:p>
            <a:pPr indent="0" algn="l">
              <a:lnSpc>
                <a:spcPct val="140000"/>
              </a:lnSpc>
              <a:buFont typeface="+mj-lt"/>
              <a:buNone/>
            </a:pPr>
            <a:r>
              <a:rPr lang="zh-CN" altLang="en-US" b="1">
                <a:sym typeface="+mn-ea"/>
              </a:rPr>
              <a:t>弱监督与反事实学习</a:t>
            </a:r>
            <a:endParaRPr lang="zh-CN" altLang="en-US"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10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100"/>
                            </p:stCondLst>
                            <p:childTnLst>
                              <p:par>
                                <p:cTn id="11" presetID="1"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p:stCondLst>
                              <p:cond delay="100"/>
                            </p:stCondLst>
                            <p:childTnLst>
                              <p:par>
                                <p:cTn id="14" presetID="1" presetClass="entr" presetSubtype="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par>
                          <p:cTn id="16" fill="hold">
                            <p:stCondLst>
                              <p:cond delay="100"/>
                            </p:stCondLst>
                            <p:childTnLst>
                              <p:par>
                                <p:cTn id="17" presetID="1" presetClass="entr" presetSubtype="0" fill="hold" grpId="0" nodeType="afterEffect">
                                  <p:stCondLst>
                                    <p:cond delay="10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200"/>
                            </p:stCondLst>
                            <p:childTnLst>
                              <p:par>
                                <p:cTn id="20" presetID="1"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par>
                          <p:cTn id="22" fill="hold">
                            <p:stCondLst>
                              <p:cond delay="200"/>
                            </p:stCondLst>
                            <p:childTnLst>
                              <p:par>
                                <p:cTn id="23" presetID="1"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par>
                          <p:cTn id="25" fill="hold">
                            <p:stCondLst>
                              <p:cond delay="200"/>
                            </p:stCondLst>
                            <p:childTnLst>
                              <p:par>
                                <p:cTn id="26" presetID="1"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P spid="9" grpId="0" bldLvl="0" animBg="1"/>
      <p:bldP spid="10" grpId="0"/>
      <p:bldP spid="13" grpId="0"/>
      <p:bldP spid="9" grpId="1" animBg="1"/>
      <p:bldP spid="10" grpId="1"/>
      <p:bldP spid="13" grpId="1"/>
      <p:bldP spid="11" grpId="0" bldLvl="0" animBg="1"/>
      <p:bldP spid="11" grpId="1" animBg="1"/>
      <p:bldP spid="14" grpId="0" bldLvl="0" animBg="1"/>
      <p:bldP spid="15" grpId="0"/>
      <p:bldP spid="17" grpId="0"/>
      <p:bldP spid="14" grpId="1" animBg="1"/>
      <p:bldP spid="15" grpId="1"/>
      <p:bldP spid="17"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贡献</a:t>
            </a:r>
            <a:r>
              <a:rPr lang="zh-CN" altLang="en-US" sz="2800" b="1" spc="120" dirty="0">
                <a:latin typeface="+mj-ea"/>
                <a:ea typeface="+mj-ea"/>
              </a:rPr>
              <a:t>点</a:t>
            </a:r>
            <a:endParaRPr lang="zh-CN" altLang="en-US" sz="2800" b="1" spc="120" dirty="0">
              <a:latin typeface="+mj-ea"/>
              <a:ea typeface="+mj-ea"/>
            </a:endParaRPr>
          </a:p>
        </p:txBody>
      </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5" name="矩形 4"/>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grpSp>
        <p:nvGrpSpPr>
          <p:cNvPr id="7" name="组合 6"/>
          <p:cNvGrpSpPr/>
          <p:nvPr/>
        </p:nvGrpSpPr>
        <p:grpSpPr>
          <a:xfrm>
            <a:off x="660400" y="6421869"/>
            <a:ext cx="2189816" cy="234085"/>
            <a:chOff x="1044148" y="5205146"/>
            <a:chExt cx="2189816" cy="234085"/>
          </a:xfrm>
        </p:grpSpPr>
        <p:sp>
          <p:nvSpPr>
            <p:cNvPr id="8" name="任意多边形: 形状 19"/>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16" name="任意多边形: 形状 20"/>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18" name="组合 17"/>
          <p:cNvGrpSpPr/>
          <p:nvPr/>
        </p:nvGrpSpPr>
        <p:grpSpPr>
          <a:xfrm>
            <a:off x="10275782" y="6410111"/>
            <a:ext cx="1243118" cy="245843"/>
            <a:chOff x="10275782" y="188913"/>
            <a:chExt cx="1243118" cy="245843"/>
          </a:xfrm>
        </p:grpSpPr>
        <p:pic>
          <p:nvPicPr>
            <p:cNvPr id="25" name="图形 22"/>
            <p:cNvPicPr>
              <a:picLocks noChangeAspect="1"/>
            </p:cNvPicPr>
            <p:nvPr userDrawn="1"/>
          </p:nvPicPr>
          <p:blipFill>
            <a:blip r:embed="rId1" cstate="email">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26" name="图形 23"/>
            <p:cNvPicPr>
              <a:picLocks noChangeAspect="1"/>
            </p:cNvPicPr>
            <p:nvPr userDrawn="1"/>
          </p:nvPicPr>
          <p:blipFill>
            <a:blip r:embed="rId3" cstate="email">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pic>
        <p:nvPicPr>
          <p:cNvPr id="29" name="图片 28" descr="model4_01"/>
          <p:cNvPicPr>
            <a:picLocks noChangeAspect="1"/>
          </p:cNvPicPr>
          <p:nvPr/>
        </p:nvPicPr>
        <p:blipFill>
          <a:blip r:embed="rId5"/>
          <a:stretch>
            <a:fillRect/>
          </a:stretch>
        </p:blipFill>
        <p:spPr>
          <a:xfrm>
            <a:off x="1275715" y="933450"/>
            <a:ext cx="9496425" cy="5523865"/>
          </a:xfrm>
          <a:prstGeom prst="rect">
            <a:avLst/>
          </a:prstGeom>
        </p:spPr>
      </p:pic>
      <p:pic>
        <p:nvPicPr>
          <p:cNvPr id="44" name="图片 43" descr="figure2_01"/>
          <p:cNvPicPr>
            <a:picLocks noChangeAspect="1"/>
          </p:cNvPicPr>
          <p:nvPr/>
        </p:nvPicPr>
        <p:blipFill>
          <a:blip r:embed="rId6"/>
          <a:stretch>
            <a:fillRect/>
          </a:stretch>
        </p:blipFill>
        <p:spPr>
          <a:xfrm>
            <a:off x="4800600" y="1137285"/>
            <a:ext cx="3936365" cy="1572260"/>
          </a:xfrm>
          <a:prstGeom prst="rect">
            <a:avLst/>
          </a:prstGeom>
          <a:effectLst>
            <a:glow rad="101600">
              <a:srgbClr val="0070C0">
                <a:alpha val="40000"/>
              </a:srgbClr>
            </a:glow>
            <a:outerShdw blurRad="50800" dist="38100" dir="2700000" sx="101000" sy="101000" algn="tl" rotWithShape="0">
              <a:prstClr val="black">
                <a:alpha val="40000"/>
              </a:prstClr>
            </a:outerShdw>
          </a:effectLst>
        </p:spPr>
      </p:pic>
      <p:sp>
        <p:nvSpPr>
          <p:cNvPr id="47" name="右箭头 46"/>
          <p:cNvSpPr/>
          <p:nvPr/>
        </p:nvSpPr>
        <p:spPr>
          <a:xfrm>
            <a:off x="3688080" y="1971675"/>
            <a:ext cx="1112520" cy="120015"/>
          </a:xfrm>
          <a:prstGeom prst="rightArrow">
            <a:avLst/>
          </a:prstGeom>
          <a:noFill/>
          <a:ln w="15875">
            <a:solidFill>
              <a:srgbClr val="0070C0"/>
            </a:solidFill>
            <a:prstDash val="sysDash"/>
          </a:ln>
          <a:effectLst>
            <a:outerShdw blurRad="508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b="1">
              <a:latin typeface="+mj-ea"/>
              <a:ea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贡献</a:t>
            </a:r>
            <a:r>
              <a:rPr lang="zh-CN" altLang="en-US" sz="2800" b="1" spc="120" dirty="0">
                <a:latin typeface="+mj-ea"/>
                <a:ea typeface="+mj-ea"/>
              </a:rPr>
              <a:t>点</a:t>
            </a:r>
            <a:endParaRPr lang="zh-CN" altLang="en-US" sz="2800" b="1" spc="120" dirty="0">
              <a:latin typeface="+mj-ea"/>
              <a:ea typeface="+mj-ea"/>
            </a:endParaRPr>
          </a:p>
        </p:txBody>
      </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3" name="矩形 2"/>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grpSp>
        <p:nvGrpSpPr>
          <p:cNvPr id="4" name="组合 3"/>
          <p:cNvGrpSpPr/>
          <p:nvPr/>
        </p:nvGrpSpPr>
        <p:grpSpPr>
          <a:xfrm>
            <a:off x="660400" y="6421869"/>
            <a:ext cx="2189816" cy="234085"/>
            <a:chOff x="1044148" y="5205146"/>
            <a:chExt cx="2189816" cy="234085"/>
          </a:xfrm>
        </p:grpSpPr>
        <p:sp>
          <p:nvSpPr>
            <p:cNvPr id="5" name="任意多边形: 形状 19"/>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6" name="任意多边形: 形状 20"/>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9" name="组合 8"/>
          <p:cNvGrpSpPr/>
          <p:nvPr/>
        </p:nvGrpSpPr>
        <p:grpSpPr>
          <a:xfrm>
            <a:off x="10275782" y="6410111"/>
            <a:ext cx="1243118" cy="245843"/>
            <a:chOff x="10275782" y="188913"/>
            <a:chExt cx="1243118" cy="245843"/>
          </a:xfrm>
        </p:grpSpPr>
        <p:pic>
          <p:nvPicPr>
            <p:cNvPr id="10" name="图形 22"/>
            <p:cNvPicPr>
              <a:picLocks noChangeAspect="1"/>
            </p:cNvPicPr>
            <p:nvPr userDrawn="1"/>
          </p:nvPicPr>
          <p:blipFill>
            <a:blip r:embed="rId1" cstate="email">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11" name="图形 23"/>
            <p:cNvPicPr>
              <a:picLocks noChangeAspect="1"/>
            </p:cNvPicPr>
            <p:nvPr userDrawn="1"/>
          </p:nvPicPr>
          <p:blipFill>
            <a:blip r:embed="rId3" cstate="email">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pic>
        <p:nvPicPr>
          <p:cNvPr id="45" name="图片 44" descr="model4_01"/>
          <p:cNvPicPr>
            <a:picLocks noChangeAspect="1"/>
          </p:cNvPicPr>
          <p:nvPr/>
        </p:nvPicPr>
        <p:blipFill>
          <a:blip r:embed="rId5"/>
          <a:stretch>
            <a:fillRect/>
          </a:stretch>
        </p:blipFill>
        <p:spPr>
          <a:xfrm>
            <a:off x="56515" y="933450"/>
            <a:ext cx="9496425" cy="5523865"/>
          </a:xfrm>
          <a:prstGeom prst="rect">
            <a:avLst/>
          </a:prstGeom>
        </p:spPr>
      </p:pic>
      <p:sp>
        <p:nvSpPr>
          <p:cNvPr id="46" name="矩形 45"/>
          <p:cNvSpPr/>
          <p:nvPr/>
        </p:nvSpPr>
        <p:spPr>
          <a:xfrm>
            <a:off x="3139440" y="925830"/>
            <a:ext cx="6454140" cy="5577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b="1">
              <a:latin typeface="+mj-ea"/>
              <a:ea typeface="+mj-ea"/>
            </a:endParaRPr>
          </a:p>
        </p:txBody>
      </p:sp>
      <p:pic>
        <p:nvPicPr>
          <p:cNvPr id="44" name="图片 43" descr="figure2_01"/>
          <p:cNvPicPr>
            <a:picLocks noChangeAspect="1"/>
          </p:cNvPicPr>
          <p:nvPr/>
        </p:nvPicPr>
        <p:blipFill>
          <a:blip r:embed="rId6"/>
          <a:stretch>
            <a:fillRect/>
          </a:stretch>
        </p:blipFill>
        <p:spPr>
          <a:xfrm>
            <a:off x="3573780" y="916305"/>
            <a:ext cx="3936365" cy="1572260"/>
          </a:xfrm>
          <a:prstGeom prst="rect">
            <a:avLst/>
          </a:prstGeom>
          <a:effectLst>
            <a:outerShdw blurRad="50800" dist="38100" dir="2700000" sx="101000" sy="101000" algn="tl" rotWithShape="0">
              <a:prstClr val="black">
                <a:alpha val="40000"/>
              </a:prstClr>
            </a:outerShdw>
          </a:effectLst>
        </p:spPr>
      </p:pic>
      <p:sp>
        <p:nvSpPr>
          <p:cNvPr id="47" name="右箭头 46"/>
          <p:cNvSpPr/>
          <p:nvPr/>
        </p:nvSpPr>
        <p:spPr>
          <a:xfrm>
            <a:off x="2461260" y="1979295"/>
            <a:ext cx="1112520" cy="120015"/>
          </a:xfrm>
          <a:prstGeom prst="rightArrow">
            <a:avLst/>
          </a:prstGeom>
          <a:noFill/>
          <a:ln w="15875">
            <a:solidFill>
              <a:srgbClr val="0070C0"/>
            </a:solidFill>
            <a:prstDash val="sysDash"/>
          </a:ln>
          <a:effectLst>
            <a:outerShdw blurRad="508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b="1">
              <a:latin typeface="+mj-ea"/>
              <a:ea typeface="+mj-ea"/>
            </a:endParaRPr>
          </a:p>
        </p:txBody>
      </p:sp>
      <p:sp>
        <p:nvSpPr>
          <p:cNvPr id="48" name="矩形 47"/>
          <p:cNvSpPr/>
          <p:nvPr>
            <p:custDataLst>
              <p:tags r:id="rId7"/>
            </p:custDataLst>
          </p:nvPr>
        </p:nvSpPr>
        <p:spPr bwMode="auto">
          <a:xfrm>
            <a:off x="3603625" y="2578735"/>
            <a:ext cx="1228090"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b="1" dirty="0">
                <a:solidFill>
                  <a:schemeClr val="bg1"/>
                </a:solidFill>
                <a:ea typeface="黑体" panose="02010609060101010101" pitchFamily="2" charset="-122"/>
              </a:rPr>
              <a:t>证据</a:t>
            </a:r>
            <a:r>
              <a:rPr lang="zh-CN" altLang="en-US" sz="1600" b="1" dirty="0">
                <a:solidFill>
                  <a:schemeClr val="bg1"/>
                </a:solidFill>
                <a:ea typeface="黑体" panose="02010609060101010101" pitchFamily="2" charset="-122"/>
              </a:rPr>
              <a:t>结构化</a:t>
            </a:r>
            <a:endParaRPr lang="zh-CN" altLang="en-US" sz="1600" b="1" dirty="0">
              <a:solidFill>
                <a:schemeClr val="bg1"/>
              </a:solidFill>
              <a:ea typeface="黑体" panose="02010609060101010101" pitchFamily="2" charset="-122"/>
            </a:endParaRPr>
          </a:p>
        </p:txBody>
      </p:sp>
      <p:sp>
        <p:nvSpPr>
          <p:cNvPr id="49" name="文本框 48"/>
          <p:cNvSpPr txBox="1"/>
          <p:nvPr/>
        </p:nvSpPr>
        <p:spPr>
          <a:xfrm>
            <a:off x="3319780" y="2955925"/>
            <a:ext cx="8721725" cy="3265805"/>
          </a:xfrm>
          <a:prstGeom prst="rect">
            <a:avLst/>
          </a:prstGeom>
          <a:noFill/>
          <a:ln w="19050">
            <a:solidFill>
              <a:schemeClr val="accent2">
                <a:lumMod val="75000"/>
              </a:schemeClr>
            </a:solidFill>
            <a:prstDash val="sysDash"/>
          </a:ln>
        </p:spPr>
        <p:txBody>
          <a:bodyPr wrap="square" rtlCol="0">
            <a:noAutofit/>
          </a:bodyPr>
          <a:p>
            <a:pPr lvl="0" indent="0" algn="l">
              <a:lnSpc>
                <a:spcPct val="110000"/>
              </a:lnSpc>
              <a:buClrTx/>
              <a:buSzTx/>
              <a:buNone/>
            </a:pPr>
            <a:r>
              <a:rPr lang="zh-CN" altLang="en-US" sz="1600" dirty="0">
                <a:latin typeface="Times New Roman" panose="02020603050405020304" pitchFamily="18" charset="0"/>
                <a:ea typeface="微软雅黑" panose="020B0503020204020204" charset="-122"/>
                <a:sym typeface="+mn-ea"/>
              </a:rPr>
              <a:t>证据结构化：将自然语言问题转化为</a:t>
            </a:r>
            <a:r>
              <a:rPr lang="zh-CN" altLang="en-US" sz="1600" dirty="0">
                <a:solidFill>
                  <a:srgbClr val="FF0000"/>
                </a:solidFill>
                <a:latin typeface="Times New Roman" panose="02020603050405020304" pitchFamily="18" charset="0"/>
                <a:ea typeface="微软雅黑" panose="020B0503020204020204" charset="-122"/>
                <a:sym typeface="+mn-ea"/>
              </a:rPr>
              <a:t>满足语义与时间约束的候选证据链</a:t>
            </a:r>
            <a:r>
              <a:rPr lang="zh-CN" altLang="en-US" sz="1600" dirty="0">
                <a:latin typeface="Times New Roman" panose="02020603050405020304" pitchFamily="18" charset="0"/>
                <a:ea typeface="微软雅黑" panose="020B0503020204020204" charset="-122"/>
                <a:sym typeface="+mn-ea"/>
              </a:rPr>
              <a:t>，并逐步编码为可评估的</a:t>
            </a:r>
            <a:r>
              <a:rPr lang="zh-CN" altLang="en-US" sz="1600" dirty="0">
                <a:solidFill>
                  <a:srgbClr val="FF0000"/>
                </a:solidFill>
                <a:latin typeface="Times New Roman" panose="02020603050405020304" pitchFamily="18" charset="0"/>
                <a:ea typeface="微软雅黑" panose="020B0503020204020204" charset="-122"/>
                <a:sym typeface="+mn-ea"/>
              </a:rPr>
              <a:t>前缀状态</a:t>
            </a:r>
            <a:r>
              <a:rPr lang="zh-CN" altLang="en-US" sz="1600" dirty="0">
                <a:latin typeface="Times New Roman" panose="02020603050405020304" pitchFamily="18" charset="0"/>
                <a:ea typeface="微软雅黑" panose="020B0503020204020204" charset="-122"/>
                <a:sym typeface="+mn-ea"/>
              </a:rPr>
              <a:t>。</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endParaRPr lang="en-US" altLang="zh-CN"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400" dirty="0">
                <a:latin typeface="Times New Roman" panose="02020603050405020304" pitchFamily="18" charset="0"/>
                <a:ea typeface="微软雅黑" panose="020B0503020204020204" charset="-122"/>
                <a:sym typeface="+mn-ea"/>
              </a:rPr>
              <a:t>① 结构化问题解析</a:t>
            </a:r>
            <a:endParaRPr lang="zh-CN" altLang="en-US" sz="14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400" dirty="0">
                <a:latin typeface="Times New Roman" panose="02020603050405020304" pitchFamily="18" charset="0"/>
                <a:ea typeface="微软雅黑" panose="020B0503020204020204" charset="-122"/>
                <a:sym typeface="+mn-ea"/>
              </a:rPr>
              <a:t>提取主题实体、参考实体、关系提示、时间条件及答案类型等约束。默认采用规则解析，仅在低置信度情况下调用大模型辅助解析。</a:t>
            </a:r>
            <a:endParaRPr lang="en-US" altLang="zh-CN" sz="14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400" dirty="0">
                <a:latin typeface="Times New Roman" panose="02020603050405020304" pitchFamily="18" charset="0"/>
                <a:ea typeface="微软雅黑" panose="020B0503020204020204" charset="-122"/>
                <a:sym typeface="+mn-ea"/>
              </a:rPr>
              <a:t>② 候选证据链构建</a:t>
            </a:r>
            <a:endParaRPr lang="zh-CN" altLang="en-US" sz="14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400" dirty="0">
                <a:latin typeface="Times New Roman" panose="02020603050405020304" pitchFamily="18" charset="0"/>
                <a:ea typeface="微软雅黑" panose="020B0503020204020204" charset="-122"/>
                <a:sym typeface="+mn-ea"/>
              </a:rPr>
              <a:t>依据结构化约束完成相关事实检索与重排序，并通过时间约束下的束搜索，生成结构连通、时间有效的候选证据链。</a:t>
            </a:r>
            <a:endParaRPr lang="en-US" altLang="zh-CN" sz="14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400" dirty="0">
                <a:latin typeface="Times New Roman" panose="02020603050405020304" pitchFamily="18" charset="0"/>
                <a:ea typeface="微软雅黑" panose="020B0503020204020204" charset="-122"/>
                <a:sym typeface="+mn-ea"/>
              </a:rPr>
              <a:t>③ 链前缀状态评估</a:t>
            </a:r>
            <a:endParaRPr lang="zh-CN" altLang="en-US" sz="14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400" dirty="0">
                <a:latin typeface="Times New Roman" panose="02020603050405020304" pitchFamily="18" charset="0"/>
                <a:ea typeface="微软雅黑" panose="020B0503020204020204" charset="-122"/>
                <a:sym typeface="+mn-ea"/>
              </a:rPr>
              <a:t>使用 </a:t>
            </a:r>
            <a:r>
              <a:rPr lang="en-US" altLang="zh-CN" sz="1400" dirty="0">
                <a:latin typeface="Times New Roman" panose="02020603050405020304" pitchFamily="18" charset="0"/>
                <a:ea typeface="微软雅黑" panose="020B0503020204020204" charset="-122"/>
                <a:sym typeface="+mn-ea"/>
              </a:rPr>
              <a:t>GRU </a:t>
            </a:r>
            <a:r>
              <a:rPr lang="zh-CN" altLang="en-US" sz="1400" dirty="0">
                <a:latin typeface="Times New Roman" panose="02020603050405020304" pitchFamily="18" charset="0"/>
                <a:ea typeface="微软雅黑" panose="020B0503020204020204" charset="-122"/>
                <a:sym typeface="+mn-ea"/>
              </a:rPr>
              <a:t>逐跳编码证据累积过程，并从证据可靠性、停止充分性和答案支持度三个方面评估每个链前缀。</a:t>
            </a:r>
            <a:endParaRPr lang="zh-CN" altLang="en-US" sz="1400" dirty="0">
              <a:latin typeface="Times New Roman" panose="02020603050405020304" pitchFamily="18" charset="0"/>
              <a:ea typeface="微软雅黑" panose="020B0503020204020204" charset="-122"/>
              <a:sym typeface="+mn-ea"/>
            </a:endParaRPr>
          </a:p>
          <a:p>
            <a:pPr lvl="0" indent="0" algn="l">
              <a:lnSpc>
                <a:spcPct val="110000"/>
              </a:lnSpc>
              <a:buClrTx/>
              <a:buSzTx/>
              <a:buNone/>
            </a:pPr>
            <a:endParaRPr lang="en-US" altLang="zh-CN" sz="14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400" dirty="0">
                <a:latin typeface="Times New Roman" panose="02020603050405020304" pitchFamily="18" charset="0"/>
                <a:ea typeface="微软雅黑" panose="020B0503020204020204" charset="-122"/>
                <a:sym typeface="+mn-ea"/>
              </a:rPr>
              <a:t>输出：候选证据链及其前缀状态，为后续反事实证据学习和链间协同竞争提供统一表示。</a:t>
            </a:r>
            <a:endParaRPr lang="zh-CN" altLang="en-US" sz="1400" dirty="0">
              <a:latin typeface="Times New Roman" panose="02020603050405020304" pitchFamily="18" charset="0"/>
              <a:ea typeface="微软雅黑" panose="020B0503020204020204" charset="-122"/>
              <a:sym typeface="+mn-ea"/>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贡献</a:t>
            </a:r>
            <a:r>
              <a:rPr lang="zh-CN" altLang="en-US" sz="2800" b="1" spc="120" dirty="0">
                <a:latin typeface="+mj-ea"/>
                <a:ea typeface="+mj-ea"/>
              </a:rPr>
              <a:t>点</a:t>
            </a:r>
            <a:endParaRPr lang="zh-CN" altLang="en-US" sz="2800" b="1" spc="120" dirty="0">
              <a:latin typeface="+mj-ea"/>
              <a:ea typeface="+mj-ea"/>
            </a:endParaRPr>
          </a:p>
        </p:txBody>
      </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02</a:t>
            </a:r>
            <a:endParaRPr lang="zh-CN" altLang="en-US" sz="2400" b="1" dirty="0">
              <a:solidFill>
                <a:schemeClr val="bg1"/>
              </a:solidFill>
            </a:endParaRPr>
          </a:p>
        </p:txBody>
      </p:sp>
      <p:grpSp>
        <p:nvGrpSpPr>
          <p:cNvPr id="4" name="组合 3"/>
          <p:cNvGrpSpPr/>
          <p:nvPr/>
        </p:nvGrpSpPr>
        <p:grpSpPr>
          <a:xfrm>
            <a:off x="660400" y="6421869"/>
            <a:ext cx="2189816" cy="234085"/>
            <a:chOff x="1044148" y="5205146"/>
            <a:chExt cx="2189816" cy="234085"/>
          </a:xfrm>
        </p:grpSpPr>
        <p:sp>
          <p:nvSpPr>
            <p:cNvPr id="5" name="任意多边形: 形状 19"/>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6" name="任意多边形: 形状 20"/>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9" name="组合 8"/>
          <p:cNvGrpSpPr/>
          <p:nvPr/>
        </p:nvGrpSpPr>
        <p:grpSpPr>
          <a:xfrm>
            <a:off x="10275782" y="6410111"/>
            <a:ext cx="1243118" cy="245843"/>
            <a:chOff x="10275782" y="188913"/>
            <a:chExt cx="1243118" cy="245843"/>
          </a:xfrm>
        </p:grpSpPr>
        <p:pic>
          <p:nvPicPr>
            <p:cNvPr id="10" name="图形 22"/>
            <p:cNvPicPr>
              <a:picLocks noChangeAspect="1"/>
            </p:cNvPicPr>
            <p:nvPr userDrawn="1"/>
          </p:nvPicPr>
          <p:blipFill>
            <a:blip r:embed="rId1" cstate="email">
              <a:extLst>
                <a:ext uri="{96DAC541-7B7A-43D3-8B79-37D633B846F1}">
                  <asvg:svgBlip xmlns:asvg="http://schemas.microsoft.com/office/drawing/2016/SVG/main" r:embed="rId2"/>
                </a:ext>
              </a:extLst>
            </a:blip>
            <a:stretch>
              <a:fillRect/>
            </a:stretch>
          </p:blipFill>
          <p:spPr>
            <a:xfrm>
              <a:off x="10555917" y="205185"/>
              <a:ext cx="962983" cy="216478"/>
            </a:xfrm>
            <a:prstGeom prst="rect">
              <a:avLst/>
            </a:prstGeom>
          </p:spPr>
        </p:pic>
        <p:pic>
          <p:nvPicPr>
            <p:cNvPr id="11" name="图形 23"/>
            <p:cNvPicPr>
              <a:picLocks noChangeAspect="1"/>
            </p:cNvPicPr>
            <p:nvPr userDrawn="1"/>
          </p:nvPicPr>
          <p:blipFill>
            <a:blip r:embed="rId3" cstate="email">
              <a:extLst>
                <a:ext uri="{96DAC541-7B7A-43D3-8B79-37D633B846F1}">
                  <asvg:svgBlip xmlns:asvg="http://schemas.microsoft.com/office/drawing/2016/SVG/main" r:embed="rId4"/>
                </a:ext>
              </a:extLst>
            </a:blip>
            <a:stretch>
              <a:fillRect/>
            </a:stretch>
          </p:blipFill>
          <p:spPr>
            <a:xfrm>
              <a:off x="10275782" y="188913"/>
              <a:ext cx="187431" cy="245843"/>
            </a:xfrm>
            <a:prstGeom prst="rect">
              <a:avLst/>
            </a:prstGeom>
          </p:spPr>
        </p:pic>
      </p:grpSp>
      <p:sp>
        <p:nvSpPr>
          <p:cNvPr id="46" name="矩形 45"/>
          <p:cNvSpPr/>
          <p:nvPr/>
        </p:nvSpPr>
        <p:spPr>
          <a:xfrm>
            <a:off x="3139440" y="925830"/>
            <a:ext cx="6454140" cy="5577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b="1">
              <a:latin typeface="+mj-ea"/>
              <a:ea typeface="+mj-ea"/>
            </a:endParaRPr>
          </a:p>
        </p:txBody>
      </p:sp>
      <p:sp>
        <p:nvSpPr>
          <p:cNvPr id="7" name="矩形 6"/>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pic>
        <p:nvPicPr>
          <p:cNvPr id="29" name="图片 28" descr="model4_01"/>
          <p:cNvPicPr>
            <a:picLocks noChangeAspect="1"/>
          </p:cNvPicPr>
          <p:nvPr/>
        </p:nvPicPr>
        <p:blipFill>
          <a:blip r:embed="rId5"/>
          <a:stretch>
            <a:fillRect/>
          </a:stretch>
        </p:blipFill>
        <p:spPr>
          <a:xfrm>
            <a:off x="1275715" y="933450"/>
            <a:ext cx="9496425" cy="5523865"/>
          </a:xfrm>
          <a:prstGeom prst="rect">
            <a:avLst/>
          </a:prstGeom>
        </p:spPr>
      </p:pic>
      <p:sp>
        <p:nvSpPr>
          <p:cNvPr id="8" name="矩形 7"/>
          <p:cNvSpPr/>
          <p:nvPr/>
        </p:nvSpPr>
        <p:spPr>
          <a:xfrm>
            <a:off x="0" y="915670"/>
            <a:ext cx="4382135" cy="5527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b="1">
              <a:latin typeface="+mj-ea"/>
              <a:ea typeface="+mj-ea"/>
            </a:endParaRPr>
          </a:p>
        </p:txBody>
      </p:sp>
      <p:sp>
        <p:nvSpPr>
          <p:cNvPr id="12" name="矩形 11"/>
          <p:cNvSpPr/>
          <p:nvPr/>
        </p:nvSpPr>
        <p:spPr>
          <a:xfrm>
            <a:off x="7762240" y="928370"/>
            <a:ext cx="4382135" cy="5527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b="1">
              <a:latin typeface="+mj-ea"/>
              <a:ea typeface="+mj-ea"/>
            </a:endParaRPr>
          </a:p>
        </p:txBody>
      </p:sp>
      <p:sp>
        <p:nvSpPr>
          <p:cNvPr id="13" name="矩形 12"/>
          <p:cNvSpPr/>
          <p:nvPr>
            <p:custDataLst>
              <p:tags r:id="rId6"/>
            </p:custDataLst>
          </p:nvPr>
        </p:nvSpPr>
        <p:spPr bwMode="auto">
          <a:xfrm>
            <a:off x="935355" y="1680845"/>
            <a:ext cx="1439545"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bg1"/>
                </a:solidFill>
                <a:effectLst/>
                <a:latin typeface="Arial" panose="020B0604020202020204" pitchFamily="34" charset="0"/>
                <a:ea typeface="黑体" panose="02010609060101010101" pitchFamily="2" charset="-122"/>
              </a:rPr>
              <a:t>弱正前缀</a:t>
            </a:r>
            <a:endParaRPr kumimoji="0" lang="zh-CN" altLang="en-US" sz="1600" b="1" i="0" u="none" strike="noStrike" cap="none" normalizeH="0" baseline="0" dirty="0">
              <a:ln>
                <a:noFill/>
              </a:ln>
              <a:solidFill>
                <a:schemeClr val="bg1"/>
              </a:solidFill>
              <a:effectLst/>
              <a:latin typeface="Arial" panose="020B0604020202020204" pitchFamily="34" charset="0"/>
              <a:ea typeface="黑体" panose="02010609060101010101" pitchFamily="2" charset="-122"/>
            </a:endParaRPr>
          </a:p>
        </p:txBody>
      </p:sp>
      <mc:AlternateContent xmlns:mc="http://schemas.openxmlformats.org/markup-compatibility/2006">
        <mc:Choice xmlns:a14="http://schemas.microsoft.com/office/drawing/2010/main" Requires="a14">
          <p:sp>
            <p:nvSpPr>
              <p:cNvPr id="14" name="文本框 13"/>
              <p:cNvSpPr txBox="1"/>
              <p:nvPr/>
            </p:nvSpPr>
            <p:spPr>
              <a:xfrm>
                <a:off x="651510" y="2058035"/>
                <a:ext cx="3510280" cy="3576955"/>
              </a:xfrm>
              <a:prstGeom prst="rect">
                <a:avLst/>
              </a:prstGeom>
              <a:noFill/>
              <a:ln w="19050">
                <a:solidFill>
                  <a:schemeClr val="accent2">
                    <a:lumMod val="75000"/>
                  </a:schemeClr>
                </a:solidFill>
                <a:prstDash val="sysDash"/>
              </a:ln>
            </p:spPr>
            <p:txBody>
              <a:bodyPr wrap="square" rtlCol="0">
                <a:noAutofit/>
              </a:bodyPr>
              <a:p>
                <a:pPr marL="285750" lvl="0" indent="-285750" algn="l">
                  <a:lnSpc>
                    <a:spcPct val="110000"/>
                  </a:lnSpc>
                  <a:buClrTx/>
                  <a:buSzTx/>
                  <a:buFont typeface="Arial" panose="020B0604020202020204" pitchFamily="34" charset="0"/>
                  <a:buChar char="•"/>
                </a:pPr>
                <a:r>
                  <a:rPr lang="zh-CN" altLang="en-US" sz="1600" dirty="0">
                    <a:latin typeface="Times New Roman" panose="02020603050405020304" pitchFamily="18" charset="0"/>
                    <a:ea typeface="微软雅黑" panose="020B0503020204020204" charset="-122"/>
                    <a:sym typeface="+mn-ea"/>
                  </a:rPr>
                  <a:t>训练数据只提供最终答案，无法直接判断中间证据是否有效。</a:t>
                </a:r>
                <a:endParaRPr lang="zh-CN" altLang="en-US" sz="1600" dirty="0">
                  <a:latin typeface="Times New Roman" panose="02020603050405020304" pitchFamily="18" charset="0"/>
                  <a:ea typeface="微软雅黑" panose="020B0503020204020204" charset="-122"/>
                  <a:sym typeface="+mn-ea"/>
                </a:endParaRPr>
              </a:p>
              <a:p>
                <a:pPr marL="285750" lvl="0" indent="-285750" algn="l">
                  <a:lnSpc>
                    <a:spcPct val="110000"/>
                  </a:lnSpc>
                  <a:buClrTx/>
                  <a:buSzTx/>
                  <a:buFont typeface="Arial" panose="020B0604020202020204" pitchFamily="34" charset="0"/>
                  <a:buChar char="•"/>
                </a:pPr>
                <a:endParaRPr lang="en-US" altLang="zh-CN" sz="1600" dirty="0">
                  <a:latin typeface="Times New Roman" panose="02020603050405020304" pitchFamily="18" charset="0"/>
                  <a:ea typeface="微软雅黑" panose="020B0503020204020204" charset="-122"/>
                  <a:sym typeface="+mn-ea"/>
                </a:endParaRPr>
              </a:p>
              <a:p>
                <a:pPr marL="285750" lvl="0" indent="-285750" algn="l">
                  <a:lnSpc>
                    <a:spcPct val="110000"/>
                  </a:lnSpc>
                  <a:buClrTx/>
                  <a:buSzTx/>
                  <a:buFont typeface="Arial" panose="020B0604020202020204" pitchFamily="34" charset="0"/>
                  <a:buChar char="•"/>
                </a:pPr>
                <a:r>
                  <a:rPr lang="zh-CN" altLang="en-US" sz="1600" dirty="0">
                    <a:latin typeface="Times New Roman" panose="02020603050405020304" pitchFamily="18" charset="0"/>
                    <a:ea typeface="微软雅黑" panose="020B0503020204020204" charset="-122"/>
                    <a:sym typeface="+mn-ea"/>
                  </a:rPr>
                  <a:t>对于前缀 </a:t>
                </a:r>
                <a14:m>
                  <m:oMath xmlns:m="http://schemas.openxmlformats.org/officeDocument/2006/math">
                    <m:sSubSup>
                      <m:sSubSupPr>
                        <m:ctrl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ctrlPr>
                      </m:sSubSupPr>
                      <m:e>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𝐶</m:t>
                        </m:r>
                      </m:e>
                      <m:sub>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𝑖</m:t>
                        </m:r>
                      </m:sub>
                      <m: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ℎ</m:t>
                        </m:r>
                      </m:sup>
                    </m:sSubSup>
                  </m:oMath>
                </a14:m>
                <a:r>
                  <a:rPr lang="en-US" altLang="zh-CN" sz="1600" dirty="0">
                    <a:latin typeface="Times New Roman" panose="02020603050405020304" pitchFamily="18" charset="0"/>
                    <a:ea typeface="微软雅黑" panose="020B0503020204020204" charset="-122"/>
                    <a:sym typeface="+mn-ea"/>
                  </a:rPr>
                  <a:t>，</a:t>
                </a:r>
                <a:r>
                  <a:rPr lang="zh-CN" altLang="en-US" sz="1600" dirty="0">
                    <a:latin typeface="Times New Roman" panose="02020603050405020304" pitchFamily="18" charset="0"/>
                    <a:ea typeface="微软雅黑" panose="020B0503020204020204" charset="-122"/>
                    <a:sym typeface="+mn-ea"/>
                  </a:rPr>
                  <a:t>若其同时满足：</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AnswerSupport</m:t>
                      </m:r>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m:t>
                      </m:r>
                      <m:sSubSup>
                        <m:sSubSupPr>
                          <m:ctrl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ctrlPr>
                        </m:sSubSupPr>
                        <m:e>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𝐶</m:t>
                          </m:r>
                        </m:e>
                        <m:sub>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𝑖</m:t>
                          </m:r>
                        </m:sub>
                        <m: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ℎ</m:t>
                          </m:r>
                        </m:sup>
                      </m:sSub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m:t>
                      </m:r>
                      <m:sSup>
                        <m:sSupPr>
                          <m:ctrl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ctrlPr>
                        </m:sSupPr>
                        <m:e>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𝑎</m:t>
                          </m:r>
                        </m:e>
                        <m: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m:t>
                          </m:r>
                        </m:sup>
                      </m:s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 </m:t>
                      </m:r>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TemporalConsistency</m:t>
                      </m:r>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m:t>
                      </m:r>
                      <m:sSubSup>
                        <m:sSubSupPr>
                          <m:ctrl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ctrlPr>
                        </m:sSubSupPr>
                        <m:e>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𝐶</m:t>
                          </m:r>
                        </m:e>
                        <m:sub>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𝑖</m:t>
                          </m:r>
                        </m:sub>
                        <m: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ℎ</m:t>
                          </m:r>
                        </m:sup>
                      </m:sSub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m:t>
                      </m:r>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𝑞</m:t>
                      </m:r>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  ∧ </m:t>
                      </m:r>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TypeConsistency</m:t>
                      </m:r>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m:t>
                      </m:r>
                      <m:sSubSup>
                        <m:sSubSupPr>
                          <m:ctrl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ctrlPr>
                        </m:sSubSupPr>
                        <m:e>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𝐶</m:t>
                          </m:r>
                        </m:e>
                        <m:sub>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𝑖</m:t>
                          </m:r>
                        </m:sub>
                        <m: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ℎ</m:t>
                          </m:r>
                        </m:sup>
                      </m:sSubSup>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m:t>
                      </m:r>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𝑞</m:t>
                      </m:r>
                      <m: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m:t>
                      </m:r>
                    </m:oMath>
                  </m:oMathPara>
                </a14:m>
                <a:endParaRPr lang="en-US" altLang="zh-CN" sz="1600" dirty="0">
                  <a:latin typeface="Times New Roman" panose="02020603050405020304" pitchFamily="18" charset="0"/>
                  <a:ea typeface="微软雅黑" panose="020B0503020204020204" charset="-122"/>
                  <a:sym typeface="+mn-ea"/>
                </a:endParaRPr>
              </a:p>
              <a:p>
                <a:pPr lvl="0" indent="0" algn="l">
                  <a:lnSpc>
                    <a:spcPct val="110000"/>
                  </a:lnSpc>
                  <a:buClrTx/>
                  <a:buSzTx/>
                  <a:buFont typeface="Arial" panose="020B0604020202020204" pitchFamily="34" charset="0"/>
                  <a:buNone/>
                </a:pPr>
                <a:r>
                  <a:rPr lang="en-US" altLang="zh-CN" sz="1600" dirty="0">
                    <a:latin typeface="Times New Roman" panose="02020603050405020304" pitchFamily="18" charset="0"/>
                    <a:ea typeface="微软雅黑" panose="020B0503020204020204" charset="-122"/>
                    <a:sym typeface="+mn-ea"/>
                  </a:rPr>
                  <a:t>      </a:t>
                </a:r>
                <a:r>
                  <a:rPr lang="zh-CN" altLang="en-US" sz="1600" dirty="0">
                    <a:latin typeface="Times New Roman" panose="02020603050405020304" pitchFamily="18" charset="0"/>
                    <a:ea typeface="微软雅黑" panose="020B0503020204020204" charset="-122"/>
                    <a:sym typeface="+mn-ea"/>
                  </a:rPr>
                  <a:t>则将其视为</a:t>
                </a:r>
                <a:r>
                  <a:rPr lang="zh-CN" altLang="en-US" sz="1600" dirty="0">
                    <a:solidFill>
                      <a:srgbClr val="FF0000"/>
                    </a:solidFill>
                    <a:latin typeface="Times New Roman" panose="02020603050405020304" pitchFamily="18" charset="0"/>
                    <a:ea typeface="微软雅黑" panose="020B0503020204020204" charset="-122"/>
                    <a:sym typeface="+mn-ea"/>
                  </a:rPr>
                  <a:t>弱正前缀</a:t>
                </a:r>
                <a:endParaRPr lang="zh-CN" altLang="en-US" sz="1600" dirty="0">
                  <a:latin typeface="Times New Roman" panose="02020603050405020304" pitchFamily="18" charset="0"/>
                  <a:ea typeface="微软雅黑" panose="020B0503020204020204" charset="-122"/>
                  <a:sym typeface="+mn-ea"/>
                </a:endParaRPr>
              </a:p>
              <a:p>
                <a:pPr marL="285750" lvl="0" indent="-285750" algn="l">
                  <a:lnSpc>
                    <a:spcPct val="110000"/>
                  </a:lnSpc>
                  <a:buClrTx/>
                  <a:buSzTx/>
                  <a:buFont typeface="Arial" panose="020B0604020202020204" pitchFamily="34" charset="0"/>
                  <a:buChar char="•"/>
                </a:pPr>
                <a:endParaRPr lang="en-US" altLang="zh-CN" sz="1600" dirty="0">
                  <a:latin typeface="Times New Roman" panose="02020603050405020304" pitchFamily="18" charset="0"/>
                  <a:ea typeface="微软雅黑" panose="020B0503020204020204" charset="-122"/>
                  <a:sym typeface="+mn-ea"/>
                </a:endParaRPr>
              </a:p>
              <a:p>
                <a:pPr marL="285750" lvl="0" indent="-285750" algn="l">
                  <a:lnSpc>
                    <a:spcPct val="110000"/>
                  </a:lnSpc>
                  <a:buClrTx/>
                  <a:buSzTx/>
                  <a:buFont typeface="Arial" panose="020B0604020202020204" pitchFamily="34" charset="0"/>
                  <a:buChar char="•"/>
                </a:pPr>
                <a:r>
                  <a:rPr lang="zh-CN" altLang="en-US" sz="1600" dirty="0">
                    <a:latin typeface="Times New Roman" panose="02020603050405020304" pitchFamily="18" charset="0"/>
                    <a:ea typeface="微软雅黑" panose="020B0503020204020204" charset="-122"/>
                    <a:sym typeface="+mn-ea"/>
                  </a:rPr>
                  <a:t>同一路径中最早满足条件的前缀作为停止位置，用于学习何时证据已经充分。</a:t>
                </a:r>
                <a:endParaRPr lang="zh-CN" altLang="en-US" sz="1600" dirty="0">
                  <a:latin typeface="Times New Roman" panose="02020603050405020304" pitchFamily="18" charset="0"/>
                  <a:ea typeface="微软雅黑" panose="020B0503020204020204" charset="-122"/>
                  <a:sym typeface="+mn-ea"/>
                </a:endParaRPr>
              </a:p>
            </p:txBody>
          </p:sp>
        </mc:Choice>
        <mc:Fallback>
          <p:sp>
            <p:nvSpPr>
              <p:cNvPr id="14" name="文本框 13"/>
              <p:cNvSpPr txBox="1">
                <a:spLocks noRot="1" noChangeAspect="1" noMove="1" noResize="1" noEditPoints="1" noAdjustHandles="1" noChangeArrowheads="1" noChangeShapeType="1" noTextEdit="1"/>
              </p:cNvSpPr>
              <p:nvPr/>
            </p:nvSpPr>
            <p:spPr>
              <a:xfrm>
                <a:off x="651510" y="2058035"/>
                <a:ext cx="3510280" cy="3576955"/>
              </a:xfrm>
              <a:prstGeom prst="rect">
                <a:avLst/>
              </a:prstGeom>
              <a:blipFill rotWithShape="1">
                <a:blip r:embed="rId7"/>
                <a:stretch>
                  <a:fillRect l="-271" t="-266" r="-271" b="-266"/>
                </a:stretch>
              </a:blipFill>
              <a:ln w="19050">
                <a:solidFill>
                  <a:schemeClr val="accent2">
                    <a:lumMod val="75000"/>
                  </a:schemeClr>
                </a:solidFill>
                <a:prstDash val="sysDash"/>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028940" y="1302385"/>
                <a:ext cx="3510280" cy="4450080"/>
              </a:xfrm>
              <a:prstGeom prst="rect">
                <a:avLst/>
              </a:prstGeom>
              <a:noFill/>
              <a:ln w="19050">
                <a:solidFill>
                  <a:schemeClr val="accent2">
                    <a:lumMod val="75000"/>
                  </a:schemeClr>
                </a:solidFill>
                <a:prstDash val="sysDash"/>
              </a:ln>
            </p:spPr>
            <p:txBody>
              <a:bodyPr wrap="square" rtlCol="0">
                <a:noAutofit/>
              </a:bodyPr>
              <a:p>
                <a:pPr marL="285750" lvl="0" indent="-285750" algn="l">
                  <a:buClrTx/>
                  <a:buSzTx/>
                  <a:buFont typeface="Arial" panose="020B0604020202020204" pitchFamily="34" charset="0"/>
                  <a:buChar char="•"/>
                </a:pPr>
                <a:r>
                  <a:rPr lang="zh-CN" altLang="en-US" sz="1600" dirty="0">
                    <a:latin typeface="Times New Roman" panose="02020603050405020304" pitchFamily="18" charset="0"/>
                    <a:ea typeface="微软雅黑" panose="020B0503020204020204" charset="-122"/>
                    <a:sym typeface="+mn-ea"/>
                  </a:rPr>
                  <a:t>从弱正前缀出发，分别</a:t>
                </a:r>
                <a:r>
                  <a:rPr lang="zh-CN" altLang="en-US" sz="1600" dirty="0">
                    <a:solidFill>
                      <a:srgbClr val="FF0000"/>
                    </a:solidFill>
                    <a:latin typeface="Times New Roman" panose="02020603050405020304" pitchFamily="18" charset="0"/>
                    <a:ea typeface="微软雅黑" panose="020B0503020204020204" charset="-122"/>
                    <a:sym typeface="+mn-ea"/>
                  </a:rPr>
                  <a:t>扰动末端事实的时间、关系、桥接实体和答案尾实体</a:t>
                </a:r>
                <a:r>
                  <a:rPr lang="zh-CN" altLang="en-US" sz="1600" dirty="0">
                    <a:latin typeface="Times New Roman" panose="02020603050405020304" pitchFamily="18" charset="0"/>
                    <a:ea typeface="微软雅黑" panose="020B0503020204020204" charset="-122"/>
                    <a:sym typeface="+mn-ea"/>
                  </a:rPr>
                  <a:t>，构造与原前缀相近但证据失效的反事实样本。</a:t>
                </a:r>
                <a:endParaRPr lang="zh-CN" altLang="en-US" sz="1600" dirty="0">
                  <a:latin typeface="Times New Roman" panose="02020603050405020304" pitchFamily="18" charset="0"/>
                  <a:ea typeface="微软雅黑" panose="020B0503020204020204" charset="-122"/>
                  <a:sym typeface="+mn-ea"/>
                </a:endParaRPr>
              </a:p>
              <a:p>
                <a:pPr marL="285750" lvl="0" indent="-285750" algn="l">
                  <a:buClrTx/>
                  <a:buSzTx/>
                  <a:buFont typeface="Arial" panose="020B0604020202020204" pitchFamily="34" charset="0"/>
                  <a:buChar char="•"/>
                </a:pPr>
                <a:endParaRPr lang="en-US" altLang="zh-CN" sz="1600" dirty="0">
                  <a:latin typeface="Times New Roman" panose="02020603050405020304" pitchFamily="18" charset="0"/>
                  <a:ea typeface="微软雅黑" panose="020B0503020204020204" charset="-122"/>
                  <a:sym typeface="+mn-ea"/>
                </a:endParaRPr>
              </a:p>
              <a:p>
                <a:pPr marL="285750" lvl="0" indent="-285750" algn="l">
                  <a:buClrTx/>
                  <a:buSzTx/>
                  <a:buFont typeface="Arial" panose="020B0604020202020204" pitchFamily="34" charset="0"/>
                  <a:buChar char="•"/>
                </a:pPr>
                <a:r>
                  <a:rPr lang="zh-CN" altLang="en-US" sz="1600" dirty="0">
                    <a:latin typeface="Times New Roman" panose="02020603050405020304" pitchFamily="18" charset="0"/>
                    <a:ea typeface="微软雅黑" panose="020B0503020204020204" charset="-122"/>
                    <a:sym typeface="+mn-ea"/>
                  </a:rPr>
                  <a:t>联合学习前缀可靠性、停止充分性和反事实区分能力，使有效前缀的得分高于相似但错误的前缀。</a:t>
                </a:r>
                <a:endParaRPr lang="zh-CN" altLang="en-US" sz="1600" dirty="0">
                  <a:latin typeface="Times New Roman" panose="02020603050405020304" pitchFamily="18" charset="0"/>
                  <a:ea typeface="微软雅黑" panose="020B0503020204020204" charset="-122"/>
                  <a:sym typeface="+mn-ea"/>
                </a:endParaRPr>
              </a:p>
              <a:p>
                <a:pPr marL="285750" lvl="0" indent="-285750" algn="l">
                  <a:buClrTx/>
                  <a:buSzTx/>
                  <a:buFont typeface="Arial" panose="020B0604020202020204" pitchFamily="34" charset="0"/>
                  <a:buChar char="•"/>
                </a:pPr>
                <a:endParaRPr lang="en-US" altLang="zh-CN" sz="1600" dirty="0">
                  <a:latin typeface="Times New Roman" panose="02020603050405020304" pitchFamily="18" charset="0"/>
                  <a:ea typeface="微软雅黑" panose="020B0503020204020204" charset="-122"/>
                  <a:sym typeface="+mn-ea"/>
                </a:endParaRPr>
              </a:p>
              <a:p>
                <a:pPr marL="285750" lvl="0" indent="-285750" algn="l">
                  <a:buClrTx/>
                  <a:buSzTx/>
                  <a:buFont typeface="Arial" panose="020B0604020202020204" pitchFamily="34" charset="0"/>
                  <a:buChar char="•"/>
                </a:pPr>
                <a:r>
                  <a:rPr lang="zh-CN" altLang="en-US" sz="1600" dirty="0">
                    <a:latin typeface="Times New Roman" panose="02020603050405020304" pitchFamily="18" charset="0"/>
                    <a:ea typeface="微软雅黑" panose="020B0503020204020204" charset="-122"/>
                    <a:sym typeface="+mn-ea"/>
                  </a:rPr>
                  <a:t>最终目标：</a:t>
                </a:r>
                <a:endParaRPr lang="zh-CN" altLang="en-US" sz="1600" dirty="0">
                  <a:latin typeface="Times New Roman" panose="02020603050405020304" pitchFamily="18" charset="0"/>
                  <a:ea typeface="微软雅黑" panose="020B0503020204020204" charset="-122"/>
                  <a:sym typeface="+mn-ea"/>
                </a:endParaRPr>
              </a:p>
              <a:p>
                <a:pPr lvl="0" indent="0" algn="l">
                  <a:buClrTx/>
                  <a:buSzTx/>
                  <a:buFont typeface="Arial" panose="020B0604020202020204" pitchFamily="34" charset="0"/>
                  <a:buNone/>
                </a:pPr>
                <a:r>
                  <a:rPr lang="en-US" altLang="zh-CN" sz="1600" dirty="0">
                    <a:latin typeface="Times New Roman" panose="02020603050405020304" pitchFamily="18" charset="0"/>
                    <a:ea typeface="微软雅黑" panose="020B0503020204020204" charset="-122"/>
                    <a:sym typeface="+mn-ea"/>
                  </a:rPr>
                  <a:t>      </a:t>
                </a:r>
                <a:r>
                  <a:rPr lang="en-US" altLang="zh-CN" sz="1600" dirty="0">
                    <a:solidFill>
                      <a:srgbClr val="FF0000"/>
                    </a:solidFill>
                    <a:latin typeface="Times New Roman" panose="02020603050405020304" pitchFamily="18" charset="0"/>
                    <a:ea typeface="微软雅黑" panose="020B0503020204020204" charset="-122"/>
                    <a:sym typeface="+mn-ea"/>
                  </a:rPr>
                  <a:t>L = α</a:t>
                </a:r>
                <a14:m>
                  <m:oMath xmlns:m="http://schemas.openxmlformats.org/officeDocument/2006/math">
                    <m:sSub>
                      <m:sSubPr>
                        <m:ctrlP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ctrlPr>
                      </m:sSubPr>
                      <m:e>
                        <m: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t> </m:t>
                        </m:r>
                        <m: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t>𝐿</m:t>
                        </m:r>
                      </m:e>
                      <m:sub>
                        <m: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t>𝑝𝑟𝑒𝑓𝑖𝑥</m:t>
                        </m:r>
                      </m:sub>
                    </m:sSub>
                  </m:oMath>
                </a14:m>
                <a:r>
                  <a:rPr lang="en-US" altLang="zh-CN" sz="1600" dirty="0">
                    <a:solidFill>
                      <a:srgbClr val="FF0000"/>
                    </a:solidFill>
                    <a:latin typeface="Times New Roman" panose="02020603050405020304" pitchFamily="18" charset="0"/>
                    <a:ea typeface="微软雅黑" panose="020B0503020204020204" charset="-122"/>
                    <a:sym typeface="+mn-ea"/>
                  </a:rPr>
                  <a:t> + β</a:t>
                </a:r>
                <a14:m>
                  <m:oMath xmlns:m="http://schemas.openxmlformats.org/officeDocument/2006/math">
                    <m:sSub>
                      <m:sSubPr>
                        <m:ctrlP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ctrlPr>
                      </m:sSubPr>
                      <m:e>
                        <m: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t> </m:t>
                        </m:r>
                        <m: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t>𝐿</m:t>
                        </m:r>
                      </m:e>
                      <m:sub>
                        <m: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t>𝑠𝑡𝑜𝑝</m:t>
                        </m:r>
                      </m:sub>
                    </m:sSub>
                  </m:oMath>
                </a14:m>
                <a:r>
                  <a:rPr lang="en-US" altLang="zh-CN" sz="1600" dirty="0">
                    <a:solidFill>
                      <a:srgbClr val="FF0000"/>
                    </a:solidFill>
                    <a:latin typeface="Times New Roman" panose="02020603050405020304" pitchFamily="18" charset="0"/>
                    <a:ea typeface="微软雅黑" panose="020B0503020204020204" charset="-122"/>
                    <a:sym typeface="+mn-ea"/>
                  </a:rPr>
                  <a:t> + γ </a:t>
                </a:r>
                <a14:m>
                  <m:oMath xmlns:m="http://schemas.openxmlformats.org/officeDocument/2006/math">
                    <m:sSub>
                      <m:sSubPr>
                        <m:ctrlP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ctrlPr>
                      </m:sSubPr>
                      <m:e>
                        <m: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t>𝐿</m:t>
                        </m:r>
                      </m:e>
                      <m:sub>
                        <m:r>
                          <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rPr>
                          <m:t>𝑐𝑓</m:t>
                        </m:r>
                      </m:sub>
                    </m:sSub>
                  </m:oMath>
                </a14:m>
                <a:endParaRPr lang="en-US" altLang="zh-CN" sz="1600" i="1" dirty="0">
                  <a:solidFill>
                    <a:srgbClr val="FF0000"/>
                  </a:solidFill>
                  <a:latin typeface="Cambria Math" panose="02040503050406030204" pitchFamily="18" charset="0"/>
                  <a:ea typeface="微软雅黑" panose="020B0503020204020204" charset="-122"/>
                  <a:cs typeface="Cambria Math" panose="02040503050406030204" pitchFamily="18" charset="0"/>
                  <a:sym typeface="+mn-ea"/>
                </a:endParaRPr>
              </a:p>
              <a:p>
                <a:pPr lvl="0" indent="0" algn="l">
                  <a:buClrTx/>
                  <a:buSzTx/>
                  <a:buFont typeface="Arial" panose="020B0604020202020204" pitchFamily="34" charset="0"/>
                  <a:buNone/>
                </a:pPr>
                <a:endParaRPr lang="en-US" altLang="zh-CN" sz="1600" dirty="0">
                  <a:latin typeface="Times New Roman" panose="02020603050405020304" pitchFamily="18" charset="0"/>
                  <a:ea typeface="微软雅黑" panose="020B0503020204020204" charset="-122"/>
                  <a:sym typeface="+mn-ea"/>
                </a:endParaRPr>
              </a:p>
              <a:p>
                <a:pPr lvl="0" indent="0" algn="l">
                  <a:lnSpc>
                    <a:spcPct val="160000"/>
                  </a:lnSpc>
                  <a:buClrTx/>
                  <a:buSzTx/>
                  <a:buFont typeface="Arial" panose="020B0604020202020204" pitchFamily="34" charset="0"/>
                  <a:buNone/>
                </a:pPr>
                <a14:m>
                  <m:oMath xmlns:m="http://schemas.openxmlformats.org/officeDocument/2006/math">
                    <m:sSub>
                      <m:sSubPr>
                        <m:ctrl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ctrlPr>
                      </m:sSubPr>
                      <m:e>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𝐿</m:t>
                        </m:r>
                      </m:e>
                      <m:sub>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𝑝𝑟𝑒𝑓𝑖𝑥</m:t>
                        </m:r>
                      </m:sub>
                    </m:sSub>
                  </m:oMath>
                </a14:m>
                <a:r>
                  <a:rPr lang="en-US" altLang="zh-CN" sz="1600" dirty="0">
                    <a:latin typeface="Times New Roman" panose="02020603050405020304" pitchFamily="18" charset="0"/>
                    <a:ea typeface="微软雅黑" panose="020B0503020204020204" charset="-122"/>
                    <a:sym typeface="+mn-ea"/>
                  </a:rPr>
                  <a:t>：</a:t>
                </a:r>
                <a:r>
                  <a:rPr lang="zh-CN" altLang="en-US" sz="1600" dirty="0">
                    <a:latin typeface="Times New Roman" panose="02020603050405020304" pitchFamily="18" charset="0"/>
                    <a:ea typeface="微软雅黑" panose="020B0503020204020204" charset="-122"/>
                    <a:sym typeface="+mn-ea"/>
                  </a:rPr>
                  <a:t>判断前缀是否可靠  </a:t>
                </a:r>
                <a:endParaRPr lang="zh-CN" altLang="en-US" sz="1600" dirty="0">
                  <a:latin typeface="Times New Roman" panose="02020603050405020304" pitchFamily="18" charset="0"/>
                  <a:ea typeface="微软雅黑" panose="020B0503020204020204" charset="-122"/>
                  <a:sym typeface="+mn-ea"/>
                </a:endParaRPr>
              </a:p>
              <a:p>
                <a:pPr lvl="0" indent="0" algn="l">
                  <a:lnSpc>
                    <a:spcPct val="160000"/>
                  </a:lnSpc>
                  <a:buClrTx/>
                  <a:buSzTx/>
                  <a:buFont typeface="Arial" panose="020B0604020202020204" pitchFamily="34" charset="0"/>
                  <a:buNone/>
                </a:pPr>
                <a14:m>
                  <m:oMath xmlns:m="http://schemas.openxmlformats.org/officeDocument/2006/math">
                    <m:sSub>
                      <m:sSubPr>
                        <m:ctrl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ctrlPr>
                      </m:sSubPr>
                      <m:e>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𝐿</m:t>
                        </m:r>
                      </m:e>
                      <m:sub>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𝑠𝑡𝑜𝑝</m:t>
                        </m:r>
                      </m:sub>
                    </m:sSub>
                  </m:oMath>
                </a14:m>
                <a:r>
                  <a:rPr lang="en-US" altLang="zh-CN" sz="1600" dirty="0">
                    <a:latin typeface="Times New Roman" panose="02020603050405020304" pitchFamily="18" charset="0"/>
                    <a:ea typeface="微软雅黑" panose="020B0503020204020204" charset="-122"/>
                    <a:sym typeface="+mn-ea"/>
                  </a:rPr>
                  <a:t>：</a:t>
                </a:r>
                <a:r>
                  <a:rPr lang="zh-CN" altLang="en-US" sz="1600" dirty="0">
                    <a:latin typeface="Times New Roman" panose="02020603050405020304" pitchFamily="18" charset="0"/>
                    <a:ea typeface="微软雅黑" panose="020B0503020204020204" charset="-122"/>
                    <a:sym typeface="+mn-ea"/>
                  </a:rPr>
                  <a:t>判断证据是否充分 </a:t>
                </a:r>
                <a:endParaRPr lang="zh-CN" altLang="en-US" sz="1600" dirty="0">
                  <a:latin typeface="Times New Roman" panose="02020603050405020304" pitchFamily="18" charset="0"/>
                  <a:ea typeface="微软雅黑" panose="020B0503020204020204" charset="-122"/>
                  <a:sym typeface="+mn-ea"/>
                </a:endParaRPr>
              </a:p>
              <a:p>
                <a:pPr lvl="0" indent="0" algn="l">
                  <a:lnSpc>
                    <a:spcPct val="160000"/>
                  </a:lnSpc>
                  <a:buClrTx/>
                  <a:buSzTx/>
                  <a:buFont typeface="Arial" panose="020B0604020202020204" pitchFamily="34" charset="0"/>
                  <a:buNone/>
                </a:pPr>
                <a14:m>
                  <m:oMath xmlns:m="http://schemas.openxmlformats.org/officeDocument/2006/math">
                    <m:sSub>
                      <m:sSubPr>
                        <m:ctrl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ctrlPr>
                      </m:sSubPr>
                      <m:e>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𝐿</m:t>
                        </m:r>
                      </m:e>
                      <m:sub>
                        <m:r>
                          <m:rPr>
                            <m:sty m:val="p"/>
                          </m:rPr>
                          <a:rPr lang="en-US" altLang="zh-CN" sz="1600" i="1" dirty="0">
                            <a:latin typeface="Cambria Math" panose="02040503050406030204" pitchFamily="18" charset="0"/>
                            <a:ea typeface="微软雅黑" panose="020B0503020204020204" charset="-122"/>
                            <a:cs typeface="Cambria Math" panose="02040503050406030204" pitchFamily="18" charset="0"/>
                            <a:sym typeface="+mn-ea"/>
                          </a:rPr>
                          <m:t>𝑐𝑓</m:t>
                        </m:r>
                      </m:sub>
                    </m:sSub>
                  </m:oMath>
                </a14:m>
                <a:r>
                  <a:rPr lang="en-US" altLang="zh-CN" sz="1600" dirty="0">
                    <a:latin typeface="Times New Roman" panose="02020603050405020304" pitchFamily="18" charset="0"/>
                    <a:ea typeface="微软雅黑" panose="020B0503020204020204" charset="-122"/>
                    <a:sym typeface="+mn-ea"/>
                  </a:rPr>
                  <a:t>：</a:t>
                </a:r>
                <a:r>
                  <a:rPr lang="zh-CN" altLang="en-US" sz="1600" dirty="0">
                    <a:latin typeface="Times New Roman" panose="02020603050405020304" pitchFamily="18" charset="0"/>
                    <a:ea typeface="微软雅黑" panose="020B0503020204020204" charset="-122"/>
                    <a:sym typeface="+mn-ea"/>
                  </a:rPr>
                  <a:t>区分正确前缀与反事实错误前缀</a:t>
                </a:r>
                <a:endParaRPr lang="zh-CN" altLang="en-US" sz="1600" dirty="0">
                  <a:latin typeface="Times New Roman" panose="02020603050405020304" pitchFamily="18" charset="0"/>
                  <a:ea typeface="微软雅黑" panose="020B0503020204020204" charset="-122"/>
                  <a:sym typeface="+mn-ea"/>
                </a:endParaRPr>
              </a:p>
            </p:txBody>
          </p:sp>
        </mc:Choice>
        <mc:Fallback>
          <p:sp>
            <p:nvSpPr>
              <p:cNvPr id="20" name="文本框 19"/>
              <p:cNvSpPr txBox="1">
                <a:spLocks noRot="1" noChangeAspect="1" noMove="1" noResize="1" noEditPoints="1" noAdjustHandles="1" noChangeArrowheads="1" noChangeShapeType="1" noTextEdit="1"/>
              </p:cNvSpPr>
              <p:nvPr/>
            </p:nvSpPr>
            <p:spPr>
              <a:xfrm>
                <a:off x="8028940" y="1302385"/>
                <a:ext cx="3510280" cy="4450080"/>
              </a:xfrm>
              <a:prstGeom prst="rect">
                <a:avLst/>
              </a:prstGeom>
              <a:blipFill rotWithShape="1">
                <a:blip r:embed="rId8"/>
                <a:stretch>
                  <a:fillRect l="-271" t="-214" r="-271" b="-214"/>
                </a:stretch>
              </a:blipFill>
              <a:ln w="19050">
                <a:solidFill>
                  <a:schemeClr val="accent2">
                    <a:lumMod val="75000"/>
                  </a:schemeClr>
                </a:solidFill>
                <a:prstDash val="sysDash"/>
              </a:ln>
            </p:spPr>
            <p:txBody>
              <a:bodyPr/>
              <a:lstStyle/>
              <a:p>
                <a:r>
                  <a:rPr lang="zh-CN" altLang="en-US">
                    <a:noFill/>
                  </a:rPr>
                  <a:t> </a:t>
                </a:r>
              </a:p>
            </p:txBody>
          </p:sp>
        </mc:Fallback>
      </mc:AlternateContent>
      <p:sp>
        <p:nvSpPr>
          <p:cNvPr id="15" name="矩形 14"/>
          <p:cNvSpPr/>
          <p:nvPr>
            <p:custDataLst>
              <p:tags r:id="rId9"/>
            </p:custDataLst>
          </p:nvPr>
        </p:nvSpPr>
        <p:spPr bwMode="auto">
          <a:xfrm>
            <a:off x="8225155" y="925195"/>
            <a:ext cx="1439545"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bg1"/>
                </a:solidFill>
                <a:effectLst/>
                <a:latin typeface="Arial" panose="020B0604020202020204" pitchFamily="34" charset="0"/>
                <a:ea typeface="黑体" panose="02010609060101010101" pitchFamily="2" charset="-122"/>
              </a:rPr>
              <a:t>反事实前缀</a:t>
            </a:r>
            <a:endParaRPr kumimoji="0" lang="zh-CN" altLang="en-US" sz="1600" b="1" i="0" u="none" strike="noStrike" cap="none" normalizeH="0" baseline="0" dirty="0">
              <a:ln>
                <a:noFill/>
              </a:ln>
              <a:solidFill>
                <a:schemeClr val="bg1"/>
              </a:solidFill>
              <a:effectLst/>
              <a:latin typeface="Arial" panose="020B0604020202020204" pitchFamily="34" charset="0"/>
              <a:ea typeface="黑体" panose="0201060906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descr="model4_01"/>
          <p:cNvPicPr>
            <a:picLocks noChangeAspect="1"/>
          </p:cNvPicPr>
          <p:nvPr/>
        </p:nvPicPr>
        <p:blipFill>
          <a:blip r:embed="rId1"/>
          <a:stretch>
            <a:fillRect/>
          </a:stretch>
        </p:blipFill>
        <p:spPr>
          <a:xfrm>
            <a:off x="1275715" y="933450"/>
            <a:ext cx="9496425" cy="5523865"/>
          </a:xfrm>
          <a:prstGeom prst="rect">
            <a:avLst/>
          </a:prstGeom>
        </p:spPr>
      </p:pic>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dirty="0">
                <a:latin typeface="+mj-ea"/>
                <a:ea typeface="+mj-ea"/>
              </a:rPr>
              <a:t>贡献</a:t>
            </a:r>
            <a:r>
              <a:rPr lang="zh-CN" altLang="en-US" sz="2800" b="1" spc="120" dirty="0">
                <a:latin typeface="+mj-ea"/>
                <a:ea typeface="+mj-ea"/>
              </a:rPr>
              <a:t>点</a:t>
            </a:r>
            <a:endParaRPr lang="zh-CN" altLang="en-US" sz="2800" b="1" spc="120" dirty="0">
              <a:latin typeface="+mj-ea"/>
              <a:ea typeface="+mj-ea"/>
            </a:endParaRPr>
          </a:p>
        </p:txBody>
      </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3" name="矩形 2"/>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grpSp>
        <p:nvGrpSpPr>
          <p:cNvPr id="4" name="组合 3"/>
          <p:cNvGrpSpPr/>
          <p:nvPr/>
        </p:nvGrpSpPr>
        <p:grpSpPr>
          <a:xfrm>
            <a:off x="660400" y="6421869"/>
            <a:ext cx="2189816" cy="234085"/>
            <a:chOff x="1044148" y="5205146"/>
            <a:chExt cx="2189816" cy="234085"/>
          </a:xfrm>
        </p:grpSpPr>
        <p:sp>
          <p:nvSpPr>
            <p:cNvPr id="5" name="任意多边形: 形状 19"/>
            <p:cNvSpPr/>
            <p:nvPr userDrawn="1"/>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6" name="任意多边形: 形状 20"/>
            <p:cNvSpPr/>
            <p:nvPr userDrawn="1"/>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1">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9" name="组合 8"/>
          <p:cNvGrpSpPr/>
          <p:nvPr/>
        </p:nvGrpSpPr>
        <p:grpSpPr>
          <a:xfrm>
            <a:off x="10275782" y="6410111"/>
            <a:ext cx="1243118" cy="245843"/>
            <a:chOff x="10275782" y="188913"/>
            <a:chExt cx="1243118" cy="245843"/>
          </a:xfrm>
        </p:grpSpPr>
        <p:pic>
          <p:nvPicPr>
            <p:cNvPr id="10" name="图形 22"/>
            <p:cNvPicPr>
              <a:picLocks noChangeAspect="1"/>
            </p:cNvPicPr>
            <p:nvPr userDrawn="1"/>
          </p:nvPicPr>
          <p:blipFill>
            <a:blip r:embed="rId2" cstate="email">
              <a:extLst>
                <a:ext uri="{96DAC541-7B7A-43D3-8B79-37D633B846F1}">
                  <asvg:svgBlip xmlns:asvg="http://schemas.microsoft.com/office/drawing/2016/SVG/main" r:embed="rId3"/>
                </a:ext>
              </a:extLst>
            </a:blip>
            <a:stretch>
              <a:fillRect/>
            </a:stretch>
          </p:blipFill>
          <p:spPr>
            <a:xfrm>
              <a:off x="10555917" y="205185"/>
              <a:ext cx="962983" cy="216478"/>
            </a:xfrm>
            <a:prstGeom prst="rect">
              <a:avLst/>
            </a:prstGeom>
          </p:spPr>
        </p:pic>
        <p:pic>
          <p:nvPicPr>
            <p:cNvPr id="11" name="图形 23"/>
            <p:cNvPicPr>
              <a:picLocks noChangeAspect="1"/>
            </p:cNvPicPr>
            <p:nvPr userDrawn="1"/>
          </p:nvPicPr>
          <p:blipFill>
            <a:blip r:embed="rId4" cstate="email">
              <a:extLst>
                <a:ext uri="{96DAC541-7B7A-43D3-8B79-37D633B846F1}">
                  <asvg:svgBlip xmlns:asvg="http://schemas.microsoft.com/office/drawing/2016/SVG/main" r:embed="rId5"/>
                </a:ext>
              </a:extLst>
            </a:blip>
            <a:stretch>
              <a:fillRect/>
            </a:stretch>
          </p:blipFill>
          <p:spPr>
            <a:xfrm>
              <a:off x="10275782" y="188913"/>
              <a:ext cx="187431" cy="245843"/>
            </a:xfrm>
            <a:prstGeom prst="rect">
              <a:avLst/>
            </a:prstGeom>
          </p:spPr>
        </p:pic>
      </p:grpSp>
      <p:sp>
        <p:nvSpPr>
          <p:cNvPr id="7" name="矩形 6"/>
          <p:cNvSpPr/>
          <p:nvPr/>
        </p:nvSpPr>
        <p:spPr>
          <a:xfrm>
            <a:off x="1166495" y="925830"/>
            <a:ext cx="6666865" cy="5577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b="1">
              <a:latin typeface="+mj-ea"/>
              <a:ea typeface="+mj-ea"/>
            </a:endParaRPr>
          </a:p>
        </p:txBody>
      </p:sp>
      <p:sp>
        <p:nvSpPr>
          <p:cNvPr id="48" name="矩形 47"/>
          <p:cNvSpPr/>
          <p:nvPr>
            <p:custDataLst>
              <p:tags r:id="rId6"/>
            </p:custDataLst>
          </p:nvPr>
        </p:nvSpPr>
        <p:spPr bwMode="auto">
          <a:xfrm>
            <a:off x="691515" y="1066165"/>
            <a:ext cx="1228090" cy="377190"/>
          </a:xfrm>
          <a:prstGeom prst="rect">
            <a:avLst/>
          </a:prstGeom>
          <a:solidFill>
            <a:srgbClr val="2D5C3C"/>
          </a:solidFill>
          <a:ln w="2857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b="1" dirty="0">
                <a:solidFill>
                  <a:schemeClr val="bg1"/>
                </a:solidFill>
                <a:ea typeface="黑体" panose="02010609060101010101" pitchFamily="2" charset="-122"/>
              </a:rPr>
              <a:t>协同</a:t>
            </a:r>
            <a:r>
              <a:rPr lang="en-US" altLang="zh-CN" sz="1600" b="1" dirty="0">
                <a:solidFill>
                  <a:schemeClr val="bg1"/>
                </a:solidFill>
                <a:ea typeface="黑体" panose="02010609060101010101" pitchFamily="2" charset="-122"/>
              </a:rPr>
              <a:t>&amp;</a:t>
            </a:r>
            <a:r>
              <a:rPr lang="zh-CN" altLang="en-US" sz="1600" b="1" dirty="0">
                <a:solidFill>
                  <a:schemeClr val="bg1"/>
                </a:solidFill>
                <a:ea typeface="黑体" panose="02010609060101010101" pitchFamily="2" charset="-122"/>
              </a:rPr>
              <a:t>竞争</a:t>
            </a:r>
            <a:endParaRPr lang="zh-CN" altLang="en-US" sz="1600" b="1" dirty="0">
              <a:solidFill>
                <a:schemeClr val="bg1"/>
              </a:solidFill>
              <a:ea typeface="黑体" panose="02010609060101010101" pitchFamily="2" charset="-122"/>
            </a:endParaRPr>
          </a:p>
        </p:txBody>
      </p:sp>
      <p:sp>
        <p:nvSpPr>
          <p:cNvPr id="49" name="文本框 48"/>
          <p:cNvSpPr txBox="1"/>
          <p:nvPr/>
        </p:nvSpPr>
        <p:spPr>
          <a:xfrm>
            <a:off x="407670" y="1443355"/>
            <a:ext cx="7334885" cy="4745990"/>
          </a:xfrm>
          <a:prstGeom prst="rect">
            <a:avLst/>
          </a:prstGeom>
          <a:noFill/>
          <a:ln w="19050">
            <a:solidFill>
              <a:schemeClr val="accent2">
                <a:lumMod val="75000"/>
              </a:schemeClr>
            </a:solidFill>
            <a:prstDash val="sysDash"/>
          </a:ln>
        </p:spPr>
        <p:txBody>
          <a:bodyPr wrap="square" rtlCol="0">
            <a:noAutofit/>
          </a:bodyPr>
          <a:p>
            <a:pPr lvl="0" indent="0" algn="l">
              <a:lnSpc>
                <a:spcPct val="110000"/>
              </a:lnSpc>
              <a:buClrTx/>
              <a:buSzTx/>
              <a:buNone/>
            </a:pPr>
            <a:r>
              <a:rPr lang="zh-CN" altLang="en-US" sz="1600" dirty="0">
                <a:latin typeface="Times New Roman" panose="02020603050405020304" pitchFamily="18" charset="0"/>
                <a:ea typeface="微软雅黑" panose="020B0503020204020204" charset="-122"/>
                <a:sym typeface="+mn-ea"/>
              </a:rPr>
              <a:t>利用候选证据链之间的</a:t>
            </a:r>
            <a:r>
              <a:rPr lang="zh-CN" altLang="en-US" sz="1600" dirty="0">
                <a:latin typeface="Times New Roman" panose="02020603050405020304" pitchFamily="18" charset="0"/>
                <a:ea typeface="微软雅黑" panose="020B0503020204020204" charset="-122"/>
                <a:sym typeface="+mn-ea"/>
              </a:rPr>
              <a:t>协同与</a:t>
            </a:r>
            <a:r>
              <a:rPr lang="zh-CN" altLang="en-US" sz="1600" dirty="0">
                <a:latin typeface="Times New Roman" panose="02020603050405020304" pitchFamily="18" charset="0"/>
                <a:ea typeface="微软雅黑" panose="020B0503020204020204" charset="-122"/>
                <a:sym typeface="+mn-ea"/>
              </a:rPr>
              <a:t>竞争关系，进一步修正各条证据链的评分。</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endParaRPr lang="en-US" altLang="zh-CN"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600" dirty="0">
                <a:latin typeface="Times New Roman" panose="02020603050405020304" pitchFamily="18" charset="0"/>
                <a:ea typeface="微软雅黑" panose="020B0503020204020204" charset="-122"/>
                <a:sym typeface="+mn-ea"/>
              </a:rPr>
              <a:t>① 构建链间关系</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600" dirty="0">
                <a:solidFill>
                  <a:srgbClr val="FF0000"/>
                </a:solidFill>
                <a:latin typeface="Times New Roman" panose="02020603050405020304" pitchFamily="18" charset="0"/>
                <a:ea typeface="微软雅黑" panose="020B0503020204020204" charset="-122"/>
                <a:sym typeface="+mn-ea"/>
              </a:rPr>
              <a:t>同答案</a:t>
            </a:r>
            <a:r>
              <a:rPr lang="zh-CN" altLang="en-US" sz="1600" dirty="0">
                <a:latin typeface="Times New Roman" panose="02020603050405020304" pitchFamily="18" charset="0"/>
                <a:ea typeface="微软雅黑" panose="020B0503020204020204" charset="-122"/>
                <a:sym typeface="+mn-ea"/>
              </a:rPr>
              <a:t>链形成</a:t>
            </a:r>
            <a:r>
              <a:rPr lang="zh-CN" altLang="en-US" sz="1600" dirty="0">
                <a:solidFill>
                  <a:srgbClr val="FF0000"/>
                </a:solidFill>
                <a:latin typeface="Times New Roman" panose="02020603050405020304" pitchFamily="18" charset="0"/>
                <a:ea typeface="微软雅黑" panose="020B0503020204020204" charset="-122"/>
                <a:sym typeface="+mn-ea"/>
              </a:rPr>
              <a:t>协同证据</a:t>
            </a:r>
            <a:r>
              <a:rPr lang="zh-CN" altLang="en-US" sz="1600" dirty="0">
                <a:latin typeface="Times New Roman" panose="02020603050405020304" pitchFamily="18" charset="0"/>
                <a:ea typeface="微软雅黑" panose="020B0503020204020204" charset="-122"/>
                <a:sym typeface="+mn-ea"/>
              </a:rPr>
              <a:t>，相互印证；</a:t>
            </a:r>
            <a:r>
              <a:rPr lang="zh-CN" altLang="en-US" sz="1600" dirty="0">
                <a:solidFill>
                  <a:srgbClr val="FF0000"/>
                </a:solidFill>
                <a:latin typeface="Times New Roman" panose="02020603050405020304" pitchFamily="18" charset="0"/>
                <a:ea typeface="微软雅黑" panose="020B0503020204020204" charset="-122"/>
                <a:sym typeface="+mn-ea"/>
              </a:rPr>
              <a:t>不同答案</a:t>
            </a:r>
            <a:r>
              <a:rPr lang="zh-CN" altLang="en-US" sz="1600" dirty="0">
                <a:latin typeface="Times New Roman" panose="02020603050405020304" pitchFamily="18" charset="0"/>
                <a:ea typeface="微软雅黑" panose="020B0503020204020204" charset="-122"/>
                <a:sym typeface="+mn-ea"/>
              </a:rPr>
              <a:t>链形成</a:t>
            </a:r>
            <a:r>
              <a:rPr lang="zh-CN" altLang="en-US" sz="1600" dirty="0">
                <a:solidFill>
                  <a:srgbClr val="FF0000"/>
                </a:solidFill>
                <a:latin typeface="Times New Roman" panose="02020603050405020304" pitchFamily="18" charset="0"/>
                <a:ea typeface="微软雅黑" panose="020B0503020204020204" charset="-122"/>
                <a:sym typeface="+mn-ea"/>
              </a:rPr>
              <a:t>竞争证据</a:t>
            </a:r>
            <a:r>
              <a:rPr lang="zh-CN" altLang="en-US" sz="1600" dirty="0">
                <a:latin typeface="Times New Roman" panose="02020603050405020304" pitchFamily="18" charset="0"/>
                <a:ea typeface="微软雅黑" panose="020B0503020204020204" charset="-122"/>
                <a:sym typeface="+mn-ea"/>
              </a:rPr>
              <a:t>，表示相互冲突的候选假设。</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endParaRPr lang="en-US" altLang="zh-CN"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600" dirty="0">
                <a:latin typeface="Times New Roman" panose="02020603050405020304" pitchFamily="18" charset="0"/>
                <a:ea typeface="微软雅黑" panose="020B0503020204020204" charset="-122"/>
                <a:sym typeface="+mn-ea"/>
              </a:rPr>
              <a:t>② 跨链交互评分</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600" dirty="0">
                <a:latin typeface="Times New Roman" panose="02020603050405020304" pitchFamily="18" charset="0"/>
                <a:ea typeface="微软雅黑" panose="020B0503020204020204" charset="-122"/>
                <a:sym typeface="+mn-ea"/>
              </a:rPr>
              <a:t>分别聚合同答案链与不同答案链的状态，并与当前链共同输入 </a:t>
            </a:r>
            <a:r>
              <a:rPr lang="en-US" altLang="zh-CN" sz="1600" dirty="0">
                <a:latin typeface="Times New Roman" panose="02020603050405020304" pitchFamily="18" charset="0"/>
                <a:ea typeface="微软雅黑" panose="020B0503020204020204" charset="-122"/>
                <a:sym typeface="+mn-ea"/>
              </a:rPr>
              <a:t>MLP，</a:t>
            </a:r>
            <a:r>
              <a:rPr lang="zh-CN" altLang="en-US" sz="1600" dirty="0">
                <a:latin typeface="Times New Roman" panose="02020603050405020304" pitchFamily="18" charset="0"/>
                <a:ea typeface="微软雅黑" panose="020B0503020204020204" charset="-122"/>
                <a:sym typeface="+mn-ea"/>
              </a:rPr>
              <a:t>得到</a:t>
            </a:r>
            <a:r>
              <a:rPr lang="zh-CN" altLang="en-US" sz="1600" dirty="0">
                <a:solidFill>
                  <a:srgbClr val="FF0000"/>
                </a:solidFill>
                <a:latin typeface="Times New Roman" panose="02020603050405020304" pitchFamily="18" charset="0"/>
                <a:ea typeface="微软雅黑" panose="020B0503020204020204" charset="-122"/>
                <a:sym typeface="+mn-ea"/>
              </a:rPr>
              <a:t>链间交互分数</a:t>
            </a:r>
            <a:r>
              <a:rPr lang="zh-CN" altLang="en-US" sz="1600" dirty="0">
                <a:latin typeface="Times New Roman" panose="02020603050405020304" pitchFamily="18" charset="0"/>
                <a:ea typeface="微软雅黑" panose="020B0503020204020204" charset="-122"/>
                <a:sym typeface="+mn-ea"/>
              </a:rPr>
              <a:t>。</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endParaRPr lang="en-US" altLang="zh-CN"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600" dirty="0">
                <a:solidFill>
                  <a:srgbClr val="FF0000"/>
                </a:solidFill>
                <a:latin typeface="Times New Roman" panose="02020603050405020304" pitchFamily="18" charset="0"/>
                <a:ea typeface="微软雅黑" panose="020B0503020204020204" charset="-122"/>
                <a:sym typeface="+mn-ea"/>
              </a:rPr>
              <a:t>最终链得分</a:t>
            </a:r>
            <a:r>
              <a:rPr lang="zh-CN" altLang="en-US" sz="1600" dirty="0">
                <a:latin typeface="Times New Roman" panose="02020603050405020304" pitchFamily="18" charset="0"/>
                <a:ea typeface="微软雅黑" panose="020B0503020204020204" charset="-122"/>
                <a:sym typeface="+mn-ea"/>
              </a:rPr>
              <a:t>由</a:t>
            </a:r>
            <a:r>
              <a:rPr lang="zh-CN" altLang="en-US" sz="1600" dirty="0">
                <a:solidFill>
                  <a:srgbClr val="FF0000"/>
                </a:solidFill>
                <a:latin typeface="Times New Roman" panose="02020603050405020304" pitchFamily="18" charset="0"/>
                <a:ea typeface="微软雅黑" panose="020B0503020204020204" charset="-122"/>
                <a:sym typeface="+mn-ea"/>
              </a:rPr>
              <a:t>前缀可靠性、停止充分性、答案支持度和链间交互分数</a:t>
            </a:r>
            <a:r>
              <a:rPr lang="zh-CN" altLang="en-US" sz="1600" dirty="0">
                <a:latin typeface="Times New Roman" panose="02020603050405020304" pitchFamily="18" charset="0"/>
                <a:ea typeface="微软雅黑" panose="020B0503020204020204" charset="-122"/>
                <a:sym typeface="+mn-ea"/>
              </a:rPr>
              <a:t>组成。</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endParaRPr lang="en-US" altLang="zh-CN"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600" dirty="0">
                <a:latin typeface="Times New Roman" panose="02020603050405020304" pitchFamily="18" charset="0"/>
                <a:ea typeface="微软雅黑" panose="020B0503020204020204" charset="-122"/>
                <a:sym typeface="+mn-ea"/>
              </a:rPr>
              <a:t>③ 最强证据决策</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600" dirty="0">
                <a:latin typeface="Times New Roman" panose="02020603050405020304" pitchFamily="18" charset="0"/>
                <a:ea typeface="微软雅黑" panose="020B0503020204020204" charset="-122"/>
                <a:sym typeface="+mn-ea"/>
              </a:rPr>
              <a:t>对支持同一答案的证据链进行最大池化，仅保留得分最高的支持链，避免重复链数量影响答案评分。</a:t>
            </a:r>
            <a:endParaRPr lang="zh-CN" altLang="en-US"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endParaRPr lang="en-US" altLang="zh-CN" sz="1600" dirty="0">
              <a:latin typeface="Times New Roman" panose="02020603050405020304" pitchFamily="18" charset="0"/>
              <a:ea typeface="微软雅黑" panose="020B0503020204020204" charset="-122"/>
              <a:sym typeface="+mn-ea"/>
            </a:endParaRPr>
          </a:p>
          <a:p>
            <a:pPr lvl="0" indent="0" algn="l">
              <a:lnSpc>
                <a:spcPct val="110000"/>
              </a:lnSpc>
              <a:buClrTx/>
              <a:buSzTx/>
              <a:buNone/>
            </a:pPr>
            <a:r>
              <a:rPr lang="zh-CN" altLang="en-US" sz="1600" dirty="0">
                <a:latin typeface="Times New Roman" panose="02020603050405020304" pitchFamily="18" charset="0"/>
                <a:ea typeface="微软雅黑" panose="020B0503020204020204" charset="-122"/>
                <a:sym typeface="+mn-ea"/>
              </a:rPr>
              <a:t>结合显式时间规则进行重排序，最终输出答案及其最强支持链。</a:t>
            </a:r>
            <a:endParaRPr lang="zh-CN" altLang="en-US" sz="1600" dirty="0">
              <a:latin typeface="Times New Roman" panose="02020603050405020304" pitchFamily="18" charset="0"/>
              <a:ea typeface="微软雅黑" panose="020B0503020204020204" charset="-122"/>
              <a:sym typeface="+mn-ea"/>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377632" y="207136"/>
            <a:ext cx="3690211" cy="521970"/>
          </a:xfrm>
          <a:prstGeom prst="rect">
            <a:avLst/>
          </a:prstGeom>
          <a:noFill/>
        </p:spPr>
        <p:txBody>
          <a:bodyPr wrap="square" rtlCol="0">
            <a:spAutoFit/>
          </a:bodyPr>
          <a:lstStyle/>
          <a:p>
            <a:r>
              <a:rPr lang="zh-CN" altLang="en-US" sz="2800" b="1" spc="120">
                <a:latin typeface="+mj-ea"/>
                <a:ea typeface="+mj-ea"/>
              </a:rPr>
              <a:t>实验</a:t>
            </a:r>
            <a:endParaRPr lang="zh-CN" altLang="en-US" sz="2800" b="1" spc="120">
              <a:latin typeface="+mj-ea"/>
              <a:ea typeface="+mj-ea"/>
            </a:endParaRPr>
          </a:p>
        </p:txBody>
      </p:sp>
      <p:sp>
        <p:nvSpPr>
          <p:cNvPr id="2" name="椭圆 1"/>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91402" y="237914"/>
            <a:ext cx="521970" cy="460375"/>
          </a:xfrm>
          <a:prstGeom prst="rect">
            <a:avLst/>
          </a:prstGeom>
          <a:noFill/>
        </p:spPr>
        <p:txBody>
          <a:bodyPr wrap="none" rtlCol="0">
            <a:spAutoFit/>
          </a:bodyPr>
          <a:lstStyle/>
          <a:p>
            <a:r>
              <a:rPr lang="en-US" altLang="zh-CN" sz="2400" b="1">
                <a:solidFill>
                  <a:schemeClr val="bg1"/>
                </a:solidFill>
              </a:rPr>
              <a:t>02</a:t>
            </a:r>
            <a:endParaRPr lang="zh-CN" altLang="en-US" sz="2400" b="1">
              <a:solidFill>
                <a:schemeClr val="bg1"/>
              </a:solidFill>
            </a:endParaRPr>
          </a:p>
        </p:txBody>
      </p:sp>
      <p:sp>
        <p:nvSpPr>
          <p:cNvPr id="5" name="矩形 4"/>
          <p:cNvSpPr/>
          <p:nvPr/>
        </p:nvSpPr>
        <p:spPr>
          <a:xfrm>
            <a:off x="0" y="794714"/>
            <a:ext cx="12192000" cy="1205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j-ea"/>
              <a:ea typeface="+mj-ea"/>
            </a:endParaRPr>
          </a:p>
        </p:txBody>
      </p:sp>
      <p:pic>
        <p:nvPicPr>
          <p:cNvPr id="6" name="图片 5"/>
          <p:cNvPicPr>
            <a:picLocks noChangeAspect="1"/>
          </p:cNvPicPr>
          <p:nvPr/>
        </p:nvPicPr>
        <p:blipFill>
          <a:blip r:embed="rId1"/>
          <a:stretch>
            <a:fillRect/>
          </a:stretch>
        </p:blipFill>
        <p:spPr>
          <a:xfrm>
            <a:off x="204470" y="1090295"/>
            <a:ext cx="7428865" cy="2733040"/>
          </a:xfrm>
          <a:prstGeom prst="rect">
            <a:avLst/>
          </a:prstGeom>
        </p:spPr>
      </p:pic>
      <p:pic>
        <p:nvPicPr>
          <p:cNvPr id="13" name="图片 12"/>
          <p:cNvPicPr>
            <a:picLocks noChangeAspect="1"/>
          </p:cNvPicPr>
          <p:nvPr/>
        </p:nvPicPr>
        <p:blipFill>
          <a:blip r:embed="rId2"/>
          <a:stretch>
            <a:fillRect/>
          </a:stretch>
        </p:blipFill>
        <p:spPr>
          <a:xfrm>
            <a:off x="204470" y="3899535"/>
            <a:ext cx="5883275" cy="2741295"/>
          </a:xfrm>
          <a:prstGeom prst="rect">
            <a:avLst/>
          </a:prstGeom>
        </p:spPr>
      </p:pic>
      <p:pic>
        <p:nvPicPr>
          <p:cNvPr id="17" name="图片 16"/>
          <p:cNvPicPr>
            <a:picLocks noChangeAspect="1"/>
          </p:cNvPicPr>
          <p:nvPr/>
        </p:nvPicPr>
        <p:blipFill>
          <a:blip r:embed="rId3"/>
          <a:stretch>
            <a:fillRect/>
          </a:stretch>
        </p:blipFill>
        <p:spPr>
          <a:xfrm>
            <a:off x="6202045" y="4250055"/>
            <a:ext cx="5861050" cy="2012950"/>
          </a:xfrm>
          <a:prstGeom prst="rect">
            <a:avLst/>
          </a:prstGeom>
        </p:spPr>
      </p:pic>
      <p:pic>
        <p:nvPicPr>
          <p:cNvPr id="19" name="图片 18" descr="parameter_analysis"/>
          <p:cNvPicPr>
            <a:picLocks noChangeAspect="1"/>
          </p:cNvPicPr>
          <p:nvPr/>
        </p:nvPicPr>
        <p:blipFill>
          <a:blip r:embed="rId4"/>
          <a:stretch>
            <a:fillRect/>
          </a:stretch>
        </p:blipFill>
        <p:spPr>
          <a:xfrm>
            <a:off x="7603490" y="1525270"/>
            <a:ext cx="4572000" cy="1859915"/>
          </a:xfrm>
          <a:prstGeom prst="rect">
            <a:avLst/>
          </a:prstGeom>
        </p:spPr>
      </p:pic>
      <p:sp>
        <p:nvSpPr>
          <p:cNvPr id="21" name="矩形 20"/>
          <p:cNvSpPr/>
          <p:nvPr/>
        </p:nvSpPr>
        <p:spPr>
          <a:xfrm>
            <a:off x="204470" y="3585845"/>
            <a:ext cx="7428865" cy="23749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400" b="1">
              <a:latin typeface="+mj-ea"/>
              <a:ea typeface="+mj-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p:cNvPicPr>
            <a:picLocks noGrp="1" noChangeAspect="1"/>
          </p:cNvPicPr>
          <p:nvPr>
            <p:ph type="pic" sz="quarter" idx="10"/>
          </p:nvPr>
        </p:nvPicPr>
        <p:blipFill>
          <a:blip r:embed="rId1"/>
          <a:srcRect l="17875" r="21199"/>
          <a:stretch>
            <a:fillRect/>
          </a:stretch>
        </p:blipFill>
        <p:spPr>
          <a:xfrm>
            <a:off x="5924550" y="2"/>
            <a:ext cx="6267450" cy="6857999"/>
          </a:xfrm>
        </p:spPr>
      </p:pic>
      <p:sp>
        <p:nvSpPr>
          <p:cNvPr id="6" name="弧形 5"/>
          <p:cNvSpPr/>
          <p:nvPr/>
        </p:nvSpPr>
        <p:spPr>
          <a:xfrm>
            <a:off x="5584663" y="-1081608"/>
            <a:ext cx="9016240" cy="9016240"/>
          </a:xfrm>
          <a:prstGeom prst="arc">
            <a:avLst>
              <a:gd name="adj1" fmla="val 8338671"/>
              <a:gd name="adj2" fmla="val 13258618"/>
            </a:avLst>
          </a:prstGeom>
          <a:ln w="12700" cap="rnd">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4872" y="422728"/>
            <a:ext cx="4583975" cy="6012545"/>
          </a:xfrm>
          <a:prstGeom prst="rect">
            <a:avLst/>
          </a:prstGeom>
          <a:effectLst/>
        </p:spPr>
      </p:pic>
      <p:sp>
        <p:nvSpPr>
          <p:cNvPr id="8" name="文本框 7"/>
          <p:cNvSpPr txBox="1"/>
          <p:nvPr/>
        </p:nvSpPr>
        <p:spPr>
          <a:xfrm>
            <a:off x="567052" y="3005154"/>
            <a:ext cx="4087861" cy="768350"/>
          </a:xfrm>
          <a:prstGeom prst="rect">
            <a:avLst/>
          </a:prstGeom>
          <a:noFill/>
        </p:spPr>
        <p:txBody>
          <a:bodyPr wrap="square" rtlCol="0">
            <a:spAutoFit/>
          </a:bodyPr>
          <a:lstStyle/>
          <a:p>
            <a:r>
              <a:rPr lang="zh-CN" altLang="en-US" sz="4400" b="1" spc="120">
                <a:solidFill>
                  <a:schemeClr val="accent1"/>
                </a:solidFill>
                <a:latin typeface="+mj-ea"/>
                <a:ea typeface="+mj-ea"/>
                <a:sym typeface="+mn-ea"/>
              </a:rPr>
              <a:t>总结</a:t>
            </a:r>
            <a:endParaRPr lang="zh-CN" altLang="en-US" sz="4400" b="1" spc="120">
              <a:solidFill>
                <a:schemeClr val="accent1"/>
              </a:solidFill>
              <a:latin typeface="+mj-ea"/>
              <a:ea typeface="+mj-ea"/>
              <a:sym typeface="+mn-ea"/>
            </a:endParaRPr>
          </a:p>
        </p:txBody>
      </p:sp>
      <p:sp>
        <p:nvSpPr>
          <p:cNvPr id="10" name="矩形 9"/>
          <p:cNvSpPr/>
          <p:nvPr/>
        </p:nvSpPr>
        <p:spPr>
          <a:xfrm>
            <a:off x="666320" y="3923093"/>
            <a:ext cx="520700" cy="1095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24191" y="1962936"/>
            <a:ext cx="1983740" cy="1861185"/>
          </a:xfrm>
          <a:prstGeom prst="rect">
            <a:avLst/>
          </a:prstGeom>
          <a:noFill/>
        </p:spPr>
        <p:txBody>
          <a:bodyPr wrap="none" rtlCol="0">
            <a:spAutoFit/>
          </a:bodyPr>
          <a:lstStyle/>
          <a:p>
            <a:r>
              <a:rPr lang="en-US" altLang="zh-CN" sz="11500" b="1">
                <a:gradFill>
                  <a:gsLst>
                    <a:gs pos="0">
                      <a:schemeClr val="accent1"/>
                    </a:gs>
                    <a:gs pos="61000">
                      <a:srgbClr val="2D5C3C">
                        <a:alpha val="0"/>
                      </a:srgbClr>
                    </a:gs>
                    <a:gs pos="35000">
                      <a:srgbClr val="2D5C3C">
                        <a:alpha val="70000"/>
                      </a:srgbClr>
                    </a:gs>
                    <a:gs pos="100000">
                      <a:schemeClr val="accent1">
                        <a:alpha val="0"/>
                      </a:schemeClr>
                    </a:gs>
                  </a:gsLst>
                  <a:lin ang="5400000" scaled="1"/>
                </a:gradFill>
                <a:latin typeface="+mj-ea"/>
                <a:ea typeface="+mj-ea"/>
              </a:rPr>
              <a:t>03</a:t>
            </a:r>
            <a:endParaRPr lang="zh-CN" altLang="en-US" sz="11500" b="1">
              <a:gradFill>
                <a:gsLst>
                  <a:gs pos="0">
                    <a:schemeClr val="accent1"/>
                  </a:gs>
                  <a:gs pos="61000">
                    <a:srgbClr val="2D5C3C">
                      <a:alpha val="0"/>
                    </a:srgbClr>
                  </a:gs>
                  <a:gs pos="35000">
                    <a:srgbClr val="2D5C3C">
                      <a:alpha val="70000"/>
                    </a:srgbClr>
                  </a:gs>
                  <a:gs pos="100000">
                    <a:schemeClr val="accent1">
                      <a:alpha val="0"/>
                    </a:schemeClr>
                  </a:gs>
                </a:gsLst>
                <a:lin ang="5400000" scaled="1"/>
              </a:gradFill>
              <a:latin typeface="+mj-ea"/>
              <a:ea typeface="+mj-ea"/>
            </a:endParaRPr>
          </a:p>
        </p:txBody>
      </p:sp>
      <p:sp>
        <p:nvSpPr>
          <p:cNvPr id="14" name="椭圆 13"/>
          <p:cNvSpPr/>
          <p:nvPr/>
        </p:nvSpPr>
        <p:spPr>
          <a:xfrm>
            <a:off x="5924550" y="1540669"/>
            <a:ext cx="100012" cy="100012"/>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924550" y="5217319"/>
            <a:ext cx="100012" cy="1000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7632" y="207136"/>
            <a:ext cx="3690211" cy="521970"/>
          </a:xfrm>
          <a:prstGeom prst="rect">
            <a:avLst/>
          </a:prstGeom>
          <a:noFill/>
        </p:spPr>
        <p:txBody>
          <a:bodyPr wrap="square" rtlCol="0">
            <a:spAutoFit/>
          </a:bodyPr>
          <a:lstStyle/>
          <a:p>
            <a:r>
              <a:rPr lang="zh-CN" altLang="en-US" sz="2800" b="1" spc="120">
                <a:latin typeface="+mj-ea"/>
                <a:ea typeface="+mj-ea"/>
              </a:rPr>
              <a:t>总结</a:t>
            </a:r>
            <a:endParaRPr lang="zh-CN" altLang="en-US" sz="2800" b="1" spc="120">
              <a:latin typeface="+mj-ea"/>
              <a:ea typeface="+mj-ea"/>
            </a:endParaRPr>
          </a:p>
        </p:txBody>
      </p:sp>
      <p:sp>
        <p:nvSpPr>
          <p:cNvPr id="5" name="矩形 4"/>
          <p:cNvSpPr/>
          <p:nvPr>
            <p:custDataLst>
              <p:tags r:id="rId1"/>
            </p:custDataLst>
          </p:nvPr>
        </p:nvSpPr>
        <p:spPr>
          <a:xfrm>
            <a:off x="1019174" y="1130300"/>
            <a:ext cx="4380139" cy="5003800"/>
          </a:xfrm>
          <a:prstGeom prst="rect">
            <a:avLst/>
          </a:prstGeom>
          <a:solidFill>
            <a:schemeClr val="bg1"/>
          </a:solidFill>
          <a:ln>
            <a:noFill/>
          </a:ln>
          <a:effectLst>
            <a:outerShdw blurRad="1016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2"/>
            </p:custDataLst>
          </p:nvPr>
        </p:nvSpPr>
        <p:spPr>
          <a:xfrm>
            <a:off x="6809265" y="1130300"/>
            <a:ext cx="4380139" cy="5003800"/>
          </a:xfrm>
          <a:prstGeom prst="rect">
            <a:avLst/>
          </a:prstGeom>
          <a:solidFill>
            <a:schemeClr val="bg1"/>
          </a:solidFill>
          <a:ln>
            <a:noFill/>
          </a:ln>
          <a:effectLst>
            <a:outerShdw blurRad="1016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custDataLst>
              <p:tags r:id="rId3"/>
            </p:custDataLst>
          </p:nvPr>
        </p:nvSpPr>
        <p:spPr>
          <a:xfrm>
            <a:off x="1019174" y="5988050"/>
            <a:ext cx="4380138" cy="1460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4"/>
            </p:custDataLst>
          </p:nvPr>
        </p:nvSpPr>
        <p:spPr>
          <a:xfrm>
            <a:off x="6809265" y="5988050"/>
            <a:ext cx="4380138" cy="1460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5"/>
            </p:custDataLst>
          </p:nvPr>
        </p:nvSpPr>
        <p:spPr>
          <a:xfrm>
            <a:off x="8684511" y="1474090"/>
            <a:ext cx="629646" cy="699504"/>
          </a:xfrm>
          <a:custGeom>
            <a:avLst/>
            <a:gdLst>
              <a:gd name="connsiteX0" fmla="*/ 1540726 w 2449641"/>
              <a:gd name="connsiteY0" fmla="*/ 1451075 h 2721429"/>
              <a:gd name="connsiteX1" fmla="*/ 1199484 w 2449641"/>
              <a:gd name="connsiteY1" fmla="*/ 1642426 h 2721429"/>
              <a:gd name="connsiteX2" fmla="*/ 1168301 w 2449641"/>
              <a:gd name="connsiteY2" fmla="*/ 1693453 h 2721429"/>
              <a:gd name="connsiteX3" fmla="*/ 1109124 w 2449641"/>
              <a:gd name="connsiteY3" fmla="*/ 1684948 h 2721429"/>
              <a:gd name="connsiteX4" fmla="*/ 808633 w 2449641"/>
              <a:gd name="connsiteY4" fmla="*/ 1772828 h 2721429"/>
              <a:gd name="connsiteX5" fmla="*/ 678231 w 2449641"/>
              <a:gd name="connsiteY5" fmla="*/ 2057373 h 2721429"/>
              <a:gd name="connsiteX6" fmla="*/ 1054908 w 2449641"/>
              <a:gd name="connsiteY6" fmla="*/ 2434050 h 2721429"/>
              <a:gd name="connsiteX7" fmla="*/ 1964886 w 2449641"/>
              <a:gd name="connsiteY7" fmla="*/ 2434050 h 2721429"/>
              <a:gd name="connsiteX8" fmla="*/ 2267858 w 2449641"/>
              <a:gd name="connsiteY8" fmla="*/ 2179979 h 2721429"/>
              <a:gd name="connsiteX9" fmla="*/ 2018039 w 2449641"/>
              <a:gd name="connsiteY9" fmla="*/ 1930161 h 2721429"/>
              <a:gd name="connsiteX10" fmla="*/ 1942207 w 2449641"/>
              <a:gd name="connsiteY10" fmla="*/ 1918821 h 2721429"/>
              <a:gd name="connsiteX11" fmla="*/ 1940436 w 2449641"/>
              <a:gd name="connsiteY11" fmla="*/ 1842281 h 2721429"/>
              <a:gd name="connsiteX12" fmla="*/ 1540726 w 2449641"/>
              <a:gd name="connsiteY12" fmla="*/ 1451075 h 2721429"/>
              <a:gd name="connsiteX13" fmla="*/ 1540726 w 2449641"/>
              <a:gd name="connsiteY13" fmla="*/ 1270000 h 2721429"/>
              <a:gd name="connsiteX14" fmla="*/ 2115840 w 2449641"/>
              <a:gd name="connsiteY14" fmla="*/ 1766804 h 2721429"/>
              <a:gd name="connsiteX15" fmla="*/ 2449641 w 2449641"/>
              <a:gd name="connsiteY15" fmla="*/ 2180334 h 2721429"/>
              <a:gd name="connsiteX16" fmla="*/ 1965240 w 2449641"/>
              <a:gd name="connsiteY16" fmla="*/ 2615479 h 2721429"/>
              <a:gd name="connsiteX17" fmla="*/ 1056680 w 2449641"/>
              <a:gd name="connsiteY17" fmla="*/ 2615479 h 2721429"/>
              <a:gd name="connsiteX18" fmla="*/ 497157 w 2449641"/>
              <a:gd name="connsiteY18" fmla="*/ 2057373 h 2721429"/>
              <a:gd name="connsiteX19" fmla="*/ 668664 w 2449641"/>
              <a:gd name="connsiteY19" fmla="*/ 1655183 h 2721429"/>
              <a:gd name="connsiteX20" fmla="*/ 1077587 w 2449641"/>
              <a:gd name="connsiteY20" fmla="*/ 1499975 h 2721429"/>
              <a:gd name="connsiteX21" fmla="*/ 1540726 w 2449641"/>
              <a:gd name="connsiteY21" fmla="*/ 1270000 h 2721429"/>
              <a:gd name="connsiteX22" fmla="*/ 544286 w 2449641"/>
              <a:gd name="connsiteY22" fmla="*/ 907144 h 2721429"/>
              <a:gd name="connsiteX23" fmla="*/ 1088572 w 2449641"/>
              <a:gd name="connsiteY23" fmla="*/ 907144 h 2721429"/>
              <a:gd name="connsiteX24" fmla="*/ 1179286 w 2449641"/>
              <a:gd name="connsiteY24" fmla="*/ 997858 h 2721429"/>
              <a:gd name="connsiteX25" fmla="*/ 1088572 w 2449641"/>
              <a:gd name="connsiteY25" fmla="*/ 1088572 h 2721429"/>
              <a:gd name="connsiteX26" fmla="*/ 544286 w 2449641"/>
              <a:gd name="connsiteY26" fmla="*/ 1088572 h 2721429"/>
              <a:gd name="connsiteX27" fmla="*/ 453572 w 2449641"/>
              <a:gd name="connsiteY27" fmla="*/ 997858 h 2721429"/>
              <a:gd name="connsiteX28" fmla="*/ 544286 w 2449641"/>
              <a:gd name="connsiteY28" fmla="*/ 907144 h 2721429"/>
              <a:gd name="connsiteX29" fmla="*/ 544286 w 2449641"/>
              <a:gd name="connsiteY29" fmla="*/ 453572 h 2721429"/>
              <a:gd name="connsiteX30" fmla="*/ 1542144 w 2449641"/>
              <a:gd name="connsiteY30" fmla="*/ 453572 h 2721429"/>
              <a:gd name="connsiteX31" fmla="*/ 1632858 w 2449641"/>
              <a:gd name="connsiteY31" fmla="*/ 544286 h 2721429"/>
              <a:gd name="connsiteX32" fmla="*/ 1542144 w 2449641"/>
              <a:gd name="connsiteY32" fmla="*/ 635001 h 2721429"/>
              <a:gd name="connsiteX33" fmla="*/ 544286 w 2449641"/>
              <a:gd name="connsiteY33" fmla="*/ 635001 h 2721429"/>
              <a:gd name="connsiteX34" fmla="*/ 453572 w 2449641"/>
              <a:gd name="connsiteY34" fmla="*/ 544286 h 2721429"/>
              <a:gd name="connsiteX35" fmla="*/ 544286 w 2449641"/>
              <a:gd name="connsiteY35" fmla="*/ 453572 h 2721429"/>
              <a:gd name="connsiteX36" fmla="*/ 280647 w 2449641"/>
              <a:gd name="connsiteY36" fmla="*/ 0 h 2721429"/>
              <a:gd name="connsiteX37" fmla="*/ 2077571 w 2449641"/>
              <a:gd name="connsiteY37" fmla="*/ 0 h 2721429"/>
              <a:gd name="connsiteX38" fmla="*/ 2358573 w 2449641"/>
              <a:gd name="connsiteY38" fmla="*/ 285963 h 2721429"/>
              <a:gd name="connsiteX39" fmla="*/ 2358573 w 2449641"/>
              <a:gd name="connsiteY39" fmla="*/ 1451075 h 2721429"/>
              <a:gd name="connsiteX40" fmla="*/ 2267859 w 2449641"/>
              <a:gd name="connsiteY40" fmla="*/ 1541789 h 2721429"/>
              <a:gd name="connsiteX41" fmla="*/ 2177144 w 2449641"/>
              <a:gd name="connsiteY41" fmla="*/ 1451075 h 2721429"/>
              <a:gd name="connsiteX42" fmla="*/ 2177144 w 2449641"/>
              <a:gd name="connsiteY42" fmla="*/ 285963 h 2721429"/>
              <a:gd name="connsiteX43" fmla="*/ 2077571 w 2449641"/>
              <a:gd name="connsiteY43" fmla="*/ 181429 h 2721429"/>
              <a:gd name="connsiteX44" fmla="*/ 280647 w 2449641"/>
              <a:gd name="connsiteY44" fmla="*/ 181429 h 2721429"/>
              <a:gd name="connsiteX45" fmla="*/ 181429 w 2449641"/>
              <a:gd name="connsiteY45" fmla="*/ 285963 h 2721429"/>
              <a:gd name="connsiteX46" fmla="*/ 181429 w 2449641"/>
              <a:gd name="connsiteY46" fmla="*/ 2435466 h 2721429"/>
              <a:gd name="connsiteX47" fmla="*/ 280647 w 2449641"/>
              <a:gd name="connsiteY47" fmla="*/ 2540000 h 2721429"/>
              <a:gd name="connsiteX48" fmla="*/ 447548 w 2449641"/>
              <a:gd name="connsiteY48" fmla="*/ 2540000 h 2721429"/>
              <a:gd name="connsiteX49" fmla="*/ 537908 w 2449641"/>
              <a:gd name="connsiteY49" fmla="*/ 2630715 h 2721429"/>
              <a:gd name="connsiteX50" fmla="*/ 447193 w 2449641"/>
              <a:gd name="connsiteY50" fmla="*/ 2721429 h 2721429"/>
              <a:gd name="connsiteX51" fmla="*/ 280647 w 2449641"/>
              <a:gd name="connsiteY51" fmla="*/ 2721429 h 2721429"/>
              <a:gd name="connsiteX52" fmla="*/ 0 w 2449641"/>
              <a:gd name="connsiteY52" fmla="*/ 2435112 h 2721429"/>
              <a:gd name="connsiteX53" fmla="*/ 0 w 2449641"/>
              <a:gd name="connsiteY53" fmla="*/ 285963 h 2721429"/>
              <a:gd name="connsiteX54" fmla="*/ 280647 w 2449641"/>
              <a:gd name="connsiteY54" fmla="*/ 0 h 272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449641" h="2721429">
                <a:moveTo>
                  <a:pt x="1540726" y="1451075"/>
                </a:moveTo>
                <a:cubicBezTo>
                  <a:pt x="1401111" y="1450720"/>
                  <a:pt x="1271772" y="1523363"/>
                  <a:pt x="1199484" y="1642426"/>
                </a:cubicBezTo>
                <a:lnTo>
                  <a:pt x="1168301" y="1693453"/>
                </a:lnTo>
                <a:lnTo>
                  <a:pt x="1109124" y="1684948"/>
                </a:lnTo>
                <a:cubicBezTo>
                  <a:pt x="1001047" y="1669357"/>
                  <a:pt x="891197" y="1701249"/>
                  <a:pt x="808633" y="1772828"/>
                </a:cubicBezTo>
                <a:cubicBezTo>
                  <a:pt x="726069" y="1844053"/>
                  <a:pt x="678231" y="1947878"/>
                  <a:pt x="678231" y="2057373"/>
                </a:cubicBezTo>
                <a:cubicBezTo>
                  <a:pt x="678586" y="2265378"/>
                  <a:pt x="846903" y="2433696"/>
                  <a:pt x="1054908" y="2434050"/>
                </a:cubicBezTo>
                <a:lnTo>
                  <a:pt x="1964886" y="2434050"/>
                </a:lnTo>
                <a:cubicBezTo>
                  <a:pt x="2132141" y="2434050"/>
                  <a:pt x="2267858" y="2320303"/>
                  <a:pt x="2267858" y="2179979"/>
                </a:cubicBezTo>
                <a:cubicBezTo>
                  <a:pt x="2267858" y="2056665"/>
                  <a:pt x="2162969" y="1951776"/>
                  <a:pt x="2018039" y="1930161"/>
                </a:cubicBezTo>
                <a:lnTo>
                  <a:pt x="1942207" y="1918821"/>
                </a:lnTo>
                <a:lnTo>
                  <a:pt x="1940436" y="1842281"/>
                </a:lnTo>
                <a:cubicBezTo>
                  <a:pt x="1936184" y="1626835"/>
                  <a:pt x="1756881" y="1451075"/>
                  <a:pt x="1540726" y="1451075"/>
                </a:cubicBezTo>
                <a:close/>
                <a:moveTo>
                  <a:pt x="1540726" y="1270000"/>
                </a:moveTo>
                <a:cubicBezTo>
                  <a:pt x="1830232" y="1270000"/>
                  <a:pt x="2074381" y="1487219"/>
                  <a:pt x="2115840" y="1766804"/>
                </a:cubicBezTo>
                <a:cubicBezTo>
                  <a:pt x="2312861" y="1824209"/>
                  <a:pt x="2449286" y="1988983"/>
                  <a:pt x="2449641" y="2180334"/>
                </a:cubicBezTo>
                <a:cubicBezTo>
                  <a:pt x="2449641" y="2420230"/>
                  <a:pt x="2232422" y="2615479"/>
                  <a:pt x="1965240" y="2615479"/>
                </a:cubicBezTo>
                <a:lnTo>
                  <a:pt x="1056680" y="2615479"/>
                </a:lnTo>
                <a:cubicBezTo>
                  <a:pt x="747330" y="2615479"/>
                  <a:pt x="497157" y="2364951"/>
                  <a:pt x="497157" y="2057373"/>
                </a:cubicBezTo>
                <a:cubicBezTo>
                  <a:pt x="497157" y="1905710"/>
                  <a:pt x="559169" y="1760426"/>
                  <a:pt x="668664" y="1655183"/>
                </a:cubicBezTo>
                <a:cubicBezTo>
                  <a:pt x="778159" y="1549939"/>
                  <a:pt x="925924" y="1493951"/>
                  <a:pt x="1077587" y="1499975"/>
                </a:cubicBezTo>
                <a:cubicBezTo>
                  <a:pt x="1187082" y="1354691"/>
                  <a:pt x="1358589" y="1269292"/>
                  <a:pt x="1540726" y="1270000"/>
                </a:cubicBezTo>
                <a:close/>
                <a:moveTo>
                  <a:pt x="544286" y="907144"/>
                </a:moveTo>
                <a:lnTo>
                  <a:pt x="1088572" y="907144"/>
                </a:lnTo>
                <a:cubicBezTo>
                  <a:pt x="1138536" y="907144"/>
                  <a:pt x="1179286" y="947894"/>
                  <a:pt x="1179286" y="997858"/>
                </a:cubicBezTo>
                <a:cubicBezTo>
                  <a:pt x="1179286" y="1047822"/>
                  <a:pt x="1138536" y="1088572"/>
                  <a:pt x="1088572" y="1088572"/>
                </a:cubicBezTo>
                <a:lnTo>
                  <a:pt x="544286" y="1088572"/>
                </a:lnTo>
                <a:cubicBezTo>
                  <a:pt x="494323" y="1088572"/>
                  <a:pt x="453572" y="1047822"/>
                  <a:pt x="453572" y="997858"/>
                </a:cubicBezTo>
                <a:cubicBezTo>
                  <a:pt x="453572" y="947894"/>
                  <a:pt x="494323" y="907144"/>
                  <a:pt x="544286" y="907144"/>
                </a:cubicBezTo>
                <a:close/>
                <a:moveTo>
                  <a:pt x="544286" y="453572"/>
                </a:moveTo>
                <a:lnTo>
                  <a:pt x="1542144" y="453572"/>
                </a:lnTo>
                <a:cubicBezTo>
                  <a:pt x="1592107" y="453572"/>
                  <a:pt x="1632858" y="494323"/>
                  <a:pt x="1632858" y="544286"/>
                </a:cubicBezTo>
                <a:cubicBezTo>
                  <a:pt x="1632858" y="594250"/>
                  <a:pt x="1592107" y="635001"/>
                  <a:pt x="1542144" y="635001"/>
                </a:cubicBezTo>
                <a:lnTo>
                  <a:pt x="544286" y="635001"/>
                </a:lnTo>
                <a:cubicBezTo>
                  <a:pt x="494323" y="635001"/>
                  <a:pt x="453572" y="594250"/>
                  <a:pt x="453572" y="544286"/>
                </a:cubicBezTo>
                <a:cubicBezTo>
                  <a:pt x="453572" y="494323"/>
                  <a:pt x="494323" y="453572"/>
                  <a:pt x="544286" y="453572"/>
                </a:cubicBezTo>
                <a:close/>
                <a:moveTo>
                  <a:pt x="280647" y="0"/>
                </a:moveTo>
                <a:lnTo>
                  <a:pt x="2077571" y="0"/>
                </a:lnTo>
                <a:cubicBezTo>
                  <a:pt x="2232423" y="0"/>
                  <a:pt x="2358573" y="128276"/>
                  <a:pt x="2358573" y="285963"/>
                </a:cubicBezTo>
                <a:lnTo>
                  <a:pt x="2358573" y="1451075"/>
                </a:lnTo>
                <a:cubicBezTo>
                  <a:pt x="2358573" y="1501038"/>
                  <a:pt x="2317822" y="1541789"/>
                  <a:pt x="2267859" y="1541789"/>
                </a:cubicBezTo>
                <a:cubicBezTo>
                  <a:pt x="2217895" y="1541789"/>
                  <a:pt x="2177144" y="1501038"/>
                  <a:pt x="2177144" y="1451075"/>
                </a:cubicBezTo>
                <a:lnTo>
                  <a:pt x="2177144" y="285963"/>
                </a:lnTo>
                <a:cubicBezTo>
                  <a:pt x="2177144" y="228558"/>
                  <a:pt x="2132496" y="181429"/>
                  <a:pt x="2077571" y="181429"/>
                </a:cubicBezTo>
                <a:lnTo>
                  <a:pt x="280647" y="181429"/>
                </a:lnTo>
                <a:cubicBezTo>
                  <a:pt x="226077" y="181429"/>
                  <a:pt x="181429" y="228203"/>
                  <a:pt x="181429" y="285963"/>
                </a:cubicBezTo>
                <a:lnTo>
                  <a:pt x="181429" y="2435466"/>
                </a:lnTo>
                <a:cubicBezTo>
                  <a:pt x="181429" y="2492872"/>
                  <a:pt x="225723" y="2540000"/>
                  <a:pt x="280647" y="2540000"/>
                </a:cubicBezTo>
                <a:lnTo>
                  <a:pt x="447548" y="2540000"/>
                </a:lnTo>
                <a:cubicBezTo>
                  <a:pt x="497511" y="2540000"/>
                  <a:pt x="538262" y="2580751"/>
                  <a:pt x="537908" y="2630715"/>
                </a:cubicBezTo>
                <a:cubicBezTo>
                  <a:pt x="537908" y="2681033"/>
                  <a:pt x="497157" y="2721429"/>
                  <a:pt x="447193" y="2721429"/>
                </a:cubicBezTo>
                <a:lnTo>
                  <a:pt x="280647" y="2721429"/>
                </a:lnTo>
                <a:cubicBezTo>
                  <a:pt x="126150" y="2721429"/>
                  <a:pt x="0" y="2593153"/>
                  <a:pt x="0" y="2435112"/>
                </a:cubicBezTo>
                <a:lnTo>
                  <a:pt x="0" y="285963"/>
                </a:lnTo>
                <a:cubicBezTo>
                  <a:pt x="0" y="128276"/>
                  <a:pt x="126150" y="0"/>
                  <a:pt x="280647" y="0"/>
                </a:cubicBezTo>
                <a:close/>
              </a:path>
            </a:pathLst>
          </a:custGeom>
          <a:solidFill>
            <a:schemeClr val="accent1"/>
          </a:solidFill>
          <a:ln w="3537" cap="flat">
            <a:noFill/>
            <a:prstDash val="solid"/>
            <a:miter/>
          </a:ln>
        </p:spPr>
        <p:txBody>
          <a:bodyPr rtlCol="0" anchor="ctr"/>
          <a:lstStyle/>
          <a:p>
            <a:endParaRPr lang="zh-CN" altLang="en-US"/>
          </a:p>
        </p:txBody>
      </p:sp>
      <p:sp>
        <p:nvSpPr>
          <p:cNvPr id="10" name="任意多边形: 形状 9"/>
          <p:cNvSpPr/>
          <p:nvPr>
            <p:custDataLst>
              <p:tags r:id="rId6"/>
            </p:custDataLst>
          </p:nvPr>
        </p:nvSpPr>
        <p:spPr>
          <a:xfrm>
            <a:off x="2905897" y="1474089"/>
            <a:ext cx="606692" cy="699506"/>
          </a:xfrm>
          <a:custGeom>
            <a:avLst/>
            <a:gdLst>
              <a:gd name="connsiteX0" fmla="*/ 137750 w 597368"/>
              <a:gd name="connsiteY0" fmla="*/ 482128 h 688754"/>
              <a:gd name="connsiteX1" fmla="*/ 229584 w 597368"/>
              <a:gd name="connsiteY1" fmla="*/ 482128 h 688754"/>
              <a:gd name="connsiteX2" fmla="*/ 252544 w 597368"/>
              <a:gd name="connsiteY2" fmla="*/ 505086 h 688754"/>
              <a:gd name="connsiteX3" fmla="*/ 229584 w 597368"/>
              <a:gd name="connsiteY3" fmla="*/ 528044 h 688754"/>
              <a:gd name="connsiteX4" fmla="*/ 137750 w 597368"/>
              <a:gd name="connsiteY4" fmla="*/ 528044 h 688754"/>
              <a:gd name="connsiteX5" fmla="*/ 114792 w 597368"/>
              <a:gd name="connsiteY5" fmla="*/ 505086 h 688754"/>
              <a:gd name="connsiteX6" fmla="*/ 137750 w 597368"/>
              <a:gd name="connsiteY6" fmla="*/ 482128 h 688754"/>
              <a:gd name="connsiteX7" fmla="*/ 137750 w 597368"/>
              <a:gd name="connsiteY7" fmla="*/ 321418 h 688754"/>
              <a:gd name="connsiteX8" fmla="*/ 459170 w 597368"/>
              <a:gd name="connsiteY8" fmla="*/ 321418 h 688754"/>
              <a:gd name="connsiteX9" fmla="*/ 482128 w 597368"/>
              <a:gd name="connsiteY9" fmla="*/ 344377 h 688754"/>
              <a:gd name="connsiteX10" fmla="*/ 459170 w 597368"/>
              <a:gd name="connsiteY10" fmla="*/ 367335 h 688754"/>
              <a:gd name="connsiteX11" fmla="*/ 137750 w 597368"/>
              <a:gd name="connsiteY11" fmla="*/ 367335 h 688754"/>
              <a:gd name="connsiteX12" fmla="*/ 114792 w 597368"/>
              <a:gd name="connsiteY12" fmla="*/ 344377 h 688754"/>
              <a:gd name="connsiteX13" fmla="*/ 137750 w 597368"/>
              <a:gd name="connsiteY13" fmla="*/ 321418 h 688754"/>
              <a:gd name="connsiteX14" fmla="*/ 137750 w 597368"/>
              <a:gd name="connsiteY14" fmla="*/ 160709 h 688754"/>
              <a:gd name="connsiteX15" fmla="*/ 459170 w 597368"/>
              <a:gd name="connsiteY15" fmla="*/ 160709 h 688754"/>
              <a:gd name="connsiteX16" fmla="*/ 482128 w 597368"/>
              <a:gd name="connsiteY16" fmla="*/ 183667 h 688754"/>
              <a:gd name="connsiteX17" fmla="*/ 459170 w 597368"/>
              <a:gd name="connsiteY17" fmla="*/ 206626 h 688754"/>
              <a:gd name="connsiteX18" fmla="*/ 137750 w 597368"/>
              <a:gd name="connsiteY18" fmla="*/ 206626 h 688754"/>
              <a:gd name="connsiteX19" fmla="*/ 114792 w 597368"/>
              <a:gd name="connsiteY19" fmla="*/ 183667 h 688754"/>
              <a:gd name="connsiteX20" fmla="*/ 137750 w 597368"/>
              <a:gd name="connsiteY20" fmla="*/ 160709 h 688754"/>
              <a:gd name="connsiteX21" fmla="*/ 71028 w 597368"/>
              <a:gd name="connsiteY21" fmla="*/ 45917 h 688754"/>
              <a:gd name="connsiteX22" fmla="*/ 45917 w 597368"/>
              <a:gd name="connsiteY22" fmla="*/ 72373 h 688754"/>
              <a:gd name="connsiteX23" fmla="*/ 45917 w 597368"/>
              <a:gd name="connsiteY23" fmla="*/ 616291 h 688754"/>
              <a:gd name="connsiteX24" fmla="*/ 71028 w 597368"/>
              <a:gd name="connsiteY24" fmla="*/ 642747 h 688754"/>
              <a:gd name="connsiteX25" fmla="*/ 390294 w 597368"/>
              <a:gd name="connsiteY25" fmla="*/ 642747 h 688754"/>
              <a:gd name="connsiteX26" fmla="*/ 390294 w 597368"/>
              <a:gd name="connsiteY26" fmla="*/ 531542 h 688754"/>
              <a:gd name="connsiteX27" fmla="*/ 461322 w 597368"/>
              <a:gd name="connsiteY27" fmla="*/ 459169 h 688754"/>
              <a:gd name="connsiteX28" fmla="*/ 550913 w 597368"/>
              <a:gd name="connsiteY28" fmla="*/ 459169 h 688754"/>
              <a:gd name="connsiteX29" fmla="*/ 550913 w 597368"/>
              <a:gd name="connsiteY29" fmla="*/ 72373 h 688754"/>
              <a:gd name="connsiteX30" fmla="*/ 525802 w 597368"/>
              <a:gd name="connsiteY30" fmla="*/ 45917 h 688754"/>
              <a:gd name="connsiteX31" fmla="*/ 71028 w 597368"/>
              <a:gd name="connsiteY31" fmla="*/ 0 h 688754"/>
              <a:gd name="connsiteX32" fmla="*/ 525802 w 597368"/>
              <a:gd name="connsiteY32" fmla="*/ 0 h 688754"/>
              <a:gd name="connsiteX33" fmla="*/ 596830 w 597368"/>
              <a:gd name="connsiteY33" fmla="*/ 72373 h 688754"/>
              <a:gd name="connsiteX34" fmla="*/ 596830 w 597368"/>
              <a:gd name="connsiteY34" fmla="*/ 477285 h 688754"/>
              <a:gd name="connsiteX35" fmla="*/ 596094 w 597368"/>
              <a:gd name="connsiteY35" fmla="*/ 479058 h 688754"/>
              <a:gd name="connsiteX36" fmla="*/ 597368 w 597368"/>
              <a:gd name="connsiteY36" fmla="*/ 482127 h 688754"/>
              <a:gd name="connsiteX37" fmla="*/ 574410 w 597368"/>
              <a:gd name="connsiteY37" fmla="*/ 505086 h 688754"/>
              <a:gd name="connsiteX38" fmla="*/ 461322 w 597368"/>
              <a:gd name="connsiteY38" fmla="*/ 505086 h 688754"/>
              <a:gd name="connsiteX39" fmla="*/ 436211 w 597368"/>
              <a:gd name="connsiteY39" fmla="*/ 531542 h 688754"/>
              <a:gd name="connsiteX40" fmla="*/ 436211 w 597368"/>
              <a:gd name="connsiteY40" fmla="*/ 617318 h 688754"/>
              <a:gd name="connsiteX41" fmla="*/ 510825 w 597368"/>
              <a:gd name="connsiteY41" fmla="*/ 552618 h 688754"/>
              <a:gd name="connsiteX42" fmla="*/ 543200 w 597368"/>
              <a:gd name="connsiteY42" fmla="*/ 554860 h 688754"/>
              <a:gd name="connsiteX43" fmla="*/ 540958 w 597368"/>
              <a:gd name="connsiteY43" fmla="*/ 587235 h 688754"/>
              <a:gd name="connsiteX44" fmla="*/ 430560 w 597368"/>
              <a:gd name="connsiteY44" fmla="*/ 683104 h 688754"/>
              <a:gd name="connsiteX45" fmla="*/ 415494 w 597368"/>
              <a:gd name="connsiteY45" fmla="*/ 688754 h 688754"/>
              <a:gd name="connsiteX46" fmla="*/ 71028 w 597368"/>
              <a:gd name="connsiteY46" fmla="*/ 688754 h 688754"/>
              <a:gd name="connsiteX47" fmla="*/ 0 w 597368"/>
              <a:gd name="connsiteY47" fmla="*/ 616381 h 688754"/>
              <a:gd name="connsiteX48" fmla="*/ 0 w 597368"/>
              <a:gd name="connsiteY48" fmla="*/ 72373 h 688754"/>
              <a:gd name="connsiteX49" fmla="*/ 71028 w 597368"/>
              <a:gd name="connsiteY49" fmla="*/ 0 h 688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97368" h="688754">
                <a:moveTo>
                  <a:pt x="137750" y="482128"/>
                </a:moveTo>
                <a:lnTo>
                  <a:pt x="229584" y="482128"/>
                </a:lnTo>
                <a:cubicBezTo>
                  <a:pt x="242229" y="482128"/>
                  <a:pt x="252544" y="492441"/>
                  <a:pt x="252544" y="505086"/>
                </a:cubicBezTo>
                <a:cubicBezTo>
                  <a:pt x="252544" y="517731"/>
                  <a:pt x="242229" y="528044"/>
                  <a:pt x="229584" y="528044"/>
                </a:cubicBezTo>
                <a:lnTo>
                  <a:pt x="137750" y="528044"/>
                </a:lnTo>
                <a:cubicBezTo>
                  <a:pt x="125105" y="528044"/>
                  <a:pt x="114792" y="517731"/>
                  <a:pt x="114792" y="505086"/>
                </a:cubicBezTo>
                <a:cubicBezTo>
                  <a:pt x="114792" y="492441"/>
                  <a:pt x="125105" y="482128"/>
                  <a:pt x="137750" y="482128"/>
                </a:cubicBezTo>
                <a:close/>
                <a:moveTo>
                  <a:pt x="137750" y="321418"/>
                </a:moveTo>
                <a:lnTo>
                  <a:pt x="459170" y="321418"/>
                </a:lnTo>
                <a:cubicBezTo>
                  <a:pt x="471815" y="321418"/>
                  <a:pt x="482128" y="331732"/>
                  <a:pt x="482128" y="344377"/>
                </a:cubicBezTo>
                <a:cubicBezTo>
                  <a:pt x="482128" y="357022"/>
                  <a:pt x="471815" y="367335"/>
                  <a:pt x="459170" y="367335"/>
                </a:cubicBezTo>
                <a:lnTo>
                  <a:pt x="137750" y="367335"/>
                </a:lnTo>
                <a:cubicBezTo>
                  <a:pt x="125105" y="367335"/>
                  <a:pt x="114792" y="357022"/>
                  <a:pt x="114792" y="344377"/>
                </a:cubicBezTo>
                <a:cubicBezTo>
                  <a:pt x="114792" y="331732"/>
                  <a:pt x="125105" y="321418"/>
                  <a:pt x="137750" y="321418"/>
                </a:cubicBezTo>
                <a:close/>
                <a:moveTo>
                  <a:pt x="137750" y="160709"/>
                </a:moveTo>
                <a:lnTo>
                  <a:pt x="459170" y="160709"/>
                </a:lnTo>
                <a:cubicBezTo>
                  <a:pt x="471815" y="160709"/>
                  <a:pt x="482128" y="171022"/>
                  <a:pt x="482128" y="183667"/>
                </a:cubicBezTo>
                <a:cubicBezTo>
                  <a:pt x="482128" y="196313"/>
                  <a:pt x="471815" y="206626"/>
                  <a:pt x="459170" y="206626"/>
                </a:cubicBezTo>
                <a:lnTo>
                  <a:pt x="137750" y="206626"/>
                </a:lnTo>
                <a:cubicBezTo>
                  <a:pt x="125105" y="206626"/>
                  <a:pt x="114792" y="196313"/>
                  <a:pt x="114792" y="183667"/>
                </a:cubicBezTo>
                <a:cubicBezTo>
                  <a:pt x="114792" y="171022"/>
                  <a:pt x="125105" y="160709"/>
                  <a:pt x="137750" y="160709"/>
                </a:cubicBezTo>
                <a:close/>
                <a:moveTo>
                  <a:pt x="71028" y="45917"/>
                </a:moveTo>
                <a:cubicBezTo>
                  <a:pt x="57306" y="45917"/>
                  <a:pt x="45917" y="57665"/>
                  <a:pt x="45917" y="72373"/>
                </a:cubicBezTo>
                <a:lnTo>
                  <a:pt x="45917" y="616291"/>
                </a:lnTo>
                <a:cubicBezTo>
                  <a:pt x="45917" y="631089"/>
                  <a:pt x="57306" y="642747"/>
                  <a:pt x="71028" y="642747"/>
                </a:cubicBezTo>
                <a:lnTo>
                  <a:pt x="390294" y="642747"/>
                </a:lnTo>
                <a:lnTo>
                  <a:pt x="390294" y="531542"/>
                </a:lnTo>
                <a:cubicBezTo>
                  <a:pt x="390294" y="491723"/>
                  <a:pt x="421952" y="459169"/>
                  <a:pt x="461322" y="459169"/>
                </a:cubicBezTo>
                <a:lnTo>
                  <a:pt x="550913" y="459169"/>
                </a:lnTo>
                <a:lnTo>
                  <a:pt x="550913" y="72373"/>
                </a:lnTo>
                <a:cubicBezTo>
                  <a:pt x="550913" y="57576"/>
                  <a:pt x="539523" y="45917"/>
                  <a:pt x="525802" y="45917"/>
                </a:cubicBezTo>
                <a:close/>
                <a:moveTo>
                  <a:pt x="71028" y="0"/>
                </a:moveTo>
                <a:lnTo>
                  <a:pt x="525802" y="0"/>
                </a:lnTo>
                <a:cubicBezTo>
                  <a:pt x="565172" y="0"/>
                  <a:pt x="596830" y="32554"/>
                  <a:pt x="596830" y="72373"/>
                </a:cubicBezTo>
                <a:lnTo>
                  <a:pt x="596830" y="477285"/>
                </a:lnTo>
                <a:lnTo>
                  <a:pt x="596094" y="479058"/>
                </a:lnTo>
                <a:lnTo>
                  <a:pt x="597368" y="482127"/>
                </a:lnTo>
                <a:cubicBezTo>
                  <a:pt x="597368" y="494773"/>
                  <a:pt x="587055" y="505086"/>
                  <a:pt x="574410" y="505086"/>
                </a:cubicBezTo>
                <a:lnTo>
                  <a:pt x="461322" y="505086"/>
                </a:lnTo>
                <a:cubicBezTo>
                  <a:pt x="447600" y="505086"/>
                  <a:pt x="436211" y="516834"/>
                  <a:pt x="436211" y="531542"/>
                </a:cubicBezTo>
                <a:lnTo>
                  <a:pt x="436211" y="617318"/>
                </a:lnTo>
                <a:lnTo>
                  <a:pt x="510825" y="552618"/>
                </a:lnTo>
                <a:cubicBezTo>
                  <a:pt x="520421" y="544277"/>
                  <a:pt x="534860" y="545353"/>
                  <a:pt x="543200" y="554860"/>
                </a:cubicBezTo>
                <a:cubicBezTo>
                  <a:pt x="551541" y="564455"/>
                  <a:pt x="550465" y="578894"/>
                  <a:pt x="540958" y="587235"/>
                </a:cubicBezTo>
                <a:lnTo>
                  <a:pt x="430560" y="683104"/>
                </a:lnTo>
                <a:cubicBezTo>
                  <a:pt x="426345" y="686691"/>
                  <a:pt x="421054" y="688754"/>
                  <a:pt x="415494" y="688754"/>
                </a:cubicBezTo>
                <a:lnTo>
                  <a:pt x="71028" y="688754"/>
                </a:lnTo>
                <a:cubicBezTo>
                  <a:pt x="31658" y="688754"/>
                  <a:pt x="0" y="656200"/>
                  <a:pt x="0" y="616381"/>
                </a:cubicBezTo>
                <a:lnTo>
                  <a:pt x="0" y="72373"/>
                </a:lnTo>
                <a:cubicBezTo>
                  <a:pt x="0" y="32554"/>
                  <a:pt x="31658" y="0"/>
                  <a:pt x="71028" y="0"/>
                </a:cubicBezTo>
                <a:close/>
              </a:path>
            </a:pathLst>
          </a:custGeom>
          <a:solidFill>
            <a:schemeClr val="accent1"/>
          </a:solidFill>
          <a:ln w="885" cap="flat">
            <a:noFill/>
            <a:prstDash val="solid"/>
            <a:miter/>
          </a:ln>
        </p:spPr>
        <p:txBody>
          <a:bodyPr rtlCol="0" anchor="ctr"/>
          <a:lstStyle/>
          <a:p>
            <a:endParaRPr lang="zh-CN" altLang="en-US"/>
          </a:p>
        </p:txBody>
      </p:sp>
      <p:sp>
        <p:nvSpPr>
          <p:cNvPr id="11" name="文本框 10"/>
          <p:cNvSpPr txBox="1"/>
          <p:nvPr>
            <p:custDataLst>
              <p:tags r:id="rId7"/>
            </p:custDataLst>
          </p:nvPr>
        </p:nvSpPr>
        <p:spPr>
          <a:xfrm>
            <a:off x="1495945" y="2286551"/>
            <a:ext cx="3426597" cy="460375"/>
          </a:xfrm>
          <a:prstGeom prst="rect">
            <a:avLst/>
          </a:prstGeom>
          <a:noFill/>
        </p:spPr>
        <p:txBody>
          <a:bodyPr wrap="square" rtlCol="0">
            <a:spAutoFit/>
          </a:bodyPr>
          <a:lstStyle/>
          <a:p>
            <a:pPr algn="ctr"/>
            <a:r>
              <a:rPr lang="en-US" altLang="zh-CN" sz="2400" b="1">
                <a:solidFill>
                  <a:schemeClr val="accent1"/>
                </a:solidFill>
                <a:latin typeface="+mj-ea"/>
                <a:ea typeface="+mj-ea"/>
              </a:rPr>
              <a:t>EviScope</a:t>
            </a:r>
            <a:endParaRPr lang="en-US" altLang="zh-CN" sz="2400" b="1">
              <a:solidFill>
                <a:schemeClr val="accent1"/>
              </a:solidFill>
              <a:latin typeface="+mj-ea"/>
              <a:ea typeface="+mj-ea"/>
            </a:endParaRPr>
          </a:p>
        </p:txBody>
      </p:sp>
      <p:sp>
        <p:nvSpPr>
          <p:cNvPr id="13" name="文本框 12"/>
          <p:cNvSpPr txBox="1"/>
          <p:nvPr>
            <p:custDataLst>
              <p:tags r:id="rId8"/>
            </p:custDataLst>
          </p:nvPr>
        </p:nvSpPr>
        <p:spPr>
          <a:xfrm>
            <a:off x="7286036" y="2286551"/>
            <a:ext cx="3426597" cy="460375"/>
          </a:xfrm>
          <a:prstGeom prst="rect">
            <a:avLst/>
          </a:prstGeom>
          <a:noFill/>
        </p:spPr>
        <p:txBody>
          <a:bodyPr wrap="square" rtlCol="0">
            <a:spAutoFit/>
          </a:bodyPr>
          <a:lstStyle/>
          <a:p>
            <a:pPr algn="ctr"/>
            <a:r>
              <a:rPr lang="en-US" altLang="zh-CN" sz="2400" b="1">
                <a:solidFill>
                  <a:schemeClr val="accent1"/>
                </a:solidFill>
                <a:latin typeface="+mj-ea"/>
                <a:ea typeface="+mj-ea"/>
              </a:rPr>
              <a:t>HiEQR</a:t>
            </a:r>
            <a:endParaRPr lang="en-US" altLang="zh-CN" sz="2400" b="1">
              <a:solidFill>
                <a:schemeClr val="accent1"/>
              </a:solidFill>
              <a:latin typeface="+mj-ea"/>
              <a:ea typeface="+mj-ea"/>
            </a:endParaRPr>
          </a:p>
        </p:txBody>
      </p:sp>
      <p:cxnSp>
        <p:nvCxnSpPr>
          <p:cNvPr id="15" name="直接连接符 14"/>
          <p:cNvCxnSpPr/>
          <p:nvPr>
            <p:custDataLst>
              <p:tags r:id="rId9"/>
            </p:custDataLst>
          </p:nvPr>
        </p:nvCxnSpPr>
        <p:spPr>
          <a:xfrm>
            <a:off x="2635929" y="2801259"/>
            <a:ext cx="11466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0"/>
            </p:custDataLst>
          </p:nvPr>
        </p:nvCxnSpPr>
        <p:spPr>
          <a:xfrm>
            <a:off x="8426020" y="2801259"/>
            <a:ext cx="114662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custDataLst>
              <p:tags r:id="rId11"/>
            </p:custDataLst>
          </p:nvPr>
        </p:nvGrpSpPr>
        <p:grpSpPr>
          <a:xfrm>
            <a:off x="660400" y="6421869"/>
            <a:ext cx="2189816" cy="234085"/>
            <a:chOff x="1044148" y="5205146"/>
            <a:chExt cx="2189816" cy="234085"/>
          </a:xfrm>
        </p:grpSpPr>
        <p:sp>
          <p:nvSpPr>
            <p:cNvPr id="20" name="任意多边形: 形状 19"/>
            <p:cNvSpPr/>
            <p:nvPr userDrawn="1">
              <p:custDataLst>
                <p:tags r:id="rId12"/>
              </p:custDataLst>
            </p:nvPr>
          </p:nvSpPr>
          <p:spPr>
            <a:xfrm>
              <a:off x="2200985" y="5215657"/>
              <a:ext cx="1032979" cy="213063"/>
            </a:xfrm>
            <a:custGeom>
              <a:avLst/>
              <a:gdLst>
                <a:gd name="connsiteX0" fmla="*/ 1224031 w 1929473"/>
                <a:gd name="connsiteY0" fmla="*/ 304120 h 397974"/>
                <a:gd name="connsiteX1" fmla="*/ 1163207 w 1929473"/>
                <a:gd name="connsiteY1" fmla="*/ 319836 h 397974"/>
                <a:gd name="connsiteX2" fmla="*/ 1156064 w 1929473"/>
                <a:gd name="connsiteY2" fmla="*/ 331266 h 397974"/>
                <a:gd name="connsiteX3" fmla="*/ 1208111 w 1929473"/>
                <a:gd name="connsiteY3" fmla="*/ 315346 h 397974"/>
                <a:gd name="connsiteX4" fmla="*/ 1247708 w 1929473"/>
                <a:gd name="connsiteY4" fmla="*/ 318612 h 397974"/>
                <a:gd name="connsiteX5" fmla="*/ 1224031 w 1929473"/>
                <a:gd name="connsiteY5" fmla="*/ 304120 h 397974"/>
                <a:gd name="connsiteX6" fmla="*/ 152672 w 1929473"/>
                <a:gd name="connsiteY6" fmla="*/ 269218 h 397974"/>
                <a:gd name="connsiteX7" fmla="*/ 176349 w 1929473"/>
                <a:gd name="connsiteY7" fmla="*/ 276362 h 397974"/>
                <a:gd name="connsiteX8" fmla="*/ 158795 w 1929473"/>
                <a:gd name="connsiteY8" fmla="*/ 307182 h 397974"/>
                <a:gd name="connsiteX9" fmla="*/ 93889 w 1929473"/>
                <a:gd name="connsiteY9" fmla="*/ 320245 h 397974"/>
                <a:gd name="connsiteX10" fmla="*/ 46741 w 1929473"/>
                <a:gd name="connsiteY10" fmla="*/ 334736 h 397974"/>
                <a:gd name="connsiteX11" fmla="*/ 5511 w 1929473"/>
                <a:gd name="connsiteY11" fmla="*/ 324327 h 397974"/>
                <a:gd name="connsiteX12" fmla="*/ 0 w 1929473"/>
                <a:gd name="connsiteY12" fmla="*/ 311876 h 397974"/>
                <a:gd name="connsiteX13" fmla="*/ 8368 w 1929473"/>
                <a:gd name="connsiteY13" fmla="*/ 311264 h 397974"/>
                <a:gd name="connsiteX14" fmla="*/ 2245 w 1929473"/>
                <a:gd name="connsiteY14" fmla="*/ 306978 h 397974"/>
                <a:gd name="connsiteX15" fmla="*/ 4082 w 1929473"/>
                <a:gd name="connsiteY15" fmla="*/ 301671 h 397974"/>
                <a:gd name="connsiteX16" fmla="*/ 49802 w 1929473"/>
                <a:gd name="connsiteY16" fmla="*/ 297589 h 397974"/>
                <a:gd name="connsiteX17" fmla="*/ 109606 w 1929473"/>
                <a:gd name="connsiteY17" fmla="*/ 278607 h 397974"/>
                <a:gd name="connsiteX18" fmla="*/ 152672 w 1929473"/>
                <a:gd name="connsiteY18" fmla="*/ 269218 h 397974"/>
                <a:gd name="connsiteX19" fmla="*/ 569255 w 1929473"/>
                <a:gd name="connsiteY19" fmla="*/ 203699 h 397974"/>
                <a:gd name="connsiteX20" fmla="*/ 543742 w 1929473"/>
                <a:gd name="connsiteY20" fmla="*/ 204923 h 397974"/>
                <a:gd name="connsiteX21" fmla="*/ 549048 w 1929473"/>
                <a:gd name="connsiteY21" fmla="*/ 248806 h 397974"/>
                <a:gd name="connsiteX22" fmla="*/ 571296 w 1929473"/>
                <a:gd name="connsiteY22" fmla="*/ 232070 h 397974"/>
                <a:gd name="connsiteX23" fmla="*/ 569255 w 1929473"/>
                <a:gd name="connsiteY23" fmla="*/ 203699 h 397974"/>
                <a:gd name="connsiteX24" fmla="*/ 562724 w 1929473"/>
                <a:gd name="connsiteY24" fmla="*/ 133282 h 397974"/>
                <a:gd name="connsiteX25" fmla="*/ 552314 w 1929473"/>
                <a:gd name="connsiteY25" fmla="*/ 164714 h 397974"/>
                <a:gd name="connsiteX26" fmla="*/ 567010 w 1929473"/>
                <a:gd name="connsiteY26" fmla="*/ 168388 h 397974"/>
                <a:gd name="connsiteX27" fmla="*/ 562724 w 1929473"/>
                <a:gd name="connsiteY27" fmla="*/ 133282 h 397974"/>
                <a:gd name="connsiteX28" fmla="*/ 1665514 w 1929473"/>
                <a:gd name="connsiteY28" fmla="*/ 131649 h 397974"/>
                <a:gd name="connsiteX29" fmla="*/ 1648574 w 1929473"/>
                <a:gd name="connsiteY29" fmla="*/ 162673 h 397974"/>
                <a:gd name="connsiteX30" fmla="*/ 1664494 w 1929473"/>
                <a:gd name="connsiteY30" fmla="*/ 153693 h 397974"/>
                <a:gd name="connsiteX31" fmla="*/ 1665514 w 1929473"/>
                <a:gd name="connsiteY31" fmla="*/ 131649 h 397974"/>
                <a:gd name="connsiteX32" fmla="*/ 1502025 w 1929473"/>
                <a:gd name="connsiteY32" fmla="*/ 121852 h 397974"/>
                <a:gd name="connsiteX33" fmla="*/ 1544683 w 1929473"/>
                <a:gd name="connsiteY33" fmla="*/ 170838 h 397974"/>
                <a:gd name="connsiteX34" fmla="*/ 1527334 w 1929473"/>
                <a:gd name="connsiteY34" fmla="*/ 178187 h 397974"/>
                <a:gd name="connsiteX35" fmla="*/ 1511618 w 1929473"/>
                <a:gd name="connsiteY35" fmla="*/ 193699 h 397974"/>
                <a:gd name="connsiteX36" fmla="*/ 1515088 w 1929473"/>
                <a:gd name="connsiteY36" fmla="*/ 158387 h 397974"/>
                <a:gd name="connsiteX37" fmla="*/ 1504883 w 1929473"/>
                <a:gd name="connsiteY37" fmla="*/ 151243 h 397974"/>
                <a:gd name="connsiteX38" fmla="*/ 1502025 w 1929473"/>
                <a:gd name="connsiteY38" fmla="*/ 121852 h 397974"/>
                <a:gd name="connsiteX39" fmla="*/ 1237094 w 1929473"/>
                <a:gd name="connsiteY39" fmla="*/ 68376 h 397974"/>
                <a:gd name="connsiteX40" fmla="*/ 1178515 w 1929473"/>
                <a:gd name="connsiteY40" fmla="*/ 112668 h 397974"/>
                <a:gd name="connsiteX41" fmla="*/ 1171780 w 1929473"/>
                <a:gd name="connsiteY41" fmla="*/ 124302 h 397974"/>
                <a:gd name="connsiteX42" fmla="*/ 1209131 w 1929473"/>
                <a:gd name="connsiteY42" fmla="*/ 127363 h 397974"/>
                <a:gd name="connsiteX43" fmla="*/ 1206070 w 1929473"/>
                <a:gd name="connsiteY43" fmla="*/ 152469 h 397974"/>
                <a:gd name="connsiteX44" fmla="*/ 1179128 w 1929473"/>
                <a:gd name="connsiteY44" fmla="*/ 180023 h 397974"/>
                <a:gd name="connsiteX45" fmla="*/ 1213214 w 1929473"/>
                <a:gd name="connsiteY45" fmla="*/ 176757 h 397974"/>
                <a:gd name="connsiteX46" fmla="*/ 1207703 w 1929473"/>
                <a:gd name="connsiteY46" fmla="*/ 199005 h 397974"/>
                <a:gd name="connsiteX47" fmla="*/ 1173821 w 1929473"/>
                <a:gd name="connsiteY47" fmla="*/ 234724 h 397974"/>
                <a:gd name="connsiteX48" fmla="*/ 1223827 w 1929473"/>
                <a:gd name="connsiteY48" fmla="*/ 229825 h 397974"/>
                <a:gd name="connsiteX49" fmla="*/ 1227297 w 1929473"/>
                <a:gd name="connsiteY49" fmla="*/ 216762 h 397974"/>
                <a:gd name="connsiteX50" fmla="*/ 1229134 w 1929473"/>
                <a:gd name="connsiteY50" fmla="*/ 156755 h 397974"/>
                <a:gd name="connsiteX51" fmla="*/ 1232604 w 1929473"/>
                <a:gd name="connsiteY51" fmla="*/ 117770 h 397974"/>
                <a:gd name="connsiteX52" fmla="*/ 1237094 w 1929473"/>
                <a:gd name="connsiteY52" fmla="*/ 68376 h 397974"/>
                <a:gd name="connsiteX53" fmla="*/ 95037 w 1929473"/>
                <a:gd name="connsiteY53" fmla="*/ 63988 h 397974"/>
                <a:gd name="connsiteX54" fmla="*/ 116953 w 1929473"/>
                <a:gd name="connsiteY54" fmla="*/ 76337 h 397974"/>
                <a:gd name="connsiteX55" fmla="*/ 138384 w 1929473"/>
                <a:gd name="connsiteY55" fmla="*/ 113892 h 397974"/>
                <a:gd name="connsiteX56" fmla="*/ 164918 w 1929473"/>
                <a:gd name="connsiteY56" fmla="*/ 103687 h 397974"/>
                <a:gd name="connsiteX57" fmla="*/ 203904 w 1929473"/>
                <a:gd name="connsiteY57" fmla="*/ 98176 h 397974"/>
                <a:gd name="connsiteX58" fmla="*/ 233908 w 1929473"/>
                <a:gd name="connsiteY58" fmla="*/ 116546 h 397974"/>
                <a:gd name="connsiteX59" fmla="*/ 231867 w 1929473"/>
                <a:gd name="connsiteY59" fmla="*/ 139610 h 397974"/>
                <a:gd name="connsiteX60" fmla="*/ 206761 w 1929473"/>
                <a:gd name="connsiteY60" fmla="*/ 141243 h 397974"/>
                <a:gd name="connsiteX61" fmla="*/ 159408 w 1929473"/>
                <a:gd name="connsiteY61" fmla="*/ 157163 h 397974"/>
                <a:gd name="connsiteX62" fmla="*/ 134098 w 1929473"/>
                <a:gd name="connsiteY62" fmla="*/ 155938 h 397974"/>
                <a:gd name="connsiteX63" fmla="*/ 130424 w 1929473"/>
                <a:gd name="connsiteY63" fmla="*/ 195331 h 397974"/>
                <a:gd name="connsiteX64" fmla="*/ 260850 w 1929473"/>
                <a:gd name="connsiteY64" fmla="*/ 199617 h 397974"/>
                <a:gd name="connsiteX65" fmla="*/ 279219 w 1929473"/>
                <a:gd name="connsiteY65" fmla="*/ 266565 h 397974"/>
                <a:gd name="connsiteX66" fmla="*/ 262891 w 1929473"/>
                <a:gd name="connsiteY66" fmla="*/ 309427 h 397974"/>
                <a:gd name="connsiteX67" fmla="*/ 218191 w 1929473"/>
                <a:gd name="connsiteY67" fmla="*/ 360862 h 397974"/>
                <a:gd name="connsiteX68" fmla="*/ 195535 w 1929473"/>
                <a:gd name="connsiteY68" fmla="*/ 379028 h 397974"/>
                <a:gd name="connsiteX69" fmla="*/ 131241 w 1929473"/>
                <a:gd name="connsiteY69" fmla="*/ 377395 h 397974"/>
                <a:gd name="connsiteX70" fmla="*/ 126954 w 1929473"/>
                <a:gd name="connsiteY70" fmla="*/ 366373 h 397974"/>
                <a:gd name="connsiteX71" fmla="*/ 141446 w 1929473"/>
                <a:gd name="connsiteY71" fmla="*/ 360250 h 397974"/>
                <a:gd name="connsiteX72" fmla="*/ 123689 w 1929473"/>
                <a:gd name="connsiteY72" fmla="*/ 360862 h 397974"/>
                <a:gd name="connsiteX73" fmla="*/ 124709 w 1929473"/>
                <a:gd name="connsiteY73" fmla="*/ 355147 h 397974"/>
                <a:gd name="connsiteX74" fmla="*/ 154917 w 1929473"/>
                <a:gd name="connsiteY74" fmla="*/ 342288 h 397974"/>
                <a:gd name="connsiteX75" fmla="*/ 181452 w 1929473"/>
                <a:gd name="connsiteY75" fmla="*/ 331471 h 397974"/>
                <a:gd name="connsiteX76" fmla="*/ 170839 w 1929473"/>
                <a:gd name="connsiteY76" fmla="*/ 330858 h 397974"/>
                <a:gd name="connsiteX77" fmla="*/ 212681 w 1929473"/>
                <a:gd name="connsiteY77" fmla="*/ 300242 h 397974"/>
                <a:gd name="connsiteX78" fmla="*/ 231867 w 1929473"/>
                <a:gd name="connsiteY78" fmla="*/ 251869 h 397974"/>
                <a:gd name="connsiteX79" fmla="*/ 223498 w 1929473"/>
                <a:gd name="connsiteY79" fmla="*/ 226151 h 397974"/>
                <a:gd name="connsiteX80" fmla="*/ 145528 w 1929473"/>
                <a:gd name="connsiteY80" fmla="*/ 234724 h 397974"/>
                <a:gd name="connsiteX81" fmla="*/ 112259 w 1929473"/>
                <a:gd name="connsiteY81" fmla="*/ 260849 h 397974"/>
                <a:gd name="connsiteX82" fmla="*/ 74907 w 1929473"/>
                <a:gd name="connsiteY82" fmla="*/ 260645 h 397974"/>
                <a:gd name="connsiteX83" fmla="*/ 68172 w 1929473"/>
                <a:gd name="connsiteY83" fmla="*/ 225131 h 397974"/>
                <a:gd name="connsiteX84" fmla="*/ 76744 w 1929473"/>
                <a:gd name="connsiteY84" fmla="*/ 166756 h 397974"/>
                <a:gd name="connsiteX85" fmla="*/ 71437 w 1929473"/>
                <a:gd name="connsiteY85" fmla="*/ 80623 h 397974"/>
                <a:gd name="connsiteX86" fmla="*/ 69600 w 1929473"/>
                <a:gd name="connsiteY86" fmla="*/ 65723 h 397974"/>
                <a:gd name="connsiteX87" fmla="*/ 95037 w 1929473"/>
                <a:gd name="connsiteY87" fmla="*/ 63988 h 397974"/>
                <a:gd name="connsiteX88" fmla="*/ 692740 w 1929473"/>
                <a:gd name="connsiteY88" fmla="*/ 52251 h 397974"/>
                <a:gd name="connsiteX89" fmla="*/ 725805 w 1929473"/>
                <a:gd name="connsiteY89" fmla="*/ 52863 h 397974"/>
                <a:gd name="connsiteX90" fmla="*/ 767647 w 1929473"/>
                <a:gd name="connsiteY90" fmla="*/ 97563 h 397974"/>
                <a:gd name="connsiteX91" fmla="*/ 809081 w 1929473"/>
                <a:gd name="connsiteY91" fmla="*/ 100829 h 397974"/>
                <a:gd name="connsiteX92" fmla="*/ 825205 w 1929473"/>
                <a:gd name="connsiteY92" fmla="*/ 117974 h 397974"/>
                <a:gd name="connsiteX93" fmla="*/ 807652 w 1929473"/>
                <a:gd name="connsiteY93" fmla="*/ 139609 h 397974"/>
                <a:gd name="connsiteX94" fmla="*/ 763565 w 1929473"/>
                <a:gd name="connsiteY94" fmla="*/ 146957 h 397974"/>
                <a:gd name="connsiteX95" fmla="*/ 760299 w 1929473"/>
                <a:gd name="connsiteY95" fmla="*/ 183084 h 397974"/>
                <a:gd name="connsiteX96" fmla="*/ 757442 w 1929473"/>
                <a:gd name="connsiteY96" fmla="*/ 376987 h 397974"/>
                <a:gd name="connsiteX97" fmla="*/ 709273 w 1929473"/>
                <a:gd name="connsiteY97" fmla="*/ 390254 h 397974"/>
                <a:gd name="connsiteX98" fmla="*/ 655184 w 1929473"/>
                <a:gd name="connsiteY98" fmla="*/ 356576 h 397974"/>
                <a:gd name="connsiteX99" fmla="*/ 635998 w 1929473"/>
                <a:gd name="connsiteY99" fmla="*/ 325348 h 397974"/>
                <a:gd name="connsiteX100" fmla="*/ 653551 w 1929473"/>
                <a:gd name="connsiteY100" fmla="*/ 328409 h 397974"/>
                <a:gd name="connsiteX101" fmla="*/ 631099 w 1929473"/>
                <a:gd name="connsiteY101" fmla="*/ 308611 h 397974"/>
                <a:gd name="connsiteX102" fmla="*/ 707436 w 1929473"/>
                <a:gd name="connsiteY102" fmla="*/ 330654 h 397974"/>
                <a:gd name="connsiteX103" fmla="*/ 707640 w 1929473"/>
                <a:gd name="connsiteY103" fmla="*/ 266972 h 397974"/>
                <a:gd name="connsiteX104" fmla="*/ 688250 w 1929473"/>
                <a:gd name="connsiteY104" fmla="*/ 274729 h 397974"/>
                <a:gd name="connsiteX105" fmla="*/ 663348 w 1929473"/>
                <a:gd name="connsiteY105" fmla="*/ 258808 h 397974"/>
                <a:gd name="connsiteX106" fmla="*/ 630079 w 1929473"/>
                <a:gd name="connsiteY106" fmla="*/ 200025 h 397974"/>
                <a:gd name="connsiteX107" fmla="*/ 622119 w 1929473"/>
                <a:gd name="connsiteY107" fmla="*/ 199616 h 397974"/>
                <a:gd name="connsiteX108" fmla="*/ 623343 w 1929473"/>
                <a:gd name="connsiteY108" fmla="*/ 193697 h 397974"/>
                <a:gd name="connsiteX109" fmla="*/ 613546 w 1929473"/>
                <a:gd name="connsiteY109" fmla="*/ 192065 h 397974"/>
                <a:gd name="connsiteX110" fmla="*/ 623548 w 1929473"/>
                <a:gd name="connsiteY110" fmla="*/ 205740 h 397974"/>
                <a:gd name="connsiteX111" fmla="*/ 617016 w 1929473"/>
                <a:gd name="connsiteY111" fmla="*/ 238805 h 397974"/>
                <a:gd name="connsiteX112" fmla="*/ 624160 w 1929473"/>
                <a:gd name="connsiteY112" fmla="*/ 293915 h 397974"/>
                <a:gd name="connsiteX113" fmla="*/ 608240 w 1929473"/>
                <a:gd name="connsiteY113" fmla="*/ 328817 h 397974"/>
                <a:gd name="connsiteX114" fmla="*/ 579869 w 1929473"/>
                <a:gd name="connsiteY114" fmla="*/ 315754 h 397974"/>
                <a:gd name="connsiteX115" fmla="*/ 563132 w 1929473"/>
                <a:gd name="connsiteY115" fmla="*/ 286159 h 397974"/>
                <a:gd name="connsiteX116" fmla="*/ 529658 w 1929473"/>
                <a:gd name="connsiteY116" fmla="*/ 311672 h 397974"/>
                <a:gd name="connsiteX117" fmla="*/ 478019 w 1929473"/>
                <a:gd name="connsiteY117" fmla="*/ 294936 h 397974"/>
                <a:gd name="connsiteX118" fmla="*/ 493531 w 1929473"/>
                <a:gd name="connsiteY118" fmla="*/ 285955 h 397974"/>
                <a:gd name="connsiteX119" fmla="*/ 522719 w 1929473"/>
                <a:gd name="connsiteY119" fmla="*/ 272688 h 397974"/>
                <a:gd name="connsiteX120" fmla="*/ 496593 w 1929473"/>
                <a:gd name="connsiteY120" fmla="*/ 252276 h 397974"/>
                <a:gd name="connsiteX121" fmla="*/ 500471 w 1929473"/>
                <a:gd name="connsiteY121" fmla="*/ 149202 h 397974"/>
                <a:gd name="connsiteX122" fmla="*/ 508431 w 1929473"/>
                <a:gd name="connsiteY122" fmla="*/ 99808 h 397974"/>
                <a:gd name="connsiteX123" fmla="*/ 542313 w 1929473"/>
                <a:gd name="connsiteY123" fmla="*/ 106544 h 397974"/>
                <a:gd name="connsiteX124" fmla="*/ 575786 w 1929473"/>
                <a:gd name="connsiteY124" fmla="*/ 84296 h 397974"/>
                <a:gd name="connsiteX125" fmla="*/ 611913 w 1929473"/>
                <a:gd name="connsiteY125" fmla="*/ 89603 h 397974"/>
                <a:gd name="connsiteX126" fmla="*/ 621302 w 1929473"/>
                <a:gd name="connsiteY126" fmla="*/ 112871 h 397974"/>
                <a:gd name="connsiteX127" fmla="*/ 620894 w 1929473"/>
                <a:gd name="connsiteY127" fmla="*/ 131445 h 397974"/>
                <a:gd name="connsiteX128" fmla="*/ 616608 w 1929473"/>
                <a:gd name="connsiteY128" fmla="*/ 179206 h 397974"/>
                <a:gd name="connsiteX129" fmla="*/ 629671 w 1929473"/>
                <a:gd name="connsiteY129" fmla="*/ 167163 h 397974"/>
                <a:gd name="connsiteX130" fmla="*/ 645183 w 1929473"/>
                <a:gd name="connsiteY130" fmla="*/ 191044 h 397974"/>
                <a:gd name="connsiteX131" fmla="*/ 708048 w 1929473"/>
                <a:gd name="connsiteY131" fmla="*/ 247582 h 397974"/>
                <a:gd name="connsiteX132" fmla="*/ 703762 w 1929473"/>
                <a:gd name="connsiteY132" fmla="*/ 173287 h 397974"/>
                <a:gd name="connsiteX133" fmla="*/ 631304 w 1929473"/>
                <a:gd name="connsiteY133" fmla="*/ 165939 h 397974"/>
                <a:gd name="connsiteX134" fmla="*/ 622731 w 1929473"/>
                <a:gd name="connsiteY134" fmla="*/ 149610 h 397974"/>
                <a:gd name="connsiteX135" fmla="*/ 664573 w 1929473"/>
                <a:gd name="connsiteY135" fmla="*/ 132057 h 397974"/>
                <a:gd name="connsiteX136" fmla="*/ 702537 w 1929473"/>
                <a:gd name="connsiteY136" fmla="*/ 115116 h 397974"/>
                <a:gd name="connsiteX137" fmla="*/ 692740 w 1929473"/>
                <a:gd name="connsiteY137" fmla="*/ 52251 h 397974"/>
                <a:gd name="connsiteX138" fmla="*/ 1073401 w 1929473"/>
                <a:gd name="connsiteY138" fmla="*/ 43475 h 397974"/>
                <a:gd name="connsiteX139" fmla="*/ 1090954 w 1929473"/>
                <a:gd name="connsiteY139" fmla="*/ 53068 h 397974"/>
                <a:gd name="connsiteX140" fmla="*/ 1099527 w 1929473"/>
                <a:gd name="connsiteY140" fmla="*/ 86950 h 397974"/>
                <a:gd name="connsiteX141" fmla="*/ 1067482 w 1929473"/>
                <a:gd name="connsiteY141" fmla="*/ 134099 h 397974"/>
                <a:gd name="connsiteX142" fmla="*/ 1079320 w 1929473"/>
                <a:gd name="connsiteY142" fmla="*/ 169001 h 397974"/>
                <a:gd name="connsiteX143" fmla="*/ 1062583 w 1929473"/>
                <a:gd name="connsiteY143" fmla="*/ 221865 h 397974"/>
                <a:gd name="connsiteX144" fmla="*/ 1059522 w 1929473"/>
                <a:gd name="connsiteY144" fmla="*/ 299629 h 397974"/>
                <a:gd name="connsiteX145" fmla="*/ 1068298 w 1929473"/>
                <a:gd name="connsiteY145" fmla="*/ 341063 h 397974"/>
                <a:gd name="connsiteX146" fmla="*/ 1063400 w 1929473"/>
                <a:gd name="connsiteY146" fmla="*/ 385763 h 397974"/>
                <a:gd name="connsiteX147" fmla="*/ 1053194 w 1929473"/>
                <a:gd name="connsiteY147" fmla="*/ 389028 h 397974"/>
                <a:gd name="connsiteX148" fmla="*/ 1029110 w 1929473"/>
                <a:gd name="connsiteY148" fmla="*/ 344533 h 397974"/>
                <a:gd name="connsiteX149" fmla="*/ 1025436 w 1929473"/>
                <a:gd name="connsiteY149" fmla="*/ 273096 h 397974"/>
                <a:gd name="connsiteX150" fmla="*/ 1025640 w 1929473"/>
                <a:gd name="connsiteY150" fmla="*/ 172063 h 397974"/>
                <a:gd name="connsiteX151" fmla="*/ 975633 w 1929473"/>
                <a:gd name="connsiteY151" fmla="*/ 205944 h 397974"/>
                <a:gd name="connsiteX152" fmla="*/ 945629 w 1929473"/>
                <a:gd name="connsiteY152" fmla="*/ 216354 h 397974"/>
                <a:gd name="connsiteX153" fmla="*/ 952569 w 1929473"/>
                <a:gd name="connsiteY153" fmla="*/ 201250 h 397974"/>
                <a:gd name="connsiteX154" fmla="*/ 992165 w 1929473"/>
                <a:gd name="connsiteY154" fmla="*/ 173491 h 397974"/>
                <a:gd name="connsiteX155" fmla="*/ 1017476 w 1929473"/>
                <a:gd name="connsiteY155" fmla="*/ 143692 h 397974"/>
                <a:gd name="connsiteX156" fmla="*/ 1032376 w 1929473"/>
                <a:gd name="connsiteY156" fmla="*/ 119403 h 397974"/>
                <a:gd name="connsiteX157" fmla="*/ 1050745 w 1929473"/>
                <a:gd name="connsiteY157" fmla="*/ 97155 h 397974"/>
                <a:gd name="connsiteX158" fmla="*/ 1065849 w 1929473"/>
                <a:gd name="connsiteY158" fmla="*/ 58171 h 397974"/>
                <a:gd name="connsiteX159" fmla="*/ 1073401 w 1929473"/>
                <a:gd name="connsiteY159" fmla="*/ 43475 h 397974"/>
                <a:gd name="connsiteX160" fmla="*/ 1261485 w 1929473"/>
                <a:gd name="connsiteY160" fmla="*/ 25616 h 397974"/>
                <a:gd name="connsiteX161" fmla="*/ 1279140 w 1929473"/>
                <a:gd name="connsiteY161" fmla="*/ 34699 h 397974"/>
                <a:gd name="connsiteX162" fmla="*/ 1287917 w 1929473"/>
                <a:gd name="connsiteY162" fmla="*/ 37760 h 397974"/>
                <a:gd name="connsiteX163" fmla="*/ 1290774 w 1929473"/>
                <a:gd name="connsiteY163" fmla="*/ 78174 h 397974"/>
                <a:gd name="connsiteX164" fmla="*/ 1275466 w 1929473"/>
                <a:gd name="connsiteY164" fmla="*/ 158592 h 397974"/>
                <a:gd name="connsiteX165" fmla="*/ 1270364 w 1929473"/>
                <a:gd name="connsiteY165" fmla="*/ 266565 h 397974"/>
                <a:gd name="connsiteX166" fmla="*/ 1347312 w 1929473"/>
                <a:gd name="connsiteY166" fmla="*/ 276158 h 397974"/>
                <a:gd name="connsiteX167" fmla="*/ 1360987 w 1929473"/>
                <a:gd name="connsiteY167" fmla="*/ 289220 h 397974"/>
                <a:gd name="connsiteX168" fmla="*/ 1316696 w 1929473"/>
                <a:gd name="connsiteY168" fmla="*/ 304937 h 397974"/>
                <a:gd name="connsiteX169" fmla="*/ 1274242 w 1929473"/>
                <a:gd name="connsiteY169" fmla="*/ 300242 h 397974"/>
                <a:gd name="connsiteX170" fmla="*/ 1252198 w 1929473"/>
                <a:gd name="connsiteY170" fmla="*/ 313713 h 397974"/>
                <a:gd name="connsiteX171" fmla="*/ 1275466 w 1929473"/>
                <a:gd name="connsiteY171" fmla="*/ 329634 h 397974"/>
                <a:gd name="connsiteX172" fmla="*/ 1305878 w 1929473"/>
                <a:gd name="connsiteY172" fmla="*/ 370863 h 397974"/>
                <a:gd name="connsiteX173" fmla="*/ 1295673 w 1929473"/>
                <a:gd name="connsiteY173" fmla="*/ 395560 h 397974"/>
                <a:gd name="connsiteX174" fmla="*/ 1257709 w 1929473"/>
                <a:gd name="connsiteY174" fmla="*/ 373925 h 397974"/>
                <a:gd name="connsiteX175" fmla="*/ 1240564 w 1929473"/>
                <a:gd name="connsiteY175" fmla="*/ 354739 h 397974"/>
                <a:gd name="connsiteX176" fmla="*/ 1256280 w 1929473"/>
                <a:gd name="connsiteY176" fmla="*/ 346575 h 397974"/>
                <a:gd name="connsiteX177" fmla="*/ 1236278 w 1929473"/>
                <a:gd name="connsiteY177" fmla="*/ 327797 h 397974"/>
                <a:gd name="connsiteX178" fmla="*/ 1194027 w 1929473"/>
                <a:gd name="connsiteY178" fmla="*/ 326980 h 397974"/>
                <a:gd name="connsiteX179" fmla="*/ 1167289 w 1929473"/>
                <a:gd name="connsiteY179" fmla="*/ 342901 h 397974"/>
                <a:gd name="connsiteX180" fmla="*/ 1176883 w 1929473"/>
                <a:gd name="connsiteY180" fmla="*/ 354943 h 397974"/>
                <a:gd name="connsiteX181" fmla="*/ 1178311 w 1929473"/>
                <a:gd name="connsiteY181" fmla="*/ 372496 h 397974"/>
                <a:gd name="connsiteX182" fmla="*/ 1162187 w 1929473"/>
                <a:gd name="connsiteY182" fmla="*/ 384130 h 397974"/>
                <a:gd name="connsiteX183" fmla="*/ 1131571 w 1929473"/>
                <a:gd name="connsiteY183" fmla="*/ 354943 h 397974"/>
                <a:gd name="connsiteX184" fmla="*/ 1139531 w 1929473"/>
                <a:gd name="connsiteY184" fmla="*/ 323919 h 397974"/>
                <a:gd name="connsiteX185" fmla="*/ 1080544 w 1929473"/>
                <a:gd name="connsiteY185" fmla="*/ 330654 h 397974"/>
                <a:gd name="connsiteX186" fmla="*/ 1077891 w 1929473"/>
                <a:gd name="connsiteY186" fmla="*/ 295752 h 397974"/>
                <a:gd name="connsiteX187" fmla="*/ 1103608 w 1929473"/>
                <a:gd name="connsiteY187" fmla="*/ 292486 h 397974"/>
                <a:gd name="connsiteX188" fmla="*/ 1107690 w 1929473"/>
                <a:gd name="connsiteY188" fmla="*/ 296160 h 397974"/>
                <a:gd name="connsiteX189" fmla="*/ 1156880 w 1929473"/>
                <a:gd name="connsiteY189" fmla="*/ 283301 h 397974"/>
                <a:gd name="connsiteX190" fmla="*/ 1171984 w 1929473"/>
                <a:gd name="connsiteY190" fmla="*/ 286159 h 397974"/>
                <a:gd name="connsiteX191" fmla="*/ 1200355 w 1929473"/>
                <a:gd name="connsiteY191" fmla="*/ 280240 h 397974"/>
                <a:gd name="connsiteX192" fmla="*/ 1199334 w 1929473"/>
                <a:gd name="connsiteY192" fmla="*/ 273300 h 397974"/>
                <a:gd name="connsiteX193" fmla="*/ 1224235 w 1929473"/>
                <a:gd name="connsiteY193" fmla="*/ 269830 h 397974"/>
                <a:gd name="connsiteX194" fmla="*/ 1223623 w 1929473"/>
                <a:gd name="connsiteY194" fmla="*/ 249624 h 397974"/>
                <a:gd name="connsiteX195" fmla="*/ 1166473 w 1929473"/>
                <a:gd name="connsiteY195" fmla="*/ 276158 h 397974"/>
                <a:gd name="connsiteX196" fmla="*/ 1152798 w 1929473"/>
                <a:gd name="connsiteY196" fmla="*/ 270851 h 397974"/>
                <a:gd name="connsiteX197" fmla="*/ 1112385 w 1929473"/>
                <a:gd name="connsiteY197" fmla="*/ 287792 h 397974"/>
                <a:gd name="connsiteX198" fmla="*/ 1148103 w 1929473"/>
                <a:gd name="connsiteY198" fmla="*/ 262482 h 397974"/>
                <a:gd name="connsiteX199" fmla="*/ 1140143 w 1929473"/>
                <a:gd name="connsiteY199" fmla="*/ 170634 h 397974"/>
                <a:gd name="connsiteX200" fmla="*/ 1137898 w 1929473"/>
                <a:gd name="connsiteY200" fmla="*/ 135936 h 397974"/>
                <a:gd name="connsiteX201" fmla="*/ 1150961 w 1929473"/>
                <a:gd name="connsiteY201" fmla="*/ 66948 h 397974"/>
                <a:gd name="connsiteX202" fmla="*/ 1166677 w 1929473"/>
                <a:gd name="connsiteY202" fmla="*/ 80623 h 397974"/>
                <a:gd name="connsiteX203" fmla="*/ 1241993 w 1929473"/>
                <a:gd name="connsiteY203" fmla="*/ 29392 h 397974"/>
                <a:gd name="connsiteX204" fmla="*/ 1261485 w 1929473"/>
                <a:gd name="connsiteY204" fmla="*/ 25616 h 397974"/>
                <a:gd name="connsiteX205" fmla="*/ 1676740 w 1929473"/>
                <a:gd name="connsiteY205" fmla="*/ 0 h 397974"/>
                <a:gd name="connsiteX206" fmla="*/ 1703070 w 1929473"/>
                <a:gd name="connsiteY206" fmla="*/ 41230 h 397974"/>
                <a:gd name="connsiteX207" fmla="*/ 1736748 w 1929473"/>
                <a:gd name="connsiteY207" fmla="*/ 52047 h 397974"/>
                <a:gd name="connsiteX208" fmla="*/ 1766548 w 1929473"/>
                <a:gd name="connsiteY208" fmla="*/ 84296 h 397974"/>
                <a:gd name="connsiteX209" fmla="*/ 1726747 w 1929473"/>
                <a:gd name="connsiteY209" fmla="*/ 103891 h 397974"/>
                <a:gd name="connsiteX210" fmla="*/ 1715521 w 1929473"/>
                <a:gd name="connsiteY210" fmla="*/ 132874 h 397974"/>
                <a:gd name="connsiteX211" fmla="*/ 1750015 w 1929473"/>
                <a:gd name="connsiteY211" fmla="*/ 145324 h 397974"/>
                <a:gd name="connsiteX212" fmla="*/ 1754301 w 1929473"/>
                <a:gd name="connsiteY212" fmla="*/ 172062 h 397974"/>
                <a:gd name="connsiteX213" fmla="*/ 1712867 w 1929473"/>
                <a:gd name="connsiteY213" fmla="*/ 190432 h 397974"/>
                <a:gd name="connsiteX214" fmla="*/ 1712255 w 1929473"/>
                <a:gd name="connsiteY214" fmla="*/ 246357 h 397974"/>
                <a:gd name="connsiteX215" fmla="*/ 1719399 w 1929473"/>
                <a:gd name="connsiteY215" fmla="*/ 315755 h 397974"/>
                <a:gd name="connsiteX216" fmla="*/ 1709806 w 1929473"/>
                <a:gd name="connsiteY216" fmla="*/ 319837 h 397974"/>
                <a:gd name="connsiteX217" fmla="*/ 1885950 w 1929473"/>
                <a:gd name="connsiteY217" fmla="*/ 341676 h 397974"/>
                <a:gd name="connsiteX218" fmla="*/ 1929017 w 1929473"/>
                <a:gd name="connsiteY218" fmla="*/ 354127 h 397974"/>
                <a:gd name="connsiteX219" fmla="*/ 1916362 w 1929473"/>
                <a:gd name="connsiteY219" fmla="*/ 376783 h 397974"/>
                <a:gd name="connsiteX220" fmla="*/ 1766344 w 1929473"/>
                <a:gd name="connsiteY220" fmla="*/ 385151 h 397974"/>
                <a:gd name="connsiteX221" fmla="*/ 1656330 w 1929473"/>
                <a:gd name="connsiteY221" fmla="*/ 353106 h 397974"/>
                <a:gd name="connsiteX222" fmla="*/ 1564073 w 1929473"/>
                <a:gd name="connsiteY222" fmla="*/ 335349 h 397974"/>
                <a:gd name="connsiteX223" fmla="*/ 1478552 w 1929473"/>
                <a:gd name="connsiteY223" fmla="*/ 322694 h 397974"/>
                <a:gd name="connsiteX224" fmla="*/ 1467326 w 1929473"/>
                <a:gd name="connsiteY224" fmla="*/ 293099 h 397974"/>
                <a:gd name="connsiteX225" fmla="*/ 1498963 w 1929473"/>
                <a:gd name="connsiteY225" fmla="*/ 263502 h 397974"/>
                <a:gd name="connsiteX226" fmla="*/ 1512842 w 1929473"/>
                <a:gd name="connsiteY226" fmla="*/ 239418 h 397974"/>
                <a:gd name="connsiteX227" fmla="*/ 1512026 w 1929473"/>
                <a:gd name="connsiteY227" fmla="*/ 207985 h 397974"/>
                <a:gd name="connsiteX228" fmla="*/ 1519986 w 1929473"/>
                <a:gd name="connsiteY228" fmla="*/ 215945 h 397974"/>
                <a:gd name="connsiteX229" fmla="*/ 1545908 w 1929473"/>
                <a:gd name="connsiteY229" fmla="*/ 260441 h 397974"/>
                <a:gd name="connsiteX230" fmla="*/ 1521007 w 1929473"/>
                <a:gd name="connsiteY230" fmla="*/ 268809 h 397974"/>
                <a:gd name="connsiteX231" fmla="*/ 1483859 w 1929473"/>
                <a:gd name="connsiteY231" fmla="*/ 297181 h 397974"/>
                <a:gd name="connsiteX232" fmla="*/ 1518557 w 1929473"/>
                <a:gd name="connsiteY232" fmla="*/ 299426 h 397974"/>
                <a:gd name="connsiteX233" fmla="*/ 1653268 w 1929473"/>
                <a:gd name="connsiteY233" fmla="*/ 309427 h 397974"/>
                <a:gd name="connsiteX234" fmla="*/ 1668168 w 1929473"/>
                <a:gd name="connsiteY234" fmla="*/ 309836 h 397974"/>
                <a:gd name="connsiteX235" fmla="*/ 1666739 w 1929473"/>
                <a:gd name="connsiteY235" fmla="*/ 279628 h 397974"/>
                <a:gd name="connsiteX236" fmla="*/ 1663473 w 1929473"/>
                <a:gd name="connsiteY236" fmla="*/ 216558 h 397974"/>
                <a:gd name="connsiteX237" fmla="*/ 1646533 w 1929473"/>
                <a:gd name="connsiteY237" fmla="*/ 229008 h 397974"/>
                <a:gd name="connsiteX238" fmla="*/ 1620815 w 1929473"/>
                <a:gd name="connsiteY238" fmla="*/ 281057 h 397974"/>
                <a:gd name="connsiteX239" fmla="*/ 1585505 w 1929473"/>
                <a:gd name="connsiteY239" fmla="*/ 283098 h 397974"/>
                <a:gd name="connsiteX240" fmla="*/ 1554480 w 1929473"/>
                <a:gd name="connsiteY240" fmla="*/ 268197 h 397974"/>
                <a:gd name="connsiteX241" fmla="*/ 1571829 w 1929473"/>
                <a:gd name="connsiteY241" fmla="*/ 266768 h 397974"/>
                <a:gd name="connsiteX242" fmla="*/ 1591220 w 1929473"/>
                <a:gd name="connsiteY242" fmla="*/ 242888 h 397974"/>
                <a:gd name="connsiteX243" fmla="*/ 1574483 w 1929473"/>
                <a:gd name="connsiteY243" fmla="*/ 177369 h 397974"/>
                <a:gd name="connsiteX244" fmla="*/ 1594485 w 1929473"/>
                <a:gd name="connsiteY244" fmla="*/ 164919 h 397974"/>
                <a:gd name="connsiteX245" fmla="*/ 1595914 w 1929473"/>
                <a:gd name="connsiteY245" fmla="*/ 140426 h 397974"/>
                <a:gd name="connsiteX246" fmla="*/ 1561420 w 1929473"/>
                <a:gd name="connsiteY246" fmla="*/ 117566 h 397974"/>
                <a:gd name="connsiteX247" fmla="*/ 1597139 w 1929473"/>
                <a:gd name="connsiteY247" fmla="*/ 96339 h 397974"/>
                <a:gd name="connsiteX248" fmla="*/ 1605099 w 1929473"/>
                <a:gd name="connsiteY248" fmla="*/ 61232 h 397974"/>
                <a:gd name="connsiteX249" fmla="*/ 1615712 w 1929473"/>
                <a:gd name="connsiteY249" fmla="*/ 38984 h 397974"/>
                <a:gd name="connsiteX250" fmla="*/ 1630204 w 1929473"/>
                <a:gd name="connsiteY250" fmla="*/ 44087 h 397974"/>
                <a:gd name="connsiteX251" fmla="*/ 1644900 w 1929473"/>
                <a:gd name="connsiteY251" fmla="*/ 75520 h 397974"/>
                <a:gd name="connsiteX252" fmla="*/ 1664086 w 1929473"/>
                <a:gd name="connsiteY252" fmla="*/ 65110 h 397974"/>
                <a:gd name="connsiteX253" fmla="*/ 1668576 w 1929473"/>
                <a:gd name="connsiteY253" fmla="*/ 27554 h 397974"/>
                <a:gd name="connsiteX254" fmla="*/ 1676740 w 1929473"/>
                <a:gd name="connsiteY254" fmla="*/ 0 h 39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929473" h="397974">
                  <a:moveTo>
                    <a:pt x="1224031" y="304120"/>
                  </a:moveTo>
                  <a:cubicBezTo>
                    <a:pt x="1202804" y="305753"/>
                    <a:pt x="1181985" y="310652"/>
                    <a:pt x="1163207" y="319836"/>
                  </a:cubicBezTo>
                  <a:cubicBezTo>
                    <a:pt x="1158717" y="321878"/>
                    <a:pt x="1157492" y="327184"/>
                    <a:pt x="1156064" y="331266"/>
                  </a:cubicBezTo>
                  <a:cubicBezTo>
                    <a:pt x="1173413" y="325960"/>
                    <a:pt x="1189537" y="316163"/>
                    <a:pt x="1208111" y="315346"/>
                  </a:cubicBezTo>
                  <a:cubicBezTo>
                    <a:pt x="1221378" y="311876"/>
                    <a:pt x="1234441" y="317591"/>
                    <a:pt x="1247708" y="318612"/>
                  </a:cubicBezTo>
                  <a:cubicBezTo>
                    <a:pt x="1239748" y="313713"/>
                    <a:pt x="1229338" y="312693"/>
                    <a:pt x="1224031" y="304120"/>
                  </a:cubicBezTo>
                  <a:close/>
                  <a:moveTo>
                    <a:pt x="152672" y="269218"/>
                  </a:moveTo>
                  <a:cubicBezTo>
                    <a:pt x="160020" y="273504"/>
                    <a:pt x="170021" y="271055"/>
                    <a:pt x="176349" y="276362"/>
                  </a:cubicBezTo>
                  <a:cubicBezTo>
                    <a:pt x="175532" y="287996"/>
                    <a:pt x="171450" y="303508"/>
                    <a:pt x="158795" y="307182"/>
                  </a:cubicBezTo>
                  <a:cubicBezTo>
                    <a:pt x="136548" y="307998"/>
                    <a:pt x="114096" y="310448"/>
                    <a:pt x="93889" y="320245"/>
                  </a:cubicBezTo>
                  <a:cubicBezTo>
                    <a:pt x="77765" y="324327"/>
                    <a:pt x="63886" y="336777"/>
                    <a:pt x="46741" y="334736"/>
                  </a:cubicBezTo>
                  <a:cubicBezTo>
                    <a:pt x="32657" y="332899"/>
                    <a:pt x="18166" y="331062"/>
                    <a:pt x="5511" y="324327"/>
                  </a:cubicBezTo>
                  <a:cubicBezTo>
                    <a:pt x="1021" y="321878"/>
                    <a:pt x="204" y="316571"/>
                    <a:pt x="0" y="311876"/>
                  </a:cubicBezTo>
                  <a:cubicBezTo>
                    <a:pt x="2858" y="311672"/>
                    <a:pt x="5511" y="311468"/>
                    <a:pt x="8368" y="311264"/>
                  </a:cubicBezTo>
                  <a:cubicBezTo>
                    <a:pt x="6327" y="309835"/>
                    <a:pt x="4286" y="308407"/>
                    <a:pt x="2245" y="306978"/>
                  </a:cubicBezTo>
                  <a:cubicBezTo>
                    <a:pt x="2858" y="305141"/>
                    <a:pt x="3470" y="303508"/>
                    <a:pt x="4082" y="301671"/>
                  </a:cubicBezTo>
                  <a:cubicBezTo>
                    <a:pt x="19390" y="305753"/>
                    <a:pt x="35106" y="301875"/>
                    <a:pt x="49802" y="297589"/>
                  </a:cubicBezTo>
                  <a:cubicBezTo>
                    <a:pt x="68784" y="289425"/>
                    <a:pt x="89603" y="285342"/>
                    <a:pt x="109606" y="278607"/>
                  </a:cubicBezTo>
                  <a:cubicBezTo>
                    <a:pt x="123281" y="272280"/>
                    <a:pt x="138589" y="273504"/>
                    <a:pt x="152672" y="269218"/>
                  </a:cubicBezTo>
                  <a:close/>
                  <a:moveTo>
                    <a:pt x="569255" y="203699"/>
                  </a:moveTo>
                  <a:cubicBezTo>
                    <a:pt x="560683" y="203495"/>
                    <a:pt x="552110" y="203495"/>
                    <a:pt x="543742" y="204923"/>
                  </a:cubicBezTo>
                  <a:cubicBezTo>
                    <a:pt x="546803" y="219211"/>
                    <a:pt x="544150" y="235539"/>
                    <a:pt x="549048" y="248806"/>
                  </a:cubicBezTo>
                  <a:cubicBezTo>
                    <a:pt x="557009" y="245949"/>
                    <a:pt x="564356" y="237580"/>
                    <a:pt x="571296" y="232070"/>
                  </a:cubicBezTo>
                  <a:cubicBezTo>
                    <a:pt x="572113" y="222681"/>
                    <a:pt x="571296" y="212883"/>
                    <a:pt x="569255" y="203699"/>
                  </a:cubicBezTo>
                  <a:close/>
                  <a:moveTo>
                    <a:pt x="562724" y="133282"/>
                  </a:moveTo>
                  <a:cubicBezTo>
                    <a:pt x="555988" y="142466"/>
                    <a:pt x="554151" y="153897"/>
                    <a:pt x="552314" y="164714"/>
                  </a:cubicBezTo>
                  <a:cubicBezTo>
                    <a:pt x="557213" y="165735"/>
                    <a:pt x="562111" y="166959"/>
                    <a:pt x="567010" y="168388"/>
                  </a:cubicBezTo>
                  <a:cubicBezTo>
                    <a:pt x="565989" y="156550"/>
                    <a:pt x="565785" y="144712"/>
                    <a:pt x="562724" y="133282"/>
                  </a:cubicBezTo>
                  <a:close/>
                  <a:moveTo>
                    <a:pt x="1665514" y="131649"/>
                  </a:moveTo>
                  <a:cubicBezTo>
                    <a:pt x="1647961" y="130833"/>
                    <a:pt x="1648982" y="150631"/>
                    <a:pt x="1648574" y="162673"/>
                  </a:cubicBezTo>
                  <a:cubicBezTo>
                    <a:pt x="1654085" y="160020"/>
                    <a:pt x="1659800" y="157979"/>
                    <a:pt x="1664494" y="153693"/>
                  </a:cubicBezTo>
                  <a:cubicBezTo>
                    <a:pt x="1666943" y="146549"/>
                    <a:pt x="1665923" y="138997"/>
                    <a:pt x="1665514" y="131649"/>
                  </a:cubicBezTo>
                  <a:close/>
                  <a:moveTo>
                    <a:pt x="1502025" y="121852"/>
                  </a:moveTo>
                  <a:cubicBezTo>
                    <a:pt x="1521415" y="132057"/>
                    <a:pt x="1541009" y="147774"/>
                    <a:pt x="1544683" y="170838"/>
                  </a:cubicBezTo>
                  <a:cubicBezTo>
                    <a:pt x="1539173" y="174103"/>
                    <a:pt x="1533049" y="175736"/>
                    <a:pt x="1527334" y="178187"/>
                  </a:cubicBezTo>
                  <a:cubicBezTo>
                    <a:pt x="1523048" y="184718"/>
                    <a:pt x="1523048" y="202067"/>
                    <a:pt x="1511618" y="193699"/>
                  </a:cubicBezTo>
                  <a:cubicBezTo>
                    <a:pt x="1514884" y="182269"/>
                    <a:pt x="1517741" y="170225"/>
                    <a:pt x="1515088" y="158387"/>
                  </a:cubicBezTo>
                  <a:cubicBezTo>
                    <a:pt x="1511210" y="156754"/>
                    <a:pt x="1507536" y="154509"/>
                    <a:pt x="1504883" y="151243"/>
                  </a:cubicBezTo>
                  <a:cubicBezTo>
                    <a:pt x="1511210" y="141242"/>
                    <a:pt x="1502637" y="131853"/>
                    <a:pt x="1502025" y="121852"/>
                  </a:cubicBezTo>
                  <a:close/>
                  <a:moveTo>
                    <a:pt x="1237094" y="68376"/>
                  </a:moveTo>
                  <a:cubicBezTo>
                    <a:pt x="1213214" y="76541"/>
                    <a:pt x="1192191" y="92053"/>
                    <a:pt x="1178515" y="112668"/>
                  </a:cubicBezTo>
                  <a:cubicBezTo>
                    <a:pt x="1175454" y="115525"/>
                    <a:pt x="1165861" y="120016"/>
                    <a:pt x="1171780" y="124302"/>
                  </a:cubicBezTo>
                  <a:cubicBezTo>
                    <a:pt x="1184026" y="125322"/>
                    <a:pt x="1198110" y="118587"/>
                    <a:pt x="1209131" y="127363"/>
                  </a:cubicBezTo>
                  <a:cubicBezTo>
                    <a:pt x="1218112" y="133078"/>
                    <a:pt x="1217296" y="149815"/>
                    <a:pt x="1206070" y="152469"/>
                  </a:cubicBezTo>
                  <a:cubicBezTo>
                    <a:pt x="1192599" y="155938"/>
                    <a:pt x="1182597" y="166552"/>
                    <a:pt x="1179128" y="180023"/>
                  </a:cubicBezTo>
                  <a:cubicBezTo>
                    <a:pt x="1190354" y="177778"/>
                    <a:pt x="1201784" y="174104"/>
                    <a:pt x="1213214" y="176757"/>
                  </a:cubicBezTo>
                  <a:cubicBezTo>
                    <a:pt x="1223011" y="182472"/>
                    <a:pt x="1215663" y="195331"/>
                    <a:pt x="1207703" y="199005"/>
                  </a:cubicBezTo>
                  <a:cubicBezTo>
                    <a:pt x="1192803" y="206965"/>
                    <a:pt x="1180148" y="218803"/>
                    <a:pt x="1173821" y="234724"/>
                  </a:cubicBezTo>
                  <a:cubicBezTo>
                    <a:pt x="1190762" y="235948"/>
                    <a:pt x="1206682" y="226764"/>
                    <a:pt x="1223827" y="229825"/>
                  </a:cubicBezTo>
                  <a:cubicBezTo>
                    <a:pt x="1224848" y="225335"/>
                    <a:pt x="1226072" y="221049"/>
                    <a:pt x="1227297" y="216762"/>
                  </a:cubicBezTo>
                  <a:cubicBezTo>
                    <a:pt x="1223419" y="197168"/>
                    <a:pt x="1227501" y="176757"/>
                    <a:pt x="1229134" y="156755"/>
                  </a:cubicBezTo>
                  <a:cubicBezTo>
                    <a:pt x="1231583" y="143896"/>
                    <a:pt x="1235461" y="131037"/>
                    <a:pt x="1232604" y="117770"/>
                  </a:cubicBezTo>
                  <a:cubicBezTo>
                    <a:pt x="1237502" y="101850"/>
                    <a:pt x="1236482" y="84909"/>
                    <a:pt x="1237094" y="68376"/>
                  </a:cubicBezTo>
                  <a:close/>
                  <a:moveTo>
                    <a:pt x="95037" y="63988"/>
                  </a:moveTo>
                  <a:cubicBezTo>
                    <a:pt x="103380" y="65672"/>
                    <a:pt x="111136" y="69703"/>
                    <a:pt x="116953" y="76337"/>
                  </a:cubicBezTo>
                  <a:cubicBezTo>
                    <a:pt x="126750" y="87154"/>
                    <a:pt x="132057" y="101034"/>
                    <a:pt x="138384" y="113892"/>
                  </a:cubicBezTo>
                  <a:cubicBezTo>
                    <a:pt x="147365" y="110831"/>
                    <a:pt x="156550" y="108381"/>
                    <a:pt x="164918" y="103687"/>
                  </a:cubicBezTo>
                  <a:cubicBezTo>
                    <a:pt x="176758" y="96747"/>
                    <a:pt x="190841" y="98788"/>
                    <a:pt x="203904" y="98176"/>
                  </a:cubicBezTo>
                  <a:cubicBezTo>
                    <a:pt x="217171" y="96747"/>
                    <a:pt x="224519" y="109606"/>
                    <a:pt x="233908" y="116546"/>
                  </a:cubicBezTo>
                  <a:cubicBezTo>
                    <a:pt x="234928" y="124098"/>
                    <a:pt x="239623" y="134099"/>
                    <a:pt x="231867" y="139610"/>
                  </a:cubicBezTo>
                  <a:cubicBezTo>
                    <a:pt x="225131" y="146754"/>
                    <a:pt x="215130" y="141855"/>
                    <a:pt x="206761" y="141243"/>
                  </a:cubicBezTo>
                  <a:cubicBezTo>
                    <a:pt x="188800" y="137161"/>
                    <a:pt x="175941" y="153897"/>
                    <a:pt x="159408" y="157163"/>
                  </a:cubicBezTo>
                  <a:cubicBezTo>
                    <a:pt x="151039" y="160021"/>
                    <a:pt x="142467" y="156347"/>
                    <a:pt x="134098" y="155938"/>
                  </a:cubicBezTo>
                  <a:cubicBezTo>
                    <a:pt x="132057" y="169001"/>
                    <a:pt x="133282" y="182268"/>
                    <a:pt x="130424" y="195331"/>
                  </a:cubicBezTo>
                  <a:cubicBezTo>
                    <a:pt x="173084" y="185534"/>
                    <a:pt x="220028" y="180023"/>
                    <a:pt x="260850" y="199617"/>
                  </a:cubicBezTo>
                  <a:cubicBezTo>
                    <a:pt x="284730" y="211251"/>
                    <a:pt x="289221" y="244113"/>
                    <a:pt x="279219" y="266565"/>
                  </a:cubicBezTo>
                  <a:cubicBezTo>
                    <a:pt x="276158" y="281668"/>
                    <a:pt x="268606" y="295344"/>
                    <a:pt x="262891" y="309427"/>
                  </a:cubicBezTo>
                  <a:cubicBezTo>
                    <a:pt x="248807" y="327184"/>
                    <a:pt x="237990" y="348411"/>
                    <a:pt x="218191" y="360862"/>
                  </a:cubicBezTo>
                  <a:cubicBezTo>
                    <a:pt x="209619" y="365761"/>
                    <a:pt x="206149" y="377599"/>
                    <a:pt x="195535" y="379028"/>
                  </a:cubicBezTo>
                  <a:cubicBezTo>
                    <a:pt x="174308" y="381681"/>
                    <a:pt x="152060" y="384947"/>
                    <a:pt x="131241" y="377395"/>
                  </a:cubicBezTo>
                  <a:cubicBezTo>
                    <a:pt x="128587" y="374333"/>
                    <a:pt x="128179" y="370047"/>
                    <a:pt x="126954" y="366373"/>
                  </a:cubicBezTo>
                  <a:cubicBezTo>
                    <a:pt x="132057" y="364944"/>
                    <a:pt x="138384" y="365352"/>
                    <a:pt x="141446" y="360250"/>
                  </a:cubicBezTo>
                  <a:cubicBezTo>
                    <a:pt x="135527" y="360250"/>
                    <a:pt x="129608" y="362087"/>
                    <a:pt x="123689" y="360862"/>
                  </a:cubicBezTo>
                  <a:cubicBezTo>
                    <a:pt x="123893" y="359433"/>
                    <a:pt x="124505" y="356576"/>
                    <a:pt x="124709" y="355147"/>
                  </a:cubicBezTo>
                  <a:cubicBezTo>
                    <a:pt x="134098" y="349228"/>
                    <a:pt x="145528" y="348411"/>
                    <a:pt x="154917" y="342288"/>
                  </a:cubicBezTo>
                  <a:cubicBezTo>
                    <a:pt x="163491" y="338002"/>
                    <a:pt x="174308" y="338614"/>
                    <a:pt x="181452" y="331471"/>
                  </a:cubicBezTo>
                  <a:cubicBezTo>
                    <a:pt x="177982" y="331266"/>
                    <a:pt x="174512" y="331062"/>
                    <a:pt x="170839" y="330858"/>
                  </a:cubicBezTo>
                  <a:cubicBezTo>
                    <a:pt x="180432" y="316979"/>
                    <a:pt x="206353" y="319020"/>
                    <a:pt x="212681" y="300242"/>
                  </a:cubicBezTo>
                  <a:cubicBezTo>
                    <a:pt x="217375" y="283505"/>
                    <a:pt x="230030" y="269626"/>
                    <a:pt x="231867" y="251869"/>
                  </a:cubicBezTo>
                  <a:cubicBezTo>
                    <a:pt x="233908" y="243092"/>
                    <a:pt x="234316" y="229213"/>
                    <a:pt x="223498" y="226151"/>
                  </a:cubicBezTo>
                  <a:cubicBezTo>
                    <a:pt x="197577" y="216966"/>
                    <a:pt x="169818" y="224518"/>
                    <a:pt x="145528" y="234724"/>
                  </a:cubicBezTo>
                  <a:cubicBezTo>
                    <a:pt x="131853" y="239214"/>
                    <a:pt x="117361" y="246358"/>
                    <a:pt x="112259" y="260849"/>
                  </a:cubicBezTo>
                  <a:cubicBezTo>
                    <a:pt x="102870" y="274933"/>
                    <a:pt x="86745" y="263707"/>
                    <a:pt x="74907" y="260645"/>
                  </a:cubicBezTo>
                  <a:cubicBezTo>
                    <a:pt x="62661" y="253502"/>
                    <a:pt x="64089" y="236561"/>
                    <a:pt x="68172" y="225131"/>
                  </a:cubicBezTo>
                  <a:cubicBezTo>
                    <a:pt x="76336" y="206761"/>
                    <a:pt x="74907" y="186350"/>
                    <a:pt x="76744" y="166756"/>
                  </a:cubicBezTo>
                  <a:cubicBezTo>
                    <a:pt x="79397" y="137977"/>
                    <a:pt x="80826" y="108381"/>
                    <a:pt x="71437" y="80623"/>
                  </a:cubicBezTo>
                  <a:cubicBezTo>
                    <a:pt x="70621" y="75928"/>
                    <a:pt x="66539" y="70418"/>
                    <a:pt x="69600" y="65723"/>
                  </a:cubicBezTo>
                  <a:cubicBezTo>
                    <a:pt x="77765" y="62967"/>
                    <a:pt x="86694" y="62304"/>
                    <a:pt x="95037" y="63988"/>
                  </a:cubicBezTo>
                  <a:close/>
                  <a:moveTo>
                    <a:pt x="692740" y="52251"/>
                  </a:moveTo>
                  <a:cubicBezTo>
                    <a:pt x="703558" y="50006"/>
                    <a:pt x="715192" y="49190"/>
                    <a:pt x="725805" y="52863"/>
                  </a:cubicBezTo>
                  <a:cubicBezTo>
                    <a:pt x="743563" y="63273"/>
                    <a:pt x="762545" y="76132"/>
                    <a:pt x="767647" y="97563"/>
                  </a:cubicBezTo>
                  <a:cubicBezTo>
                    <a:pt x="781527" y="94910"/>
                    <a:pt x="795202" y="98379"/>
                    <a:pt x="809081" y="100829"/>
                  </a:cubicBezTo>
                  <a:cubicBezTo>
                    <a:pt x="816837" y="103686"/>
                    <a:pt x="820307" y="112055"/>
                    <a:pt x="825205" y="117974"/>
                  </a:cubicBezTo>
                  <a:cubicBezTo>
                    <a:pt x="825205" y="127975"/>
                    <a:pt x="816633" y="136343"/>
                    <a:pt x="807652" y="139609"/>
                  </a:cubicBezTo>
                  <a:cubicBezTo>
                    <a:pt x="793161" y="141650"/>
                    <a:pt x="776016" y="136956"/>
                    <a:pt x="763565" y="146957"/>
                  </a:cubicBezTo>
                  <a:cubicBezTo>
                    <a:pt x="757442" y="157775"/>
                    <a:pt x="760095" y="171041"/>
                    <a:pt x="760299" y="183084"/>
                  </a:cubicBezTo>
                  <a:cubicBezTo>
                    <a:pt x="761932" y="247990"/>
                    <a:pt x="756217" y="311876"/>
                    <a:pt x="757442" y="376987"/>
                  </a:cubicBezTo>
                  <a:cubicBezTo>
                    <a:pt x="748869" y="395356"/>
                    <a:pt x="725805" y="392907"/>
                    <a:pt x="709273" y="390254"/>
                  </a:cubicBezTo>
                  <a:cubicBezTo>
                    <a:pt x="689678" y="381885"/>
                    <a:pt x="670084" y="372088"/>
                    <a:pt x="655184" y="356576"/>
                  </a:cubicBezTo>
                  <a:cubicBezTo>
                    <a:pt x="644571" y="349228"/>
                    <a:pt x="638447" y="337798"/>
                    <a:pt x="635998" y="325348"/>
                  </a:cubicBezTo>
                  <a:cubicBezTo>
                    <a:pt x="642121" y="324123"/>
                    <a:pt x="647836" y="326980"/>
                    <a:pt x="653551" y="328409"/>
                  </a:cubicBezTo>
                  <a:cubicBezTo>
                    <a:pt x="646612" y="321265"/>
                    <a:pt x="634569" y="318816"/>
                    <a:pt x="631099" y="308611"/>
                  </a:cubicBezTo>
                  <a:cubicBezTo>
                    <a:pt x="655388" y="319428"/>
                    <a:pt x="679677" y="334532"/>
                    <a:pt x="707436" y="330654"/>
                  </a:cubicBezTo>
                  <a:cubicBezTo>
                    <a:pt x="709068" y="309427"/>
                    <a:pt x="708864" y="288200"/>
                    <a:pt x="707640" y="266972"/>
                  </a:cubicBezTo>
                  <a:cubicBezTo>
                    <a:pt x="702333" y="271259"/>
                    <a:pt x="695801" y="278403"/>
                    <a:pt x="688250" y="274729"/>
                  </a:cubicBezTo>
                  <a:cubicBezTo>
                    <a:pt x="679269" y="270647"/>
                    <a:pt x="668859" y="267584"/>
                    <a:pt x="663348" y="258808"/>
                  </a:cubicBezTo>
                  <a:cubicBezTo>
                    <a:pt x="650490" y="240234"/>
                    <a:pt x="645795" y="216761"/>
                    <a:pt x="630079" y="200025"/>
                  </a:cubicBezTo>
                  <a:cubicBezTo>
                    <a:pt x="627426" y="199821"/>
                    <a:pt x="624772" y="199821"/>
                    <a:pt x="622119" y="199616"/>
                  </a:cubicBezTo>
                  <a:cubicBezTo>
                    <a:pt x="622527" y="197575"/>
                    <a:pt x="622935" y="195534"/>
                    <a:pt x="623343" y="193697"/>
                  </a:cubicBezTo>
                  <a:cubicBezTo>
                    <a:pt x="620078" y="193085"/>
                    <a:pt x="616812" y="192473"/>
                    <a:pt x="613546" y="192065"/>
                  </a:cubicBezTo>
                  <a:cubicBezTo>
                    <a:pt x="617016" y="196555"/>
                    <a:pt x="620486" y="201045"/>
                    <a:pt x="623548" y="205740"/>
                  </a:cubicBezTo>
                  <a:cubicBezTo>
                    <a:pt x="616812" y="215333"/>
                    <a:pt x="618445" y="227783"/>
                    <a:pt x="617016" y="238805"/>
                  </a:cubicBezTo>
                  <a:cubicBezTo>
                    <a:pt x="618037" y="257175"/>
                    <a:pt x="617424" y="276566"/>
                    <a:pt x="624160" y="293915"/>
                  </a:cubicBezTo>
                  <a:cubicBezTo>
                    <a:pt x="637019" y="306161"/>
                    <a:pt x="621915" y="325348"/>
                    <a:pt x="608240" y="328817"/>
                  </a:cubicBezTo>
                  <a:cubicBezTo>
                    <a:pt x="597218" y="334736"/>
                    <a:pt x="584767" y="325756"/>
                    <a:pt x="579869" y="315754"/>
                  </a:cubicBezTo>
                  <a:cubicBezTo>
                    <a:pt x="575378" y="305141"/>
                    <a:pt x="568030" y="296364"/>
                    <a:pt x="563132" y="286159"/>
                  </a:cubicBezTo>
                  <a:cubicBezTo>
                    <a:pt x="550885" y="293507"/>
                    <a:pt x="545374" y="310448"/>
                    <a:pt x="529658" y="311672"/>
                  </a:cubicBezTo>
                  <a:cubicBezTo>
                    <a:pt x="511289" y="314938"/>
                    <a:pt x="492919" y="304937"/>
                    <a:pt x="478019" y="294936"/>
                  </a:cubicBezTo>
                  <a:cubicBezTo>
                    <a:pt x="473733" y="285547"/>
                    <a:pt x="487816" y="286363"/>
                    <a:pt x="493531" y="285955"/>
                  </a:cubicBezTo>
                  <a:cubicBezTo>
                    <a:pt x="503737" y="282893"/>
                    <a:pt x="512513" y="275954"/>
                    <a:pt x="522719" y="272688"/>
                  </a:cubicBezTo>
                  <a:cubicBezTo>
                    <a:pt x="515167" y="264727"/>
                    <a:pt x="501491" y="263094"/>
                    <a:pt x="496593" y="252276"/>
                  </a:cubicBezTo>
                  <a:cubicBezTo>
                    <a:pt x="495164" y="217782"/>
                    <a:pt x="493123" y="183084"/>
                    <a:pt x="500471" y="149202"/>
                  </a:cubicBezTo>
                  <a:cubicBezTo>
                    <a:pt x="504553" y="132873"/>
                    <a:pt x="503533" y="115933"/>
                    <a:pt x="508431" y="99808"/>
                  </a:cubicBezTo>
                  <a:cubicBezTo>
                    <a:pt x="520065" y="94297"/>
                    <a:pt x="532107" y="101237"/>
                    <a:pt x="542313" y="106544"/>
                  </a:cubicBezTo>
                  <a:cubicBezTo>
                    <a:pt x="555376" y="101849"/>
                    <a:pt x="561907" y="87562"/>
                    <a:pt x="575786" y="84296"/>
                  </a:cubicBezTo>
                  <a:cubicBezTo>
                    <a:pt x="588033" y="80214"/>
                    <a:pt x="600279" y="86133"/>
                    <a:pt x="611913" y="89603"/>
                  </a:cubicBezTo>
                  <a:cubicBezTo>
                    <a:pt x="620282" y="94705"/>
                    <a:pt x="618037" y="105115"/>
                    <a:pt x="621302" y="112871"/>
                  </a:cubicBezTo>
                  <a:cubicBezTo>
                    <a:pt x="623752" y="118790"/>
                    <a:pt x="623139" y="125526"/>
                    <a:pt x="620894" y="131445"/>
                  </a:cubicBezTo>
                  <a:cubicBezTo>
                    <a:pt x="615179" y="146753"/>
                    <a:pt x="616608" y="163285"/>
                    <a:pt x="616608" y="179206"/>
                  </a:cubicBezTo>
                  <a:cubicBezTo>
                    <a:pt x="622323" y="176552"/>
                    <a:pt x="624160" y="169000"/>
                    <a:pt x="629671" y="167163"/>
                  </a:cubicBezTo>
                  <a:cubicBezTo>
                    <a:pt x="634978" y="175124"/>
                    <a:pt x="635794" y="186350"/>
                    <a:pt x="645183" y="191044"/>
                  </a:cubicBezTo>
                  <a:cubicBezTo>
                    <a:pt x="669472" y="205536"/>
                    <a:pt x="692944" y="223089"/>
                    <a:pt x="708048" y="247582"/>
                  </a:cubicBezTo>
                  <a:cubicBezTo>
                    <a:pt x="708456" y="222681"/>
                    <a:pt x="706619" y="197780"/>
                    <a:pt x="703762" y="173287"/>
                  </a:cubicBezTo>
                  <a:cubicBezTo>
                    <a:pt x="681922" y="188595"/>
                    <a:pt x="650490" y="183084"/>
                    <a:pt x="631304" y="165939"/>
                  </a:cubicBezTo>
                  <a:cubicBezTo>
                    <a:pt x="625793" y="162469"/>
                    <a:pt x="618853" y="157162"/>
                    <a:pt x="622731" y="149610"/>
                  </a:cubicBezTo>
                  <a:cubicBezTo>
                    <a:pt x="634773" y="139609"/>
                    <a:pt x="650898" y="138997"/>
                    <a:pt x="664573" y="132057"/>
                  </a:cubicBezTo>
                  <a:cubicBezTo>
                    <a:pt x="677024" y="126342"/>
                    <a:pt x="691719" y="123485"/>
                    <a:pt x="702537" y="115116"/>
                  </a:cubicBezTo>
                  <a:cubicBezTo>
                    <a:pt x="705395" y="93481"/>
                    <a:pt x="700292" y="72050"/>
                    <a:pt x="692740" y="52251"/>
                  </a:cubicBezTo>
                  <a:close/>
                  <a:moveTo>
                    <a:pt x="1073401" y="43475"/>
                  </a:moveTo>
                  <a:cubicBezTo>
                    <a:pt x="1079728" y="45720"/>
                    <a:pt x="1084627" y="50823"/>
                    <a:pt x="1090954" y="53068"/>
                  </a:cubicBezTo>
                  <a:cubicBezTo>
                    <a:pt x="1104425" y="57354"/>
                    <a:pt x="1111365" y="76949"/>
                    <a:pt x="1099527" y="86950"/>
                  </a:cubicBezTo>
                  <a:cubicBezTo>
                    <a:pt x="1083811" y="98788"/>
                    <a:pt x="1080137" y="119811"/>
                    <a:pt x="1067482" y="134099"/>
                  </a:cubicBezTo>
                  <a:cubicBezTo>
                    <a:pt x="1072993" y="145120"/>
                    <a:pt x="1080749" y="156142"/>
                    <a:pt x="1079320" y="169001"/>
                  </a:cubicBezTo>
                  <a:cubicBezTo>
                    <a:pt x="1077687" y="187575"/>
                    <a:pt x="1067890" y="204107"/>
                    <a:pt x="1062583" y="221865"/>
                  </a:cubicBezTo>
                  <a:cubicBezTo>
                    <a:pt x="1056868" y="247378"/>
                    <a:pt x="1060338" y="273708"/>
                    <a:pt x="1059522" y="299629"/>
                  </a:cubicBezTo>
                  <a:cubicBezTo>
                    <a:pt x="1059114" y="313917"/>
                    <a:pt x="1061155" y="328409"/>
                    <a:pt x="1068298" y="341063"/>
                  </a:cubicBezTo>
                  <a:cubicBezTo>
                    <a:pt x="1076871" y="355963"/>
                    <a:pt x="1061767" y="370251"/>
                    <a:pt x="1063400" y="385763"/>
                  </a:cubicBezTo>
                  <a:cubicBezTo>
                    <a:pt x="1060338" y="387804"/>
                    <a:pt x="1057073" y="390865"/>
                    <a:pt x="1053194" y="389028"/>
                  </a:cubicBezTo>
                  <a:cubicBezTo>
                    <a:pt x="1038295" y="379640"/>
                    <a:pt x="1029518" y="362086"/>
                    <a:pt x="1029110" y="344533"/>
                  </a:cubicBezTo>
                  <a:cubicBezTo>
                    <a:pt x="1030130" y="320448"/>
                    <a:pt x="1023803" y="296976"/>
                    <a:pt x="1025436" y="273096"/>
                  </a:cubicBezTo>
                  <a:cubicBezTo>
                    <a:pt x="1021762" y="239418"/>
                    <a:pt x="1026048" y="205944"/>
                    <a:pt x="1025640" y="172063"/>
                  </a:cubicBezTo>
                  <a:cubicBezTo>
                    <a:pt x="1009515" y="184105"/>
                    <a:pt x="996044" y="200842"/>
                    <a:pt x="975633" y="205944"/>
                  </a:cubicBezTo>
                  <a:cubicBezTo>
                    <a:pt x="965019" y="208189"/>
                    <a:pt x="956447" y="215537"/>
                    <a:pt x="945629" y="216354"/>
                  </a:cubicBezTo>
                  <a:cubicBezTo>
                    <a:pt x="946854" y="211251"/>
                    <a:pt x="945221" y="201862"/>
                    <a:pt x="952569" y="201250"/>
                  </a:cubicBezTo>
                  <a:cubicBezTo>
                    <a:pt x="969305" y="198596"/>
                    <a:pt x="980940" y="184921"/>
                    <a:pt x="992165" y="173491"/>
                  </a:cubicBezTo>
                  <a:cubicBezTo>
                    <a:pt x="1000126" y="163286"/>
                    <a:pt x="1010331" y="154713"/>
                    <a:pt x="1017476" y="143692"/>
                  </a:cubicBezTo>
                  <a:cubicBezTo>
                    <a:pt x="1021762" y="135323"/>
                    <a:pt x="1022170" y="122873"/>
                    <a:pt x="1032376" y="119403"/>
                  </a:cubicBezTo>
                  <a:cubicBezTo>
                    <a:pt x="1042173" y="115933"/>
                    <a:pt x="1045234" y="104911"/>
                    <a:pt x="1050745" y="97155"/>
                  </a:cubicBezTo>
                  <a:cubicBezTo>
                    <a:pt x="1057277" y="85113"/>
                    <a:pt x="1069115" y="73275"/>
                    <a:pt x="1065849" y="58171"/>
                  </a:cubicBezTo>
                  <a:cubicBezTo>
                    <a:pt x="1064012" y="52048"/>
                    <a:pt x="1068911" y="46741"/>
                    <a:pt x="1073401" y="43475"/>
                  </a:cubicBezTo>
                  <a:close/>
                  <a:moveTo>
                    <a:pt x="1261485" y="25616"/>
                  </a:moveTo>
                  <a:cubicBezTo>
                    <a:pt x="1268169" y="26586"/>
                    <a:pt x="1274548" y="29698"/>
                    <a:pt x="1279140" y="34699"/>
                  </a:cubicBezTo>
                  <a:cubicBezTo>
                    <a:pt x="1281998" y="35923"/>
                    <a:pt x="1285059" y="36536"/>
                    <a:pt x="1287917" y="37760"/>
                  </a:cubicBezTo>
                  <a:cubicBezTo>
                    <a:pt x="1291999" y="50619"/>
                    <a:pt x="1294652" y="64907"/>
                    <a:pt x="1290774" y="78174"/>
                  </a:cubicBezTo>
                  <a:cubicBezTo>
                    <a:pt x="1279140" y="103279"/>
                    <a:pt x="1278936" y="131650"/>
                    <a:pt x="1275466" y="158592"/>
                  </a:cubicBezTo>
                  <a:cubicBezTo>
                    <a:pt x="1273017" y="194515"/>
                    <a:pt x="1269343" y="230438"/>
                    <a:pt x="1270364" y="266565"/>
                  </a:cubicBezTo>
                  <a:cubicBezTo>
                    <a:pt x="1296081" y="268197"/>
                    <a:pt x="1321799" y="271463"/>
                    <a:pt x="1347312" y="276158"/>
                  </a:cubicBezTo>
                  <a:cubicBezTo>
                    <a:pt x="1354252" y="277382"/>
                    <a:pt x="1357517" y="283914"/>
                    <a:pt x="1360987" y="289220"/>
                  </a:cubicBezTo>
                  <a:cubicBezTo>
                    <a:pt x="1355680" y="307182"/>
                    <a:pt x="1332412" y="312489"/>
                    <a:pt x="1316696" y="304937"/>
                  </a:cubicBezTo>
                  <a:cubicBezTo>
                    <a:pt x="1303837" y="297997"/>
                    <a:pt x="1288529" y="296772"/>
                    <a:pt x="1274242" y="300242"/>
                  </a:cubicBezTo>
                  <a:cubicBezTo>
                    <a:pt x="1270568" y="309019"/>
                    <a:pt x="1260566" y="311468"/>
                    <a:pt x="1252198" y="313713"/>
                  </a:cubicBezTo>
                  <a:cubicBezTo>
                    <a:pt x="1260975" y="317591"/>
                    <a:pt x="1270364" y="321061"/>
                    <a:pt x="1275466" y="329634"/>
                  </a:cubicBezTo>
                  <a:cubicBezTo>
                    <a:pt x="1285059" y="343717"/>
                    <a:pt x="1298326" y="355351"/>
                    <a:pt x="1305878" y="370863"/>
                  </a:cubicBezTo>
                  <a:cubicBezTo>
                    <a:pt x="1310369" y="379844"/>
                    <a:pt x="1307715" y="395152"/>
                    <a:pt x="1295673" y="395560"/>
                  </a:cubicBezTo>
                  <a:cubicBezTo>
                    <a:pt x="1279752" y="403725"/>
                    <a:pt x="1261383" y="389845"/>
                    <a:pt x="1257709" y="373925"/>
                  </a:cubicBezTo>
                  <a:cubicBezTo>
                    <a:pt x="1255464" y="364944"/>
                    <a:pt x="1246279" y="361066"/>
                    <a:pt x="1240564" y="354739"/>
                  </a:cubicBezTo>
                  <a:cubicBezTo>
                    <a:pt x="1245871" y="352085"/>
                    <a:pt x="1251177" y="349636"/>
                    <a:pt x="1256280" y="346575"/>
                  </a:cubicBezTo>
                  <a:cubicBezTo>
                    <a:pt x="1252810" y="337594"/>
                    <a:pt x="1244646" y="331879"/>
                    <a:pt x="1236278" y="327797"/>
                  </a:cubicBezTo>
                  <a:cubicBezTo>
                    <a:pt x="1223419" y="319836"/>
                    <a:pt x="1208111" y="326368"/>
                    <a:pt x="1194027" y="326980"/>
                  </a:cubicBezTo>
                  <a:cubicBezTo>
                    <a:pt x="1183006" y="327184"/>
                    <a:pt x="1173004" y="333716"/>
                    <a:pt x="1167289" y="342901"/>
                  </a:cubicBezTo>
                  <a:cubicBezTo>
                    <a:pt x="1168514" y="348207"/>
                    <a:pt x="1174229" y="350453"/>
                    <a:pt x="1176883" y="354943"/>
                  </a:cubicBezTo>
                  <a:cubicBezTo>
                    <a:pt x="1177903" y="360658"/>
                    <a:pt x="1177699" y="366577"/>
                    <a:pt x="1178311" y="372496"/>
                  </a:cubicBezTo>
                  <a:cubicBezTo>
                    <a:pt x="1173209" y="376986"/>
                    <a:pt x="1170555" y="388212"/>
                    <a:pt x="1162187" y="384130"/>
                  </a:cubicBezTo>
                  <a:cubicBezTo>
                    <a:pt x="1150349" y="376782"/>
                    <a:pt x="1135857" y="369435"/>
                    <a:pt x="1131571" y="354943"/>
                  </a:cubicBezTo>
                  <a:cubicBezTo>
                    <a:pt x="1129326" y="344125"/>
                    <a:pt x="1135245" y="333512"/>
                    <a:pt x="1139531" y="323919"/>
                  </a:cubicBezTo>
                  <a:cubicBezTo>
                    <a:pt x="1120549" y="328613"/>
                    <a:pt x="1100138" y="335961"/>
                    <a:pt x="1080544" y="330654"/>
                  </a:cubicBezTo>
                  <a:cubicBezTo>
                    <a:pt x="1067073" y="322694"/>
                    <a:pt x="1076462" y="306978"/>
                    <a:pt x="1077891" y="295752"/>
                  </a:cubicBezTo>
                  <a:cubicBezTo>
                    <a:pt x="1086259" y="293711"/>
                    <a:pt x="1095035" y="293711"/>
                    <a:pt x="1103608" y="292486"/>
                  </a:cubicBezTo>
                  <a:cubicBezTo>
                    <a:pt x="1104629" y="293507"/>
                    <a:pt x="1106670" y="295344"/>
                    <a:pt x="1107690" y="296160"/>
                  </a:cubicBezTo>
                  <a:cubicBezTo>
                    <a:pt x="1124223" y="292486"/>
                    <a:pt x="1140551" y="287588"/>
                    <a:pt x="1156880" y="283301"/>
                  </a:cubicBezTo>
                  <a:cubicBezTo>
                    <a:pt x="1162187" y="281668"/>
                    <a:pt x="1166677" y="287179"/>
                    <a:pt x="1171984" y="286159"/>
                  </a:cubicBezTo>
                  <a:cubicBezTo>
                    <a:pt x="1181373" y="284526"/>
                    <a:pt x="1190762" y="281668"/>
                    <a:pt x="1200355" y="280240"/>
                  </a:cubicBezTo>
                  <a:cubicBezTo>
                    <a:pt x="1199947" y="277995"/>
                    <a:pt x="1199538" y="275545"/>
                    <a:pt x="1199334" y="273300"/>
                  </a:cubicBezTo>
                  <a:cubicBezTo>
                    <a:pt x="1207499" y="271463"/>
                    <a:pt x="1215867" y="270238"/>
                    <a:pt x="1224235" y="269830"/>
                  </a:cubicBezTo>
                  <a:cubicBezTo>
                    <a:pt x="1225052" y="263095"/>
                    <a:pt x="1224644" y="256359"/>
                    <a:pt x="1223623" y="249624"/>
                  </a:cubicBezTo>
                  <a:cubicBezTo>
                    <a:pt x="1206478" y="262482"/>
                    <a:pt x="1182393" y="261666"/>
                    <a:pt x="1166473" y="276158"/>
                  </a:cubicBezTo>
                  <a:cubicBezTo>
                    <a:pt x="1161574" y="275749"/>
                    <a:pt x="1157492" y="272075"/>
                    <a:pt x="1152798" y="270851"/>
                  </a:cubicBezTo>
                  <a:cubicBezTo>
                    <a:pt x="1138306" y="274116"/>
                    <a:pt x="1127693" y="287792"/>
                    <a:pt x="1112385" y="287792"/>
                  </a:cubicBezTo>
                  <a:cubicBezTo>
                    <a:pt x="1122182" y="276974"/>
                    <a:pt x="1138102" y="273096"/>
                    <a:pt x="1148103" y="262482"/>
                  </a:cubicBezTo>
                  <a:cubicBezTo>
                    <a:pt x="1146470" y="231866"/>
                    <a:pt x="1138102" y="201658"/>
                    <a:pt x="1140143" y="170634"/>
                  </a:cubicBezTo>
                  <a:cubicBezTo>
                    <a:pt x="1143001" y="158388"/>
                    <a:pt x="1128713" y="146958"/>
                    <a:pt x="1137898" y="135936"/>
                  </a:cubicBezTo>
                  <a:cubicBezTo>
                    <a:pt x="1146062" y="113892"/>
                    <a:pt x="1141164" y="88583"/>
                    <a:pt x="1150961" y="66948"/>
                  </a:cubicBezTo>
                  <a:cubicBezTo>
                    <a:pt x="1158513" y="63274"/>
                    <a:pt x="1161779" y="76337"/>
                    <a:pt x="1166677" y="80623"/>
                  </a:cubicBezTo>
                  <a:cubicBezTo>
                    <a:pt x="1182597" y="53885"/>
                    <a:pt x="1212397" y="36536"/>
                    <a:pt x="1241993" y="29392"/>
                  </a:cubicBezTo>
                  <a:cubicBezTo>
                    <a:pt x="1247810" y="25820"/>
                    <a:pt x="1254801" y="24646"/>
                    <a:pt x="1261485" y="25616"/>
                  </a:cubicBezTo>
                  <a:close/>
                  <a:moveTo>
                    <a:pt x="1676740" y="0"/>
                  </a:moveTo>
                  <a:cubicBezTo>
                    <a:pt x="1687762" y="12042"/>
                    <a:pt x="1691436" y="29391"/>
                    <a:pt x="1703070" y="41230"/>
                  </a:cubicBezTo>
                  <a:cubicBezTo>
                    <a:pt x="1710010" y="53680"/>
                    <a:pt x="1725726" y="47557"/>
                    <a:pt x="1736748" y="52047"/>
                  </a:cubicBezTo>
                  <a:cubicBezTo>
                    <a:pt x="1752668" y="54088"/>
                    <a:pt x="1764098" y="69396"/>
                    <a:pt x="1766548" y="84296"/>
                  </a:cubicBezTo>
                  <a:cubicBezTo>
                    <a:pt x="1757567" y="97359"/>
                    <a:pt x="1740218" y="98176"/>
                    <a:pt x="1726747" y="103891"/>
                  </a:cubicBezTo>
                  <a:cubicBezTo>
                    <a:pt x="1714704" y="106544"/>
                    <a:pt x="1709806" y="123077"/>
                    <a:pt x="1715521" y="132874"/>
                  </a:cubicBezTo>
                  <a:cubicBezTo>
                    <a:pt x="1726951" y="136956"/>
                    <a:pt x="1743075" y="132261"/>
                    <a:pt x="1750015" y="145324"/>
                  </a:cubicBezTo>
                  <a:cubicBezTo>
                    <a:pt x="1751648" y="154101"/>
                    <a:pt x="1762057" y="163898"/>
                    <a:pt x="1754301" y="172062"/>
                  </a:cubicBezTo>
                  <a:cubicBezTo>
                    <a:pt x="1739810" y="176757"/>
                    <a:pt x="1726134" y="183288"/>
                    <a:pt x="1712867" y="190432"/>
                  </a:cubicBezTo>
                  <a:cubicBezTo>
                    <a:pt x="1715929" y="209006"/>
                    <a:pt x="1710214" y="227784"/>
                    <a:pt x="1712255" y="246357"/>
                  </a:cubicBezTo>
                  <a:cubicBezTo>
                    <a:pt x="1714500" y="269627"/>
                    <a:pt x="1714704" y="292895"/>
                    <a:pt x="1719399" y="315755"/>
                  </a:cubicBezTo>
                  <a:cubicBezTo>
                    <a:pt x="1716133" y="316979"/>
                    <a:pt x="1713072" y="318408"/>
                    <a:pt x="1709806" y="319837"/>
                  </a:cubicBezTo>
                  <a:cubicBezTo>
                    <a:pt x="1766752" y="337390"/>
                    <a:pt x="1827780" y="330859"/>
                    <a:pt x="1885950" y="341676"/>
                  </a:cubicBezTo>
                  <a:cubicBezTo>
                    <a:pt x="1900850" y="343922"/>
                    <a:pt x="1913709" y="353310"/>
                    <a:pt x="1929017" y="354127"/>
                  </a:cubicBezTo>
                  <a:cubicBezTo>
                    <a:pt x="1931058" y="363516"/>
                    <a:pt x="1926159" y="374538"/>
                    <a:pt x="1916362" y="376783"/>
                  </a:cubicBezTo>
                  <a:cubicBezTo>
                    <a:pt x="1867173" y="387396"/>
                    <a:pt x="1816554" y="387192"/>
                    <a:pt x="1766344" y="385151"/>
                  </a:cubicBezTo>
                  <a:cubicBezTo>
                    <a:pt x="1727563" y="382498"/>
                    <a:pt x="1693273" y="363108"/>
                    <a:pt x="1656330" y="353106"/>
                  </a:cubicBezTo>
                  <a:cubicBezTo>
                    <a:pt x="1625714" y="346167"/>
                    <a:pt x="1595302" y="339227"/>
                    <a:pt x="1564073" y="335349"/>
                  </a:cubicBezTo>
                  <a:cubicBezTo>
                    <a:pt x="1535090" y="334737"/>
                    <a:pt x="1507331" y="324940"/>
                    <a:pt x="1478552" y="322694"/>
                  </a:cubicBezTo>
                  <a:cubicBezTo>
                    <a:pt x="1464877" y="320041"/>
                    <a:pt x="1466918" y="303508"/>
                    <a:pt x="1467326" y="293099"/>
                  </a:cubicBezTo>
                  <a:cubicBezTo>
                    <a:pt x="1478552" y="284118"/>
                    <a:pt x="1487737" y="272688"/>
                    <a:pt x="1498963" y="263502"/>
                  </a:cubicBezTo>
                  <a:cubicBezTo>
                    <a:pt x="1505699" y="257175"/>
                    <a:pt x="1514475" y="249623"/>
                    <a:pt x="1512842" y="239418"/>
                  </a:cubicBezTo>
                  <a:cubicBezTo>
                    <a:pt x="1511005" y="229008"/>
                    <a:pt x="1511209" y="218599"/>
                    <a:pt x="1512026" y="207985"/>
                  </a:cubicBezTo>
                  <a:cubicBezTo>
                    <a:pt x="1516516" y="208189"/>
                    <a:pt x="1518966" y="211863"/>
                    <a:pt x="1519986" y="215945"/>
                  </a:cubicBezTo>
                  <a:cubicBezTo>
                    <a:pt x="1524068" y="233090"/>
                    <a:pt x="1538560" y="244724"/>
                    <a:pt x="1545908" y="260441"/>
                  </a:cubicBezTo>
                  <a:cubicBezTo>
                    <a:pt x="1545091" y="273300"/>
                    <a:pt x="1529987" y="273709"/>
                    <a:pt x="1521007" y="268809"/>
                  </a:cubicBezTo>
                  <a:cubicBezTo>
                    <a:pt x="1507740" y="276566"/>
                    <a:pt x="1496106" y="287588"/>
                    <a:pt x="1483859" y="297181"/>
                  </a:cubicBezTo>
                  <a:cubicBezTo>
                    <a:pt x="1494881" y="301467"/>
                    <a:pt x="1506923" y="301059"/>
                    <a:pt x="1518557" y="299426"/>
                  </a:cubicBezTo>
                  <a:cubicBezTo>
                    <a:pt x="1563665" y="297181"/>
                    <a:pt x="1608773" y="302692"/>
                    <a:pt x="1653268" y="309427"/>
                  </a:cubicBezTo>
                  <a:cubicBezTo>
                    <a:pt x="1658167" y="309836"/>
                    <a:pt x="1663473" y="312489"/>
                    <a:pt x="1668168" y="309836"/>
                  </a:cubicBezTo>
                  <a:cubicBezTo>
                    <a:pt x="1670005" y="299834"/>
                    <a:pt x="1669801" y="289425"/>
                    <a:pt x="1666739" y="279628"/>
                  </a:cubicBezTo>
                  <a:cubicBezTo>
                    <a:pt x="1663882" y="258808"/>
                    <a:pt x="1668984" y="237172"/>
                    <a:pt x="1663473" y="216558"/>
                  </a:cubicBezTo>
                  <a:cubicBezTo>
                    <a:pt x="1656738" y="218803"/>
                    <a:pt x="1647961" y="220640"/>
                    <a:pt x="1646533" y="229008"/>
                  </a:cubicBezTo>
                  <a:cubicBezTo>
                    <a:pt x="1647757" y="249215"/>
                    <a:pt x="1636327" y="268605"/>
                    <a:pt x="1620815" y="281057"/>
                  </a:cubicBezTo>
                  <a:cubicBezTo>
                    <a:pt x="1610201" y="285955"/>
                    <a:pt x="1596322" y="290037"/>
                    <a:pt x="1585505" y="283098"/>
                  </a:cubicBezTo>
                  <a:cubicBezTo>
                    <a:pt x="1575503" y="277383"/>
                    <a:pt x="1563461" y="275750"/>
                    <a:pt x="1554480" y="268197"/>
                  </a:cubicBezTo>
                  <a:cubicBezTo>
                    <a:pt x="1553460" y="257379"/>
                    <a:pt x="1565910" y="270443"/>
                    <a:pt x="1571829" y="266768"/>
                  </a:cubicBezTo>
                  <a:cubicBezTo>
                    <a:pt x="1583668" y="264931"/>
                    <a:pt x="1589383" y="253705"/>
                    <a:pt x="1591220" y="242888"/>
                  </a:cubicBezTo>
                  <a:cubicBezTo>
                    <a:pt x="1564890" y="234519"/>
                    <a:pt x="1558154" y="197576"/>
                    <a:pt x="1574483" y="177369"/>
                  </a:cubicBezTo>
                  <a:cubicBezTo>
                    <a:pt x="1576932" y="166960"/>
                    <a:pt x="1590811" y="174103"/>
                    <a:pt x="1594485" y="164919"/>
                  </a:cubicBezTo>
                  <a:cubicBezTo>
                    <a:pt x="1599792" y="157775"/>
                    <a:pt x="1597751" y="148386"/>
                    <a:pt x="1595914" y="140426"/>
                  </a:cubicBezTo>
                  <a:cubicBezTo>
                    <a:pt x="1582239" y="138793"/>
                    <a:pt x="1558154" y="137160"/>
                    <a:pt x="1561420" y="117566"/>
                  </a:cubicBezTo>
                  <a:cubicBezTo>
                    <a:pt x="1572033" y="108585"/>
                    <a:pt x="1585096" y="103074"/>
                    <a:pt x="1597139" y="96339"/>
                  </a:cubicBezTo>
                  <a:cubicBezTo>
                    <a:pt x="1600404" y="84704"/>
                    <a:pt x="1601017" y="72662"/>
                    <a:pt x="1605099" y="61232"/>
                  </a:cubicBezTo>
                  <a:cubicBezTo>
                    <a:pt x="1607956" y="53476"/>
                    <a:pt x="1607344" y="43271"/>
                    <a:pt x="1615712" y="38984"/>
                  </a:cubicBezTo>
                  <a:cubicBezTo>
                    <a:pt x="1621019" y="35923"/>
                    <a:pt x="1625918" y="41230"/>
                    <a:pt x="1630204" y="44087"/>
                  </a:cubicBezTo>
                  <a:cubicBezTo>
                    <a:pt x="1629592" y="56334"/>
                    <a:pt x="1639797" y="65110"/>
                    <a:pt x="1644900" y="75520"/>
                  </a:cubicBezTo>
                  <a:cubicBezTo>
                    <a:pt x="1651431" y="72458"/>
                    <a:pt x="1658779" y="70213"/>
                    <a:pt x="1664086" y="65110"/>
                  </a:cubicBezTo>
                  <a:cubicBezTo>
                    <a:pt x="1664290" y="52864"/>
                    <a:pt x="1665106" y="40005"/>
                    <a:pt x="1668576" y="27554"/>
                  </a:cubicBezTo>
                  <a:cubicBezTo>
                    <a:pt x="1668576" y="18574"/>
                    <a:pt x="1665719" y="2653"/>
                    <a:pt x="1676740" y="0"/>
                  </a:cubicBezTo>
                  <a:close/>
                </a:path>
              </a:pathLst>
            </a:custGeom>
            <a:solidFill>
              <a:schemeClr val="bg1">
                <a:lumMod val="85000"/>
              </a:schemeClr>
            </a:solidFill>
            <a:ln w="2036" cap="flat">
              <a:noFill/>
              <a:prstDash val="solid"/>
              <a:miter/>
            </a:ln>
          </p:spPr>
          <p:txBody>
            <a:bodyPr rtlCol="0" anchor="ctr"/>
            <a:lstStyle/>
            <a:p>
              <a:endParaRPr lang="zh-CN" altLang="en-US"/>
            </a:p>
          </p:txBody>
        </p:sp>
        <p:sp>
          <p:nvSpPr>
            <p:cNvPr id="21" name="任意多边形: 形状 20"/>
            <p:cNvSpPr/>
            <p:nvPr userDrawn="1">
              <p:custDataLst>
                <p:tags r:id="rId13"/>
              </p:custDataLst>
            </p:nvPr>
          </p:nvSpPr>
          <p:spPr>
            <a:xfrm>
              <a:off x="1044148" y="5205146"/>
              <a:ext cx="1005574" cy="234085"/>
            </a:xfrm>
            <a:custGeom>
              <a:avLst/>
              <a:gdLst>
                <a:gd name="connsiteX0" fmla="*/ 160331 w 1878283"/>
                <a:gd name="connsiteY0" fmla="*/ 356422 h 437241"/>
                <a:gd name="connsiteX1" fmla="*/ 175232 w 1878283"/>
                <a:gd name="connsiteY1" fmla="*/ 365404 h 437241"/>
                <a:gd name="connsiteX2" fmla="*/ 173599 w 1878283"/>
                <a:gd name="connsiteY2" fmla="*/ 376425 h 437241"/>
                <a:gd name="connsiteX3" fmla="*/ 160331 w 1878283"/>
                <a:gd name="connsiteY3" fmla="*/ 356422 h 437241"/>
                <a:gd name="connsiteX4" fmla="*/ 608142 w 1878283"/>
                <a:gd name="connsiteY4" fmla="*/ 349074 h 437241"/>
                <a:gd name="connsiteX5" fmla="*/ 611612 w 1878283"/>
                <a:gd name="connsiteY5" fmla="*/ 354177 h 437241"/>
                <a:gd name="connsiteX6" fmla="*/ 608142 w 1878283"/>
                <a:gd name="connsiteY6" fmla="*/ 349074 h 437241"/>
                <a:gd name="connsiteX7" fmla="*/ 1199416 w 1878283"/>
                <a:gd name="connsiteY7" fmla="*/ 313892 h 437241"/>
                <a:gd name="connsiteX8" fmla="*/ 1226383 w 1878283"/>
                <a:gd name="connsiteY8" fmla="*/ 321724 h 437241"/>
                <a:gd name="connsiteX9" fmla="*/ 1227404 w 1878283"/>
                <a:gd name="connsiteY9" fmla="*/ 331113 h 437241"/>
                <a:gd name="connsiteX10" fmla="*/ 1232507 w 1878283"/>
                <a:gd name="connsiteY10" fmla="*/ 333766 h 437241"/>
                <a:gd name="connsiteX11" fmla="*/ 1217607 w 1878283"/>
                <a:gd name="connsiteY11" fmla="*/ 346217 h 437241"/>
                <a:gd name="connsiteX12" fmla="*/ 1162906 w 1878283"/>
                <a:gd name="connsiteY12" fmla="*/ 351115 h 437241"/>
                <a:gd name="connsiteX13" fmla="*/ 1077180 w 1878283"/>
                <a:gd name="connsiteY13" fmla="*/ 372955 h 437241"/>
                <a:gd name="connsiteX14" fmla="*/ 1006763 w 1878283"/>
                <a:gd name="connsiteY14" fmla="*/ 342339 h 437241"/>
                <a:gd name="connsiteX15" fmla="*/ 1117594 w 1878283"/>
                <a:gd name="connsiteY15" fmla="*/ 327643 h 437241"/>
                <a:gd name="connsiteX16" fmla="*/ 1171070 w 1878283"/>
                <a:gd name="connsiteY16" fmla="*/ 316009 h 437241"/>
                <a:gd name="connsiteX17" fmla="*/ 1199416 w 1878283"/>
                <a:gd name="connsiteY17" fmla="*/ 313892 h 437241"/>
                <a:gd name="connsiteX18" fmla="*/ 1118282 w 1878283"/>
                <a:gd name="connsiteY18" fmla="*/ 222834 h 437241"/>
                <a:gd name="connsiteX19" fmla="*/ 1128615 w 1878283"/>
                <a:gd name="connsiteY19" fmla="*/ 226406 h 437241"/>
                <a:gd name="connsiteX20" fmla="*/ 1134942 w 1878283"/>
                <a:gd name="connsiteY20" fmla="*/ 253144 h 437241"/>
                <a:gd name="connsiteX21" fmla="*/ 1217810 w 1878283"/>
                <a:gd name="connsiteY21" fmla="*/ 242530 h 437241"/>
                <a:gd name="connsiteX22" fmla="*/ 1222096 w 1878283"/>
                <a:gd name="connsiteY22" fmla="*/ 238040 h 437241"/>
                <a:gd name="connsiteX23" fmla="*/ 1293942 w 1878283"/>
                <a:gd name="connsiteY23" fmla="*/ 250286 h 437241"/>
                <a:gd name="connsiteX24" fmla="*/ 1314761 w 1878283"/>
                <a:gd name="connsiteY24" fmla="*/ 275801 h 437241"/>
                <a:gd name="connsiteX25" fmla="*/ 1297820 w 1878283"/>
                <a:gd name="connsiteY25" fmla="*/ 355402 h 437241"/>
                <a:gd name="connsiteX26" fmla="*/ 1253937 w 1878283"/>
                <a:gd name="connsiteY26" fmla="*/ 411532 h 437241"/>
                <a:gd name="connsiteX27" fmla="*/ 1215973 w 1878283"/>
                <a:gd name="connsiteY27" fmla="*/ 416022 h 437241"/>
                <a:gd name="connsiteX28" fmla="*/ 1179846 w 1878283"/>
                <a:gd name="connsiteY28" fmla="*/ 405000 h 437241"/>
                <a:gd name="connsiteX29" fmla="*/ 1153108 w 1878283"/>
                <a:gd name="connsiteY29" fmla="*/ 393774 h 437241"/>
                <a:gd name="connsiteX30" fmla="*/ 1161885 w 1878283"/>
                <a:gd name="connsiteY30" fmla="*/ 391938 h 437241"/>
                <a:gd name="connsiteX31" fmla="*/ 1152292 w 1878283"/>
                <a:gd name="connsiteY31" fmla="*/ 385406 h 437241"/>
                <a:gd name="connsiteX32" fmla="*/ 1150659 w 1878283"/>
                <a:gd name="connsiteY32" fmla="*/ 378875 h 437241"/>
                <a:gd name="connsiteX33" fmla="*/ 1157394 w 1878283"/>
                <a:gd name="connsiteY33" fmla="*/ 377650 h 437241"/>
                <a:gd name="connsiteX34" fmla="*/ 1191480 w 1878283"/>
                <a:gd name="connsiteY34" fmla="*/ 371935 h 437241"/>
                <a:gd name="connsiteX35" fmla="*/ 1225566 w 1878283"/>
                <a:gd name="connsiteY35" fmla="*/ 362750 h 437241"/>
                <a:gd name="connsiteX36" fmla="*/ 1256386 w 1878283"/>
                <a:gd name="connsiteY36" fmla="*/ 288047 h 437241"/>
                <a:gd name="connsiteX37" fmla="*/ 1205359 w 1878283"/>
                <a:gd name="connsiteY37" fmla="*/ 287026 h 437241"/>
                <a:gd name="connsiteX38" fmla="*/ 1143311 w 1878283"/>
                <a:gd name="connsiteY38" fmla="*/ 302947 h 437241"/>
                <a:gd name="connsiteX39" fmla="*/ 1114736 w 1878283"/>
                <a:gd name="connsiteY39" fmla="*/ 313356 h 437241"/>
                <a:gd name="connsiteX40" fmla="*/ 1085957 w 1878283"/>
                <a:gd name="connsiteY40" fmla="*/ 273964 h 437241"/>
                <a:gd name="connsiteX41" fmla="*/ 1108408 w 1878283"/>
                <a:gd name="connsiteY41" fmla="*/ 224773 h 437241"/>
                <a:gd name="connsiteX42" fmla="*/ 1118282 w 1878283"/>
                <a:gd name="connsiteY42" fmla="*/ 222834 h 437241"/>
                <a:gd name="connsiteX43" fmla="*/ 154003 w 1878283"/>
                <a:gd name="connsiteY43" fmla="*/ 178646 h 437241"/>
                <a:gd name="connsiteX44" fmla="*/ 151554 w 1878283"/>
                <a:gd name="connsiteY44" fmla="*/ 200894 h 437241"/>
                <a:gd name="connsiteX45" fmla="*/ 186457 w 1878283"/>
                <a:gd name="connsiteY45" fmla="*/ 200690 h 437241"/>
                <a:gd name="connsiteX46" fmla="*/ 186253 w 1878283"/>
                <a:gd name="connsiteY46" fmla="*/ 178646 h 437241"/>
                <a:gd name="connsiteX47" fmla="*/ 154003 w 1878283"/>
                <a:gd name="connsiteY47" fmla="*/ 178646 h 437241"/>
                <a:gd name="connsiteX48" fmla="*/ 186866 w 1878283"/>
                <a:gd name="connsiteY48" fmla="*/ 143948 h 437241"/>
                <a:gd name="connsiteX49" fmla="*/ 157677 w 1878283"/>
                <a:gd name="connsiteY49" fmla="*/ 165583 h 437241"/>
                <a:gd name="connsiteX50" fmla="*/ 187478 w 1878283"/>
                <a:gd name="connsiteY50" fmla="*/ 156603 h 437241"/>
                <a:gd name="connsiteX51" fmla="*/ 186866 w 1878283"/>
                <a:gd name="connsiteY51" fmla="*/ 143948 h 437241"/>
                <a:gd name="connsiteX52" fmla="*/ 251772 w 1878283"/>
                <a:gd name="connsiteY52" fmla="*/ 119250 h 437241"/>
                <a:gd name="connsiteX53" fmla="*/ 223809 w 1878283"/>
                <a:gd name="connsiteY53" fmla="*/ 126395 h 437241"/>
                <a:gd name="connsiteX54" fmla="*/ 221768 w 1878283"/>
                <a:gd name="connsiteY54" fmla="*/ 143540 h 437241"/>
                <a:gd name="connsiteX55" fmla="*/ 237688 w 1878283"/>
                <a:gd name="connsiteY55" fmla="*/ 147010 h 437241"/>
                <a:gd name="connsiteX56" fmla="*/ 244424 w 1878283"/>
                <a:gd name="connsiteY56" fmla="*/ 163134 h 437241"/>
                <a:gd name="connsiteX57" fmla="*/ 218094 w 1878283"/>
                <a:gd name="connsiteY57" fmla="*/ 187015 h 437241"/>
                <a:gd name="connsiteX58" fmla="*/ 221768 w 1878283"/>
                <a:gd name="connsiteY58" fmla="*/ 189260 h 437241"/>
                <a:gd name="connsiteX59" fmla="*/ 239117 w 1878283"/>
                <a:gd name="connsiteY59" fmla="*/ 186810 h 437241"/>
                <a:gd name="connsiteX60" fmla="*/ 241158 w 1878283"/>
                <a:gd name="connsiteY60" fmla="*/ 182320 h 437241"/>
                <a:gd name="connsiteX61" fmla="*/ 245240 w 1878283"/>
                <a:gd name="connsiteY61" fmla="*/ 181504 h 437241"/>
                <a:gd name="connsiteX62" fmla="*/ 246669 w 1878283"/>
                <a:gd name="connsiteY62" fmla="*/ 186810 h 437241"/>
                <a:gd name="connsiteX63" fmla="*/ 256466 w 1878283"/>
                <a:gd name="connsiteY63" fmla="*/ 197628 h 437241"/>
                <a:gd name="connsiteX64" fmla="*/ 219319 w 1878283"/>
                <a:gd name="connsiteY64" fmla="*/ 216406 h 437241"/>
                <a:gd name="connsiteX65" fmla="*/ 218910 w 1878283"/>
                <a:gd name="connsiteY65" fmla="*/ 237429 h 437241"/>
                <a:gd name="connsiteX66" fmla="*/ 254221 w 1878283"/>
                <a:gd name="connsiteY66" fmla="*/ 243144 h 437241"/>
                <a:gd name="connsiteX67" fmla="*/ 257895 w 1878283"/>
                <a:gd name="connsiteY67" fmla="*/ 224570 h 437241"/>
                <a:gd name="connsiteX68" fmla="*/ 259324 w 1878283"/>
                <a:gd name="connsiteY68" fmla="*/ 137621 h 437241"/>
                <a:gd name="connsiteX69" fmla="*/ 251772 w 1878283"/>
                <a:gd name="connsiteY69" fmla="*/ 119250 h 437241"/>
                <a:gd name="connsiteX70" fmla="*/ 1616433 w 1878283"/>
                <a:gd name="connsiteY70" fmla="*/ 114963 h 437241"/>
                <a:gd name="connsiteX71" fmla="*/ 1645620 w 1878283"/>
                <a:gd name="connsiteY71" fmla="*/ 131292 h 437241"/>
                <a:gd name="connsiteX72" fmla="*/ 1627250 w 1878283"/>
                <a:gd name="connsiteY72" fmla="*/ 188442 h 437241"/>
                <a:gd name="connsiteX73" fmla="*/ 1612759 w 1878283"/>
                <a:gd name="connsiteY73" fmla="*/ 213547 h 437241"/>
                <a:gd name="connsiteX74" fmla="*/ 1600716 w 1878283"/>
                <a:gd name="connsiteY74" fmla="*/ 264778 h 437241"/>
                <a:gd name="connsiteX75" fmla="*/ 1608472 w 1878283"/>
                <a:gd name="connsiteY75" fmla="*/ 314988 h 437241"/>
                <a:gd name="connsiteX76" fmla="*/ 1613167 w 1878283"/>
                <a:gd name="connsiteY76" fmla="*/ 335603 h 437241"/>
                <a:gd name="connsiteX77" fmla="*/ 1601125 w 1878283"/>
                <a:gd name="connsiteY77" fmla="*/ 349686 h 437241"/>
                <a:gd name="connsiteX78" fmla="*/ 1569284 w 1878283"/>
                <a:gd name="connsiteY78" fmla="*/ 327847 h 437241"/>
                <a:gd name="connsiteX79" fmla="*/ 1556833 w 1878283"/>
                <a:gd name="connsiteY79" fmla="*/ 274371 h 437241"/>
                <a:gd name="connsiteX80" fmla="*/ 1553568 w 1878283"/>
                <a:gd name="connsiteY80" fmla="*/ 243346 h 437241"/>
                <a:gd name="connsiteX81" fmla="*/ 1502948 w 1878283"/>
                <a:gd name="connsiteY81" fmla="*/ 257022 h 437241"/>
                <a:gd name="connsiteX82" fmla="*/ 1509888 w 1878283"/>
                <a:gd name="connsiteY82" fmla="*/ 247633 h 437241"/>
                <a:gd name="connsiteX83" fmla="*/ 1493763 w 1878283"/>
                <a:gd name="connsiteY83" fmla="*/ 254368 h 437241"/>
                <a:gd name="connsiteX84" fmla="*/ 1495396 w 1878283"/>
                <a:gd name="connsiteY84" fmla="*/ 261920 h 437241"/>
                <a:gd name="connsiteX85" fmla="*/ 1488048 w 1878283"/>
                <a:gd name="connsiteY85" fmla="*/ 257226 h 437241"/>
                <a:gd name="connsiteX86" fmla="*/ 1478863 w 1878283"/>
                <a:gd name="connsiteY86" fmla="*/ 255185 h 437241"/>
                <a:gd name="connsiteX87" fmla="*/ 1486619 w 1878283"/>
                <a:gd name="connsiteY87" fmla="*/ 248449 h 437241"/>
                <a:gd name="connsiteX88" fmla="*/ 1478047 w 1878283"/>
                <a:gd name="connsiteY88" fmla="*/ 244367 h 437241"/>
                <a:gd name="connsiteX89" fmla="*/ 1498049 w 1878283"/>
                <a:gd name="connsiteY89" fmla="*/ 233753 h 437241"/>
                <a:gd name="connsiteX90" fmla="*/ 1488048 w 1878283"/>
                <a:gd name="connsiteY90" fmla="*/ 248245 h 437241"/>
                <a:gd name="connsiteX91" fmla="*/ 1500295 w 1878283"/>
                <a:gd name="connsiteY91" fmla="*/ 247429 h 437241"/>
                <a:gd name="connsiteX92" fmla="*/ 1532748 w 1878283"/>
                <a:gd name="connsiteY92" fmla="*/ 218445 h 437241"/>
                <a:gd name="connsiteX93" fmla="*/ 1559283 w 1878283"/>
                <a:gd name="connsiteY93" fmla="*/ 184972 h 437241"/>
                <a:gd name="connsiteX94" fmla="*/ 1566426 w 1878283"/>
                <a:gd name="connsiteY94" fmla="*/ 161908 h 437241"/>
                <a:gd name="connsiteX95" fmla="*/ 1583571 w 1878283"/>
                <a:gd name="connsiteY95" fmla="*/ 169868 h 437241"/>
                <a:gd name="connsiteX96" fmla="*/ 1616433 w 1878283"/>
                <a:gd name="connsiteY96" fmla="*/ 114963 h 437241"/>
                <a:gd name="connsiteX97" fmla="*/ 188294 w 1878283"/>
                <a:gd name="connsiteY97" fmla="*/ 108841 h 437241"/>
                <a:gd name="connsiteX98" fmla="*/ 160739 w 1878283"/>
                <a:gd name="connsiteY98" fmla="*/ 144152 h 437241"/>
                <a:gd name="connsiteX99" fmla="*/ 189314 w 1878283"/>
                <a:gd name="connsiteY99" fmla="*/ 125782 h 437241"/>
                <a:gd name="connsiteX100" fmla="*/ 188294 w 1878283"/>
                <a:gd name="connsiteY100" fmla="*/ 108841 h 437241"/>
                <a:gd name="connsiteX101" fmla="*/ 720402 w 1878283"/>
                <a:gd name="connsiteY101" fmla="*/ 64957 h 437241"/>
                <a:gd name="connsiteX102" fmla="*/ 674070 w 1878283"/>
                <a:gd name="connsiteY102" fmla="*/ 75367 h 437241"/>
                <a:gd name="connsiteX103" fmla="*/ 683663 w 1878283"/>
                <a:gd name="connsiteY103" fmla="*/ 107616 h 437241"/>
                <a:gd name="connsiteX104" fmla="*/ 720402 w 1878283"/>
                <a:gd name="connsiteY104" fmla="*/ 64957 h 437241"/>
                <a:gd name="connsiteX105" fmla="*/ 1238834 w 1878283"/>
                <a:gd name="connsiteY105" fmla="*/ 62303 h 437241"/>
                <a:gd name="connsiteX106" fmla="*/ 1233527 w 1878283"/>
                <a:gd name="connsiteY106" fmla="*/ 71488 h 437241"/>
                <a:gd name="connsiteX107" fmla="*/ 1245161 w 1878283"/>
                <a:gd name="connsiteY107" fmla="*/ 66385 h 437241"/>
                <a:gd name="connsiteX108" fmla="*/ 1238834 w 1878283"/>
                <a:gd name="connsiteY108" fmla="*/ 62303 h 437241"/>
                <a:gd name="connsiteX109" fmla="*/ 1777064 w 1878283"/>
                <a:gd name="connsiteY109" fmla="*/ 54547 h 437241"/>
                <a:gd name="connsiteX110" fmla="*/ 1816252 w 1878283"/>
                <a:gd name="connsiteY110" fmla="*/ 60670 h 437241"/>
                <a:gd name="connsiteX111" fmla="*/ 1831764 w 1878283"/>
                <a:gd name="connsiteY111" fmla="*/ 77815 h 437241"/>
                <a:gd name="connsiteX112" fmla="*/ 1819314 w 1878283"/>
                <a:gd name="connsiteY112" fmla="*/ 105166 h 437241"/>
                <a:gd name="connsiteX113" fmla="*/ 1793800 w 1878283"/>
                <a:gd name="connsiteY113" fmla="*/ 108023 h 437241"/>
                <a:gd name="connsiteX114" fmla="*/ 1750734 w 1878283"/>
                <a:gd name="connsiteY114" fmla="*/ 121494 h 437241"/>
                <a:gd name="connsiteX115" fmla="*/ 1719914 w 1878283"/>
                <a:gd name="connsiteY115" fmla="*/ 138027 h 437241"/>
                <a:gd name="connsiteX116" fmla="*/ 1677051 w 1878283"/>
                <a:gd name="connsiteY116" fmla="*/ 175787 h 437241"/>
                <a:gd name="connsiteX117" fmla="*/ 1725016 w 1878283"/>
                <a:gd name="connsiteY117" fmla="*/ 163540 h 437241"/>
                <a:gd name="connsiteX118" fmla="*/ 1842786 w 1878283"/>
                <a:gd name="connsiteY118" fmla="*/ 137211 h 437241"/>
                <a:gd name="connsiteX119" fmla="*/ 1874831 w 1878283"/>
                <a:gd name="connsiteY119" fmla="*/ 147008 h 437241"/>
                <a:gd name="connsiteX120" fmla="*/ 1877280 w 1878283"/>
                <a:gd name="connsiteY120" fmla="*/ 177216 h 437241"/>
                <a:gd name="connsiteX121" fmla="*/ 1866258 w 1878283"/>
                <a:gd name="connsiteY121" fmla="*/ 180277 h 437241"/>
                <a:gd name="connsiteX122" fmla="*/ 1862789 w 1878283"/>
                <a:gd name="connsiteY122" fmla="*/ 187217 h 437241"/>
                <a:gd name="connsiteX123" fmla="*/ 1788902 w 1878283"/>
                <a:gd name="connsiteY123" fmla="*/ 197218 h 437241"/>
                <a:gd name="connsiteX124" fmla="*/ 1798495 w 1878283"/>
                <a:gd name="connsiteY124" fmla="*/ 244979 h 437241"/>
                <a:gd name="connsiteX125" fmla="*/ 1799515 w 1878283"/>
                <a:gd name="connsiteY125" fmla="*/ 324173 h 437241"/>
                <a:gd name="connsiteX126" fmla="*/ 1793800 w 1878283"/>
                <a:gd name="connsiteY126" fmla="*/ 387650 h 437241"/>
                <a:gd name="connsiteX127" fmla="*/ 1772369 w 1878283"/>
                <a:gd name="connsiteY127" fmla="*/ 433574 h 437241"/>
                <a:gd name="connsiteX128" fmla="*/ 1717464 w 1878283"/>
                <a:gd name="connsiteY128" fmla="*/ 431329 h 437241"/>
                <a:gd name="connsiteX129" fmla="*/ 1670928 w 1878283"/>
                <a:gd name="connsiteY129" fmla="*/ 413163 h 437241"/>
                <a:gd name="connsiteX130" fmla="*/ 1683378 w 1878283"/>
                <a:gd name="connsiteY130" fmla="*/ 405611 h 437241"/>
                <a:gd name="connsiteX131" fmla="*/ 1707667 w 1878283"/>
                <a:gd name="connsiteY131" fmla="*/ 394998 h 437241"/>
                <a:gd name="connsiteX132" fmla="*/ 1708892 w 1878283"/>
                <a:gd name="connsiteY132" fmla="*/ 390303 h 437241"/>
                <a:gd name="connsiteX133" fmla="*/ 1737467 w 1878283"/>
                <a:gd name="connsiteY133" fmla="*/ 378261 h 437241"/>
                <a:gd name="connsiteX134" fmla="*/ 1746856 w 1878283"/>
                <a:gd name="connsiteY134" fmla="*/ 318049 h 437241"/>
                <a:gd name="connsiteX135" fmla="*/ 1739508 w 1878283"/>
                <a:gd name="connsiteY135" fmla="*/ 215996 h 437241"/>
                <a:gd name="connsiteX136" fmla="*/ 1708075 w 1878283"/>
                <a:gd name="connsiteY136" fmla="*/ 228242 h 437241"/>
                <a:gd name="connsiteX137" fmla="*/ 1657049 w 1878283"/>
                <a:gd name="connsiteY137" fmla="*/ 215792 h 437241"/>
                <a:gd name="connsiteX138" fmla="*/ 1669907 w 1878283"/>
                <a:gd name="connsiteY138" fmla="*/ 169664 h 437241"/>
                <a:gd name="connsiteX139" fmla="*/ 1725424 w 1878283"/>
                <a:gd name="connsiteY139" fmla="*/ 115779 h 437241"/>
                <a:gd name="connsiteX140" fmla="*/ 1697462 w 1878283"/>
                <a:gd name="connsiteY140" fmla="*/ 87000 h 437241"/>
                <a:gd name="connsiteX141" fmla="*/ 1746856 w 1878283"/>
                <a:gd name="connsiteY141" fmla="*/ 67610 h 437241"/>
                <a:gd name="connsiteX142" fmla="*/ 1777064 w 1878283"/>
                <a:gd name="connsiteY142" fmla="*/ 54547 h 437241"/>
                <a:gd name="connsiteX143" fmla="*/ 722647 w 1878283"/>
                <a:gd name="connsiteY143" fmla="*/ 53527 h 437241"/>
                <a:gd name="connsiteX144" fmla="*/ 766734 w 1878283"/>
                <a:gd name="connsiteY144" fmla="*/ 81490 h 437241"/>
                <a:gd name="connsiteX145" fmla="*/ 750610 w 1878283"/>
                <a:gd name="connsiteY145" fmla="*/ 95777 h 437241"/>
                <a:gd name="connsiteX146" fmla="*/ 682642 w 1878283"/>
                <a:gd name="connsiteY146" fmla="*/ 130680 h 437241"/>
                <a:gd name="connsiteX147" fmla="*/ 772858 w 1878283"/>
                <a:gd name="connsiteY147" fmla="*/ 136803 h 437241"/>
                <a:gd name="connsiteX148" fmla="*/ 824701 w 1878283"/>
                <a:gd name="connsiteY148" fmla="*/ 171297 h 437241"/>
                <a:gd name="connsiteX149" fmla="*/ 820823 w 1878283"/>
                <a:gd name="connsiteY149" fmla="*/ 182523 h 437241"/>
                <a:gd name="connsiteX150" fmla="*/ 754896 w 1878283"/>
                <a:gd name="connsiteY150" fmla="*/ 193341 h 437241"/>
                <a:gd name="connsiteX151" fmla="*/ 750610 w 1878283"/>
                <a:gd name="connsiteY151" fmla="*/ 199872 h 437241"/>
                <a:gd name="connsiteX152" fmla="*/ 742854 w 1878283"/>
                <a:gd name="connsiteY152" fmla="*/ 200076 h 437241"/>
                <a:gd name="connsiteX153" fmla="*/ 701420 w 1878283"/>
                <a:gd name="connsiteY153" fmla="*/ 248654 h 437241"/>
                <a:gd name="connsiteX154" fmla="*/ 684071 w 1878283"/>
                <a:gd name="connsiteY154" fmla="*/ 250286 h 437241"/>
                <a:gd name="connsiteX155" fmla="*/ 757550 w 1878283"/>
                <a:gd name="connsiteY155" fmla="*/ 253756 h 437241"/>
                <a:gd name="connsiteX156" fmla="*/ 765714 w 1878283"/>
                <a:gd name="connsiteY156" fmla="*/ 290087 h 437241"/>
                <a:gd name="connsiteX157" fmla="*/ 707135 w 1878283"/>
                <a:gd name="connsiteY157" fmla="*/ 288659 h 437241"/>
                <a:gd name="connsiteX158" fmla="*/ 708768 w 1878283"/>
                <a:gd name="connsiteY158" fmla="*/ 350911 h 437241"/>
                <a:gd name="connsiteX159" fmla="*/ 672641 w 1878283"/>
                <a:gd name="connsiteY159" fmla="*/ 403367 h 437241"/>
                <a:gd name="connsiteX160" fmla="*/ 648148 w 1878283"/>
                <a:gd name="connsiteY160" fmla="*/ 401734 h 437241"/>
                <a:gd name="connsiteX161" fmla="*/ 616715 w 1878283"/>
                <a:gd name="connsiteY161" fmla="*/ 369689 h 437241"/>
                <a:gd name="connsiteX162" fmla="*/ 613449 w 1878283"/>
                <a:gd name="connsiteY162" fmla="*/ 353565 h 437241"/>
                <a:gd name="connsiteX163" fmla="*/ 652843 w 1878283"/>
                <a:gd name="connsiteY163" fmla="*/ 362545 h 437241"/>
                <a:gd name="connsiteX164" fmla="*/ 665089 w 1878283"/>
                <a:gd name="connsiteY164" fmla="*/ 352136 h 437241"/>
                <a:gd name="connsiteX165" fmla="*/ 664273 w 1878283"/>
                <a:gd name="connsiteY165" fmla="*/ 295598 h 437241"/>
                <a:gd name="connsiteX166" fmla="*/ 633247 w 1878283"/>
                <a:gd name="connsiteY166" fmla="*/ 306212 h 437241"/>
                <a:gd name="connsiteX167" fmla="*/ 596712 w 1878283"/>
                <a:gd name="connsiteY167" fmla="*/ 302130 h 437241"/>
                <a:gd name="connsiteX168" fmla="*/ 573036 w 1878283"/>
                <a:gd name="connsiteY168" fmla="*/ 272534 h 437241"/>
                <a:gd name="connsiteX169" fmla="*/ 642840 w 1878283"/>
                <a:gd name="connsiteY169" fmla="*/ 262533 h 437241"/>
                <a:gd name="connsiteX170" fmla="*/ 635493 w 1878283"/>
                <a:gd name="connsiteY170" fmla="*/ 249062 h 437241"/>
                <a:gd name="connsiteX171" fmla="*/ 656108 w 1878283"/>
                <a:gd name="connsiteY171" fmla="*/ 234978 h 437241"/>
                <a:gd name="connsiteX172" fmla="*/ 679172 w 1878283"/>
                <a:gd name="connsiteY172" fmla="*/ 207220 h 437241"/>
                <a:gd name="connsiteX173" fmla="*/ 638554 w 1878283"/>
                <a:gd name="connsiteY173" fmla="*/ 227018 h 437241"/>
                <a:gd name="connsiteX174" fmla="*/ 586711 w 1878283"/>
                <a:gd name="connsiteY174" fmla="*/ 209261 h 437241"/>
                <a:gd name="connsiteX175" fmla="*/ 595692 w 1878283"/>
                <a:gd name="connsiteY175" fmla="*/ 203750 h 437241"/>
                <a:gd name="connsiteX176" fmla="*/ 636309 w 1878283"/>
                <a:gd name="connsiteY176" fmla="*/ 186809 h 437241"/>
                <a:gd name="connsiteX177" fmla="*/ 720402 w 1878283"/>
                <a:gd name="connsiteY177" fmla="*/ 171297 h 437241"/>
                <a:gd name="connsiteX178" fmla="*/ 754080 w 1878283"/>
                <a:gd name="connsiteY178" fmla="*/ 160071 h 437241"/>
                <a:gd name="connsiteX179" fmla="*/ 654884 w 1878283"/>
                <a:gd name="connsiteY179" fmla="*/ 159051 h 437241"/>
                <a:gd name="connsiteX180" fmla="*/ 593242 w 1878283"/>
                <a:gd name="connsiteY180" fmla="*/ 178441 h 437241"/>
                <a:gd name="connsiteX181" fmla="*/ 562422 w 1878283"/>
                <a:gd name="connsiteY181" fmla="*/ 213139 h 437241"/>
                <a:gd name="connsiteX182" fmla="*/ 552217 w 1878283"/>
                <a:gd name="connsiteY182" fmla="*/ 266207 h 437241"/>
                <a:gd name="connsiteX183" fmla="*/ 523642 w 1878283"/>
                <a:gd name="connsiteY183" fmla="*/ 280494 h 437241"/>
                <a:gd name="connsiteX184" fmla="*/ 514253 w 1878283"/>
                <a:gd name="connsiteY184" fmla="*/ 266207 h 437241"/>
                <a:gd name="connsiteX185" fmla="*/ 518335 w 1878283"/>
                <a:gd name="connsiteY185" fmla="*/ 201301 h 437241"/>
                <a:gd name="connsiteX186" fmla="*/ 555687 w 1878283"/>
                <a:gd name="connsiteY186" fmla="*/ 153540 h 437241"/>
                <a:gd name="connsiteX187" fmla="*/ 589773 w 1878283"/>
                <a:gd name="connsiteY187" fmla="*/ 145375 h 437241"/>
                <a:gd name="connsiteX188" fmla="*/ 562830 w 1878283"/>
                <a:gd name="connsiteY188" fmla="*/ 114555 h 437241"/>
                <a:gd name="connsiteX189" fmla="*/ 550380 w 1878283"/>
                <a:gd name="connsiteY189" fmla="*/ 82510 h 437241"/>
                <a:gd name="connsiteX190" fmla="*/ 565076 w 1878283"/>
                <a:gd name="connsiteY190" fmla="*/ 71693 h 437241"/>
                <a:gd name="connsiteX191" fmla="*/ 593855 w 1878283"/>
                <a:gd name="connsiteY191" fmla="*/ 88225 h 437241"/>
                <a:gd name="connsiteX192" fmla="*/ 609775 w 1878283"/>
                <a:gd name="connsiteY192" fmla="*/ 82102 h 437241"/>
                <a:gd name="connsiteX193" fmla="*/ 617123 w 1878283"/>
                <a:gd name="connsiteY193" fmla="*/ 103329 h 437241"/>
                <a:gd name="connsiteX194" fmla="*/ 639779 w 1878283"/>
                <a:gd name="connsiteY194" fmla="*/ 130884 h 437241"/>
                <a:gd name="connsiteX195" fmla="*/ 654067 w 1878283"/>
                <a:gd name="connsiteY195" fmla="*/ 124965 h 437241"/>
                <a:gd name="connsiteX196" fmla="*/ 621001 w 1878283"/>
                <a:gd name="connsiteY196" fmla="*/ 66590 h 437241"/>
                <a:gd name="connsiteX197" fmla="*/ 629369 w 1878283"/>
                <a:gd name="connsiteY197" fmla="*/ 53731 h 437241"/>
                <a:gd name="connsiteX198" fmla="*/ 670600 w 1878283"/>
                <a:gd name="connsiteY198" fmla="*/ 66794 h 437241"/>
                <a:gd name="connsiteX199" fmla="*/ 722647 w 1878283"/>
                <a:gd name="connsiteY199" fmla="*/ 53527 h 437241"/>
                <a:gd name="connsiteX200" fmla="*/ 66850 w 1878283"/>
                <a:gd name="connsiteY200" fmla="*/ 42301 h 437241"/>
                <a:gd name="connsiteX201" fmla="*/ 88078 w 1878283"/>
                <a:gd name="connsiteY201" fmla="*/ 84755 h 437241"/>
                <a:gd name="connsiteX202" fmla="*/ 129715 w 1878283"/>
                <a:gd name="connsiteY202" fmla="*/ 106595 h 437241"/>
                <a:gd name="connsiteX203" fmla="*/ 131961 w 1878283"/>
                <a:gd name="connsiteY203" fmla="*/ 124352 h 437241"/>
                <a:gd name="connsiteX204" fmla="*/ 111550 w 1878283"/>
                <a:gd name="connsiteY204" fmla="*/ 142313 h 437241"/>
                <a:gd name="connsiteX205" fmla="*/ 79505 w 1878283"/>
                <a:gd name="connsiteY205" fmla="*/ 171501 h 437241"/>
                <a:gd name="connsiteX206" fmla="*/ 72157 w 1878283"/>
                <a:gd name="connsiteY206" fmla="*/ 303966 h 437241"/>
                <a:gd name="connsiteX207" fmla="*/ 77056 w 1878283"/>
                <a:gd name="connsiteY207" fmla="*/ 359075 h 437241"/>
                <a:gd name="connsiteX208" fmla="*/ 80934 w 1878283"/>
                <a:gd name="connsiteY208" fmla="*/ 389283 h 437241"/>
                <a:gd name="connsiteX209" fmla="*/ 46440 w 1878283"/>
                <a:gd name="connsiteY209" fmla="*/ 395406 h 437241"/>
                <a:gd name="connsiteX210" fmla="*/ 36233 w 1878283"/>
                <a:gd name="connsiteY210" fmla="*/ 379486 h 437241"/>
                <a:gd name="connsiteX211" fmla="*/ 32151 w 1878283"/>
                <a:gd name="connsiteY211" fmla="*/ 185788 h 437241"/>
                <a:gd name="connsiteX212" fmla="*/ 106 w 1878283"/>
                <a:gd name="connsiteY212" fmla="*/ 143742 h 437241"/>
                <a:gd name="connsiteX213" fmla="*/ 36233 w 1878283"/>
                <a:gd name="connsiteY213" fmla="*/ 131904 h 437241"/>
                <a:gd name="connsiteX214" fmla="*/ 43990 w 1878283"/>
                <a:gd name="connsiteY214" fmla="*/ 69243 h 437241"/>
                <a:gd name="connsiteX215" fmla="*/ 61339 w 1878283"/>
                <a:gd name="connsiteY215" fmla="*/ 42709 h 437241"/>
                <a:gd name="connsiteX216" fmla="*/ 66850 w 1878283"/>
                <a:gd name="connsiteY216" fmla="*/ 42301 h 437241"/>
                <a:gd name="connsiteX217" fmla="*/ 1603778 w 1878283"/>
                <a:gd name="connsiteY217" fmla="*/ 23728 h 437241"/>
                <a:gd name="connsiteX218" fmla="*/ 1636027 w 1878283"/>
                <a:gd name="connsiteY218" fmla="*/ 47200 h 437241"/>
                <a:gd name="connsiteX219" fmla="*/ 1633782 w 1878283"/>
                <a:gd name="connsiteY219" fmla="*/ 76592 h 437241"/>
                <a:gd name="connsiteX220" fmla="*/ 1596430 w 1878283"/>
                <a:gd name="connsiteY220" fmla="*/ 112923 h 437241"/>
                <a:gd name="connsiteX221" fmla="*/ 1563159 w 1878283"/>
                <a:gd name="connsiteY221" fmla="*/ 136395 h 437241"/>
                <a:gd name="connsiteX222" fmla="*/ 1550709 w 1878283"/>
                <a:gd name="connsiteY222" fmla="*/ 145988 h 437241"/>
                <a:gd name="connsiteX223" fmla="*/ 1534584 w 1878283"/>
                <a:gd name="connsiteY223" fmla="*/ 140681 h 437241"/>
                <a:gd name="connsiteX224" fmla="*/ 1526216 w 1878283"/>
                <a:gd name="connsiteY224" fmla="*/ 135170 h 437241"/>
                <a:gd name="connsiteX225" fmla="*/ 1555403 w 1878283"/>
                <a:gd name="connsiteY225" fmla="*/ 102309 h 437241"/>
                <a:gd name="connsiteX226" fmla="*/ 1561935 w 1878283"/>
                <a:gd name="connsiteY226" fmla="*/ 101493 h 437241"/>
                <a:gd name="connsiteX227" fmla="*/ 1580918 w 1878283"/>
                <a:gd name="connsiteY227" fmla="*/ 72918 h 437241"/>
                <a:gd name="connsiteX228" fmla="*/ 1603778 w 1878283"/>
                <a:gd name="connsiteY228" fmla="*/ 23728 h 437241"/>
                <a:gd name="connsiteX229" fmla="*/ 279733 w 1878283"/>
                <a:gd name="connsiteY229" fmla="*/ 22503 h 437241"/>
                <a:gd name="connsiteX230" fmla="*/ 294429 w 1878283"/>
                <a:gd name="connsiteY230" fmla="*/ 33321 h 437241"/>
                <a:gd name="connsiteX231" fmla="*/ 310554 w 1878283"/>
                <a:gd name="connsiteY231" fmla="*/ 71898 h 437241"/>
                <a:gd name="connsiteX232" fmla="*/ 288918 w 1878283"/>
                <a:gd name="connsiteY232" fmla="*/ 71490 h 437241"/>
                <a:gd name="connsiteX233" fmla="*/ 271365 w 1878283"/>
                <a:gd name="connsiteY233" fmla="*/ 60468 h 437241"/>
                <a:gd name="connsiteX234" fmla="*/ 281570 w 1878283"/>
                <a:gd name="connsiteY234" fmla="*/ 50671 h 437241"/>
                <a:gd name="connsiteX235" fmla="*/ 279733 w 1878283"/>
                <a:gd name="connsiteY235" fmla="*/ 22503 h 437241"/>
                <a:gd name="connsiteX236" fmla="*/ 190539 w 1878283"/>
                <a:gd name="connsiteY236" fmla="*/ 22095 h 437241"/>
                <a:gd name="connsiteX237" fmla="*/ 206664 w 1878283"/>
                <a:gd name="connsiteY237" fmla="*/ 22911 h 437241"/>
                <a:gd name="connsiteX238" fmla="*/ 205439 w 1878283"/>
                <a:gd name="connsiteY238" fmla="*/ 33933 h 437241"/>
                <a:gd name="connsiteX239" fmla="*/ 217890 w 1878283"/>
                <a:gd name="connsiteY239" fmla="*/ 51691 h 437241"/>
                <a:gd name="connsiteX240" fmla="*/ 250343 w 1878283"/>
                <a:gd name="connsiteY240" fmla="*/ 38015 h 437241"/>
                <a:gd name="connsiteX241" fmla="*/ 273611 w 1878283"/>
                <a:gd name="connsiteY241" fmla="*/ 52507 h 437241"/>
                <a:gd name="connsiteX242" fmla="*/ 264835 w 1878283"/>
                <a:gd name="connsiteY242" fmla="*/ 67407 h 437241"/>
                <a:gd name="connsiteX243" fmla="*/ 231565 w 1878283"/>
                <a:gd name="connsiteY243" fmla="*/ 76796 h 437241"/>
                <a:gd name="connsiteX244" fmla="*/ 221768 w 1878283"/>
                <a:gd name="connsiteY244" fmla="*/ 110678 h 437241"/>
                <a:gd name="connsiteX245" fmla="*/ 266671 w 1878283"/>
                <a:gd name="connsiteY245" fmla="*/ 101493 h 437241"/>
                <a:gd name="connsiteX246" fmla="*/ 288715 w 1878283"/>
                <a:gd name="connsiteY246" fmla="*/ 116188 h 437241"/>
                <a:gd name="connsiteX247" fmla="*/ 285041 w 1878283"/>
                <a:gd name="connsiteY247" fmla="*/ 268249 h 437241"/>
                <a:gd name="connsiteX248" fmla="*/ 329741 w 1878283"/>
                <a:gd name="connsiteY248" fmla="*/ 290293 h 437241"/>
                <a:gd name="connsiteX249" fmla="*/ 315453 w 1878283"/>
                <a:gd name="connsiteY249" fmla="*/ 298457 h 437241"/>
                <a:gd name="connsiteX250" fmla="*/ 276877 w 1878283"/>
                <a:gd name="connsiteY250" fmla="*/ 295600 h 437241"/>
                <a:gd name="connsiteX251" fmla="*/ 273815 w 1878283"/>
                <a:gd name="connsiteY251" fmla="*/ 358056 h 437241"/>
                <a:gd name="connsiteX252" fmla="*/ 249731 w 1878283"/>
                <a:gd name="connsiteY252" fmla="*/ 417656 h 437241"/>
                <a:gd name="connsiteX253" fmla="*/ 200133 w 1878283"/>
                <a:gd name="connsiteY253" fmla="*/ 398674 h 437241"/>
                <a:gd name="connsiteX254" fmla="*/ 174822 w 1878283"/>
                <a:gd name="connsiteY254" fmla="*/ 376426 h 437241"/>
                <a:gd name="connsiteX255" fmla="*/ 183599 w 1878283"/>
                <a:gd name="connsiteY255" fmla="*/ 372344 h 437241"/>
                <a:gd name="connsiteX256" fmla="*/ 225850 w 1878283"/>
                <a:gd name="connsiteY256" fmla="*/ 380304 h 437241"/>
                <a:gd name="connsiteX257" fmla="*/ 240546 w 1878283"/>
                <a:gd name="connsiteY257" fmla="*/ 350504 h 437241"/>
                <a:gd name="connsiteX258" fmla="*/ 239321 w 1878283"/>
                <a:gd name="connsiteY258" fmla="*/ 303152 h 437241"/>
                <a:gd name="connsiteX259" fmla="*/ 213195 w 1878283"/>
                <a:gd name="connsiteY259" fmla="*/ 307438 h 437241"/>
                <a:gd name="connsiteX260" fmla="*/ 225442 w 1878283"/>
                <a:gd name="connsiteY260" fmla="*/ 336421 h 437241"/>
                <a:gd name="connsiteX261" fmla="*/ 198296 w 1878283"/>
                <a:gd name="connsiteY261" fmla="*/ 351525 h 437241"/>
                <a:gd name="connsiteX262" fmla="*/ 178904 w 1878283"/>
                <a:gd name="connsiteY262" fmla="*/ 325399 h 437241"/>
                <a:gd name="connsiteX263" fmla="*/ 146451 w 1878283"/>
                <a:gd name="connsiteY263" fmla="*/ 324991 h 437241"/>
                <a:gd name="connsiteX264" fmla="*/ 105834 w 1878283"/>
                <a:gd name="connsiteY264" fmla="*/ 305601 h 437241"/>
                <a:gd name="connsiteX265" fmla="*/ 170944 w 1878283"/>
                <a:gd name="connsiteY265" fmla="*/ 284986 h 437241"/>
                <a:gd name="connsiteX266" fmla="*/ 169924 w 1878283"/>
                <a:gd name="connsiteY266" fmla="*/ 263963 h 437241"/>
                <a:gd name="connsiteX267" fmla="*/ 167066 w 1878283"/>
                <a:gd name="connsiteY267" fmla="*/ 252125 h 437241"/>
                <a:gd name="connsiteX268" fmla="*/ 173190 w 1878283"/>
                <a:gd name="connsiteY268" fmla="*/ 252737 h 437241"/>
                <a:gd name="connsiteX269" fmla="*/ 191764 w 1878283"/>
                <a:gd name="connsiteY269" fmla="*/ 277026 h 437241"/>
                <a:gd name="connsiteX270" fmla="*/ 234627 w 1878283"/>
                <a:gd name="connsiteY270" fmla="*/ 271107 h 437241"/>
                <a:gd name="connsiteX271" fmla="*/ 232994 w 1878283"/>
                <a:gd name="connsiteY271" fmla="*/ 255390 h 437241"/>
                <a:gd name="connsiteX272" fmla="*/ 224013 w 1878283"/>
                <a:gd name="connsiteY272" fmla="*/ 250288 h 437241"/>
                <a:gd name="connsiteX273" fmla="*/ 191560 w 1878283"/>
                <a:gd name="connsiteY273" fmla="*/ 256207 h 437241"/>
                <a:gd name="connsiteX274" fmla="*/ 185232 w 1878283"/>
                <a:gd name="connsiteY274" fmla="*/ 221305 h 437241"/>
                <a:gd name="connsiteX275" fmla="*/ 151758 w 1878283"/>
                <a:gd name="connsiteY275" fmla="*/ 216610 h 437241"/>
                <a:gd name="connsiteX276" fmla="*/ 155636 w 1878283"/>
                <a:gd name="connsiteY276" fmla="*/ 248655 h 437241"/>
                <a:gd name="connsiteX277" fmla="*/ 143594 w 1878283"/>
                <a:gd name="connsiteY277" fmla="*/ 264371 h 437241"/>
                <a:gd name="connsiteX278" fmla="*/ 137879 w 1878283"/>
                <a:gd name="connsiteY278" fmla="*/ 252533 h 437241"/>
                <a:gd name="connsiteX279" fmla="*/ 133593 w 1878283"/>
                <a:gd name="connsiteY279" fmla="*/ 174768 h 437241"/>
                <a:gd name="connsiteX280" fmla="*/ 159514 w 1878283"/>
                <a:gd name="connsiteY280" fmla="*/ 121087 h 437241"/>
                <a:gd name="connsiteX281" fmla="*/ 188497 w 1878283"/>
                <a:gd name="connsiteY281" fmla="*/ 96390 h 437241"/>
                <a:gd name="connsiteX282" fmla="*/ 160535 w 1878283"/>
                <a:gd name="connsiteY282" fmla="*/ 86593 h 437241"/>
                <a:gd name="connsiteX283" fmla="*/ 160943 w 1878283"/>
                <a:gd name="connsiteY283" fmla="*/ 75571 h 437241"/>
                <a:gd name="connsiteX284" fmla="*/ 190130 w 1878283"/>
                <a:gd name="connsiteY284" fmla="*/ 61896 h 437241"/>
                <a:gd name="connsiteX285" fmla="*/ 190539 w 1878283"/>
                <a:gd name="connsiteY285" fmla="*/ 22095 h 437241"/>
                <a:gd name="connsiteX286" fmla="*/ 1251590 w 1878283"/>
                <a:gd name="connsiteY286" fmla="*/ 944 h 437241"/>
                <a:gd name="connsiteX287" fmla="*/ 1258632 w 1878283"/>
                <a:gd name="connsiteY287" fmla="*/ 9848 h 437241"/>
                <a:gd name="connsiteX288" fmla="*/ 1248631 w 1878283"/>
                <a:gd name="connsiteY288" fmla="*/ 49036 h 437241"/>
                <a:gd name="connsiteX289" fmla="*/ 1290065 w 1878283"/>
                <a:gd name="connsiteY289" fmla="*/ 85367 h 437241"/>
                <a:gd name="connsiteX290" fmla="*/ 1240671 w 1878283"/>
                <a:gd name="connsiteY290" fmla="*/ 79244 h 437241"/>
                <a:gd name="connsiteX291" fmla="*/ 1278022 w 1878283"/>
                <a:gd name="connsiteY291" fmla="*/ 100675 h 437241"/>
                <a:gd name="connsiteX292" fmla="*/ 1283125 w 1878283"/>
                <a:gd name="connsiteY292" fmla="*/ 123535 h 437241"/>
                <a:gd name="connsiteX293" fmla="*/ 1250672 w 1878283"/>
                <a:gd name="connsiteY293" fmla="*/ 119861 h 437241"/>
                <a:gd name="connsiteX294" fmla="*/ 1205768 w 1878283"/>
                <a:gd name="connsiteY294" fmla="*/ 124148 h 437241"/>
                <a:gd name="connsiteX295" fmla="*/ 1233323 w 1878283"/>
                <a:gd name="connsiteY295" fmla="*/ 105166 h 437241"/>
                <a:gd name="connsiteX296" fmla="*/ 1216178 w 1878283"/>
                <a:gd name="connsiteY296" fmla="*/ 93940 h 437241"/>
                <a:gd name="connsiteX297" fmla="*/ 1195971 w 1878283"/>
                <a:gd name="connsiteY297" fmla="*/ 122923 h 437241"/>
                <a:gd name="connsiteX298" fmla="*/ 1157599 w 1878283"/>
                <a:gd name="connsiteY298" fmla="*/ 157213 h 437241"/>
                <a:gd name="connsiteX299" fmla="*/ 1186990 w 1878283"/>
                <a:gd name="connsiteY299" fmla="*/ 150886 h 437241"/>
                <a:gd name="connsiteX300" fmla="*/ 1231894 w 1878283"/>
                <a:gd name="connsiteY300" fmla="*/ 142721 h 437241"/>
                <a:gd name="connsiteX301" fmla="*/ 1260469 w 1878283"/>
                <a:gd name="connsiteY301" fmla="*/ 175175 h 437241"/>
                <a:gd name="connsiteX302" fmla="*/ 1233323 w 1878283"/>
                <a:gd name="connsiteY302" fmla="*/ 209465 h 437241"/>
                <a:gd name="connsiteX303" fmla="*/ 1214749 w 1878283"/>
                <a:gd name="connsiteY303" fmla="*/ 221507 h 437241"/>
                <a:gd name="connsiteX304" fmla="*/ 1195563 w 1878283"/>
                <a:gd name="connsiteY304" fmla="*/ 231304 h 437241"/>
                <a:gd name="connsiteX305" fmla="*/ 1157395 w 1878283"/>
                <a:gd name="connsiteY305" fmla="*/ 233549 h 437241"/>
                <a:gd name="connsiteX306" fmla="*/ 1160456 w 1878283"/>
                <a:gd name="connsiteY306" fmla="*/ 226405 h 437241"/>
                <a:gd name="connsiteX307" fmla="*/ 1198216 w 1878283"/>
                <a:gd name="connsiteY307" fmla="*/ 191095 h 437241"/>
                <a:gd name="connsiteX308" fmla="*/ 1144128 w 1878283"/>
                <a:gd name="connsiteY308" fmla="*/ 207832 h 437241"/>
                <a:gd name="connsiteX309" fmla="*/ 1106775 w 1878283"/>
                <a:gd name="connsiteY309" fmla="*/ 175379 h 437241"/>
                <a:gd name="connsiteX310" fmla="*/ 1142291 w 1878283"/>
                <a:gd name="connsiteY310" fmla="*/ 150682 h 437241"/>
                <a:gd name="connsiteX311" fmla="*/ 1088610 w 1878283"/>
                <a:gd name="connsiteY311" fmla="*/ 122719 h 437241"/>
                <a:gd name="connsiteX312" fmla="*/ 1052687 w 1878283"/>
                <a:gd name="connsiteY312" fmla="*/ 151702 h 437241"/>
                <a:gd name="connsiteX313" fmla="*/ 994720 w 1878283"/>
                <a:gd name="connsiteY313" fmla="*/ 169868 h 437241"/>
                <a:gd name="connsiteX314" fmla="*/ 988189 w 1878283"/>
                <a:gd name="connsiteY314" fmla="*/ 161703 h 437241"/>
                <a:gd name="connsiteX315" fmla="*/ 1082691 w 1878283"/>
                <a:gd name="connsiteY315" fmla="*/ 95981 h 437241"/>
                <a:gd name="connsiteX316" fmla="*/ 1099427 w 1878283"/>
                <a:gd name="connsiteY316" fmla="*/ 63528 h 437241"/>
                <a:gd name="connsiteX317" fmla="*/ 1117185 w 1878283"/>
                <a:gd name="connsiteY317" fmla="*/ 10052 h 437241"/>
                <a:gd name="connsiteX318" fmla="*/ 1136168 w 1878283"/>
                <a:gd name="connsiteY318" fmla="*/ 20257 h 437241"/>
                <a:gd name="connsiteX319" fmla="*/ 1129228 w 1878283"/>
                <a:gd name="connsiteY319" fmla="*/ 58017 h 437241"/>
                <a:gd name="connsiteX320" fmla="*/ 1155762 w 1878283"/>
                <a:gd name="connsiteY320" fmla="*/ 81081 h 437241"/>
                <a:gd name="connsiteX321" fmla="*/ 1118205 w 1878283"/>
                <a:gd name="connsiteY321" fmla="*/ 88225 h 437241"/>
                <a:gd name="connsiteX322" fmla="*/ 1100244 w 1878283"/>
                <a:gd name="connsiteY322" fmla="*/ 109860 h 437241"/>
                <a:gd name="connsiteX323" fmla="*/ 1120860 w 1878283"/>
                <a:gd name="connsiteY323" fmla="*/ 117208 h 437241"/>
                <a:gd name="connsiteX324" fmla="*/ 1142291 w 1878283"/>
                <a:gd name="connsiteY324" fmla="*/ 100880 h 437241"/>
                <a:gd name="connsiteX325" fmla="*/ 1136780 w 1878283"/>
                <a:gd name="connsiteY325" fmla="*/ 121903 h 437241"/>
                <a:gd name="connsiteX326" fmla="*/ 1147394 w 1878283"/>
                <a:gd name="connsiteY326" fmla="*/ 145375 h 437241"/>
                <a:gd name="connsiteX327" fmla="*/ 1160048 w 1878283"/>
                <a:gd name="connsiteY327" fmla="*/ 142313 h 437241"/>
                <a:gd name="connsiteX328" fmla="*/ 1194746 w 1878283"/>
                <a:gd name="connsiteY328" fmla="*/ 101900 h 437241"/>
                <a:gd name="connsiteX329" fmla="*/ 1225975 w 1878283"/>
                <a:gd name="connsiteY329" fmla="*/ 51486 h 437241"/>
                <a:gd name="connsiteX330" fmla="*/ 1236793 w 1878283"/>
                <a:gd name="connsiteY330" fmla="*/ 13930 h 437241"/>
                <a:gd name="connsiteX331" fmla="*/ 1239650 w 1878283"/>
                <a:gd name="connsiteY331" fmla="*/ 1071 h 437241"/>
                <a:gd name="connsiteX332" fmla="*/ 1251590 w 1878283"/>
                <a:gd name="connsiteY332" fmla="*/ 944 h 43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Lst>
              <a:rect l="l" t="t" r="r" b="b"/>
              <a:pathLst>
                <a:path w="1878283" h="437240">
                  <a:moveTo>
                    <a:pt x="160331" y="356422"/>
                  </a:moveTo>
                  <a:cubicBezTo>
                    <a:pt x="165434" y="359279"/>
                    <a:pt x="170129" y="362546"/>
                    <a:pt x="175232" y="365404"/>
                  </a:cubicBezTo>
                  <a:cubicBezTo>
                    <a:pt x="174824" y="369078"/>
                    <a:pt x="174415" y="372752"/>
                    <a:pt x="173599" y="376425"/>
                  </a:cubicBezTo>
                  <a:cubicBezTo>
                    <a:pt x="167884" y="370915"/>
                    <a:pt x="160943" y="364995"/>
                    <a:pt x="160331" y="356422"/>
                  </a:cubicBezTo>
                  <a:close/>
                  <a:moveTo>
                    <a:pt x="608142" y="349074"/>
                  </a:moveTo>
                  <a:cubicBezTo>
                    <a:pt x="610999" y="346829"/>
                    <a:pt x="614469" y="351932"/>
                    <a:pt x="611612" y="354177"/>
                  </a:cubicBezTo>
                  <a:cubicBezTo>
                    <a:pt x="608754" y="356218"/>
                    <a:pt x="605284" y="351115"/>
                    <a:pt x="608142" y="349074"/>
                  </a:cubicBezTo>
                  <a:close/>
                  <a:moveTo>
                    <a:pt x="1199416" y="313892"/>
                  </a:moveTo>
                  <a:cubicBezTo>
                    <a:pt x="1208830" y="314479"/>
                    <a:pt x="1218015" y="316724"/>
                    <a:pt x="1226383" y="321724"/>
                  </a:cubicBezTo>
                  <a:cubicBezTo>
                    <a:pt x="1227812" y="324582"/>
                    <a:pt x="1227200" y="328051"/>
                    <a:pt x="1227404" y="331113"/>
                  </a:cubicBezTo>
                  <a:cubicBezTo>
                    <a:pt x="1228629" y="331725"/>
                    <a:pt x="1231282" y="333154"/>
                    <a:pt x="1232507" y="333766"/>
                  </a:cubicBezTo>
                  <a:cubicBezTo>
                    <a:pt x="1228833" y="339073"/>
                    <a:pt x="1223118" y="342951"/>
                    <a:pt x="1217607" y="346217"/>
                  </a:cubicBezTo>
                  <a:cubicBezTo>
                    <a:pt x="1199441" y="347033"/>
                    <a:pt x="1180867" y="346013"/>
                    <a:pt x="1162906" y="351115"/>
                  </a:cubicBezTo>
                  <a:cubicBezTo>
                    <a:pt x="1133719" y="356014"/>
                    <a:pt x="1104327" y="360708"/>
                    <a:pt x="1077180" y="372955"/>
                  </a:cubicBezTo>
                  <a:cubicBezTo>
                    <a:pt x="1051258" y="378058"/>
                    <a:pt x="1016968" y="369281"/>
                    <a:pt x="1006763" y="342339"/>
                  </a:cubicBezTo>
                  <a:cubicBezTo>
                    <a:pt x="1044523" y="349483"/>
                    <a:pt x="1080038" y="327847"/>
                    <a:pt x="1117594" y="327643"/>
                  </a:cubicBezTo>
                  <a:cubicBezTo>
                    <a:pt x="1135147" y="323153"/>
                    <a:pt x="1153721" y="321928"/>
                    <a:pt x="1171070" y="316009"/>
                  </a:cubicBezTo>
                  <a:cubicBezTo>
                    <a:pt x="1180357" y="314376"/>
                    <a:pt x="1190001" y="313305"/>
                    <a:pt x="1199416" y="313892"/>
                  </a:cubicBezTo>
                  <a:close/>
                  <a:moveTo>
                    <a:pt x="1118282" y="222834"/>
                  </a:moveTo>
                  <a:cubicBezTo>
                    <a:pt x="1121778" y="223702"/>
                    <a:pt x="1125350" y="225488"/>
                    <a:pt x="1128615" y="226406"/>
                  </a:cubicBezTo>
                  <a:cubicBezTo>
                    <a:pt x="1120247" y="235795"/>
                    <a:pt x="1129840" y="244979"/>
                    <a:pt x="1134942" y="253144"/>
                  </a:cubicBezTo>
                  <a:cubicBezTo>
                    <a:pt x="1162497" y="249266"/>
                    <a:pt x="1190051" y="246000"/>
                    <a:pt x="1217810" y="242530"/>
                  </a:cubicBezTo>
                  <a:cubicBezTo>
                    <a:pt x="1219239" y="240897"/>
                    <a:pt x="1220667" y="239468"/>
                    <a:pt x="1222096" y="238040"/>
                  </a:cubicBezTo>
                  <a:cubicBezTo>
                    <a:pt x="1244956" y="245796"/>
                    <a:pt x="1271898" y="237632"/>
                    <a:pt x="1293942" y="250286"/>
                  </a:cubicBezTo>
                  <a:cubicBezTo>
                    <a:pt x="1302514" y="257022"/>
                    <a:pt x="1311291" y="265186"/>
                    <a:pt x="1314761" y="275801"/>
                  </a:cubicBezTo>
                  <a:cubicBezTo>
                    <a:pt x="1321496" y="303355"/>
                    <a:pt x="1309862" y="331114"/>
                    <a:pt x="1297820" y="355402"/>
                  </a:cubicBezTo>
                  <a:cubicBezTo>
                    <a:pt x="1288023" y="377446"/>
                    <a:pt x="1272307" y="396020"/>
                    <a:pt x="1253937" y="411532"/>
                  </a:cubicBezTo>
                  <a:cubicBezTo>
                    <a:pt x="1243936" y="421737"/>
                    <a:pt x="1228423" y="418676"/>
                    <a:pt x="1215973" y="416022"/>
                  </a:cubicBezTo>
                  <a:cubicBezTo>
                    <a:pt x="1203318" y="414185"/>
                    <a:pt x="1192297" y="407450"/>
                    <a:pt x="1179846" y="405000"/>
                  </a:cubicBezTo>
                  <a:cubicBezTo>
                    <a:pt x="1170865" y="401531"/>
                    <a:pt x="1160048" y="401326"/>
                    <a:pt x="1153108" y="393774"/>
                  </a:cubicBezTo>
                  <a:cubicBezTo>
                    <a:pt x="1155965" y="393162"/>
                    <a:pt x="1158823" y="392346"/>
                    <a:pt x="1161885" y="391938"/>
                  </a:cubicBezTo>
                  <a:cubicBezTo>
                    <a:pt x="1162497" y="385610"/>
                    <a:pt x="1157394" y="383977"/>
                    <a:pt x="1152292" y="385406"/>
                  </a:cubicBezTo>
                  <a:cubicBezTo>
                    <a:pt x="1151679" y="383161"/>
                    <a:pt x="1151271" y="380916"/>
                    <a:pt x="1150659" y="378875"/>
                  </a:cubicBezTo>
                  <a:cubicBezTo>
                    <a:pt x="1152904" y="378466"/>
                    <a:pt x="1155149" y="378058"/>
                    <a:pt x="1157394" y="377650"/>
                  </a:cubicBezTo>
                  <a:cubicBezTo>
                    <a:pt x="1165967" y="368669"/>
                    <a:pt x="1180458" y="373976"/>
                    <a:pt x="1191480" y="371935"/>
                  </a:cubicBezTo>
                  <a:cubicBezTo>
                    <a:pt x="1203318" y="371527"/>
                    <a:pt x="1214544" y="367036"/>
                    <a:pt x="1225566" y="362750"/>
                  </a:cubicBezTo>
                  <a:cubicBezTo>
                    <a:pt x="1246589" y="344789"/>
                    <a:pt x="1261897" y="316418"/>
                    <a:pt x="1256386" y="288047"/>
                  </a:cubicBezTo>
                  <a:cubicBezTo>
                    <a:pt x="1240466" y="280903"/>
                    <a:pt x="1221892" y="281107"/>
                    <a:pt x="1205359" y="287026"/>
                  </a:cubicBezTo>
                  <a:cubicBezTo>
                    <a:pt x="1184336" y="291313"/>
                    <a:pt x="1164130" y="298252"/>
                    <a:pt x="1143311" y="302947"/>
                  </a:cubicBezTo>
                  <a:cubicBezTo>
                    <a:pt x="1132901" y="304376"/>
                    <a:pt x="1126166" y="317234"/>
                    <a:pt x="1114736" y="313356"/>
                  </a:cubicBezTo>
                  <a:cubicBezTo>
                    <a:pt x="1100040" y="306008"/>
                    <a:pt x="1080650" y="293150"/>
                    <a:pt x="1085957" y="273964"/>
                  </a:cubicBezTo>
                  <a:cubicBezTo>
                    <a:pt x="1092692" y="257022"/>
                    <a:pt x="1091059" y="234774"/>
                    <a:pt x="1108408" y="224773"/>
                  </a:cubicBezTo>
                  <a:cubicBezTo>
                    <a:pt x="1111368" y="222018"/>
                    <a:pt x="1114787" y="221967"/>
                    <a:pt x="1118282" y="222834"/>
                  </a:cubicBezTo>
                  <a:close/>
                  <a:moveTo>
                    <a:pt x="154003" y="178646"/>
                  </a:moveTo>
                  <a:cubicBezTo>
                    <a:pt x="151962" y="185586"/>
                    <a:pt x="148492" y="193750"/>
                    <a:pt x="151554" y="200894"/>
                  </a:cubicBezTo>
                  <a:cubicBezTo>
                    <a:pt x="163188" y="201302"/>
                    <a:pt x="175230" y="203751"/>
                    <a:pt x="186457" y="200690"/>
                  </a:cubicBezTo>
                  <a:cubicBezTo>
                    <a:pt x="185844" y="193342"/>
                    <a:pt x="185844" y="185994"/>
                    <a:pt x="186253" y="178646"/>
                  </a:cubicBezTo>
                  <a:cubicBezTo>
                    <a:pt x="175639" y="176197"/>
                    <a:pt x="164617" y="176605"/>
                    <a:pt x="154003" y="178646"/>
                  </a:cubicBezTo>
                  <a:close/>
                  <a:moveTo>
                    <a:pt x="186866" y="143948"/>
                  </a:moveTo>
                  <a:cubicBezTo>
                    <a:pt x="176251" y="149663"/>
                    <a:pt x="165433" y="155990"/>
                    <a:pt x="157677" y="165583"/>
                  </a:cubicBezTo>
                  <a:cubicBezTo>
                    <a:pt x="168291" y="165379"/>
                    <a:pt x="177476" y="159868"/>
                    <a:pt x="187478" y="156603"/>
                  </a:cubicBezTo>
                  <a:cubicBezTo>
                    <a:pt x="187273" y="152316"/>
                    <a:pt x="187069" y="148030"/>
                    <a:pt x="186866" y="143948"/>
                  </a:cubicBezTo>
                  <a:close/>
                  <a:moveTo>
                    <a:pt x="251772" y="119250"/>
                  </a:moveTo>
                  <a:cubicBezTo>
                    <a:pt x="242383" y="119658"/>
                    <a:pt x="232790" y="122721"/>
                    <a:pt x="223809" y="126395"/>
                  </a:cubicBezTo>
                  <a:cubicBezTo>
                    <a:pt x="219114" y="130477"/>
                    <a:pt x="220951" y="138029"/>
                    <a:pt x="221768" y="143540"/>
                  </a:cubicBezTo>
                  <a:cubicBezTo>
                    <a:pt x="227279" y="143540"/>
                    <a:pt x="233810" y="142111"/>
                    <a:pt x="237688" y="147010"/>
                  </a:cubicBezTo>
                  <a:cubicBezTo>
                    <a:pt x="241566" y="151296"/>
                    <a:pt x="251568" y="157419"/>
                    <a:pt x="244424" y="163134"/>
                  </a:cubicBezTo>
                  <a:cubicBezTo>
                    <a:pt x="233402" y="168033"/>
                    <a:pt x="218298" y="172115"/>
                    <a:pt x="218094" y="187015"/>
                  </a:cubicBezTo>
                  <a:cubicBezTo>
                    <a:pt x="218910" y="187627"/>
                    <a:pt x="220747" y="188647"/>
                    <a:pt x="221768" y="189260"/>
                  </a:cubicBezTo>
                  <a:cubicBezTo>
                    <a:pt x="226462" y="183953"/>
                    <a:pt x="233198" y="184157"/>
                    <a:pt x="239117" y="186810"/>
                  </a:cubicBezTo>
                  <a:cubicBezTo>
                    <a:pt x="239729" y="185586"/>
                    <a:pt x="240750" y="183341"/>
                    <a:pt x="241158" y="182320"/>
                  </a:cubicBezTo>
                  <a:cubicBezTo>
                    <a:pt x="242179" y="182116"/>
                    <a:pt x="244220" y="181708"/>
                    <a:pt x="245240" y="181504"/>
                  </a:cubicBezTo>
                  <a:cubicBezTo>
                    <a:pt x="245648" y="182728"/>
                    <a:pt x="246465" y="185382"/>
                    <a:pt x="246669" y="186810"/>
                  </a:cubicBezTo>
                  <a:cubicBezTo>
                    <a:pt x="250343" y="189668"/>
                    <a:pt x="256058" y="192525"/>
                    <a:pt x="256466" y="197628"/>
                  </a:cubicBezTo>
                  <a:cubicBezTo>
                    <a:pt x="250547" y="211712"/>
                    <a:pt x="232994" y="214569"/>
                    <a:pt x="219319" y="216406"/>
                  </a:cubicBezTo>
                  <a:cubicBezTo>
                    <a:pt x="217686" y="223142"/>
                    <a:pt x="215032" y="231102"/>
                    <a:pt x="218910" y="237429"/>
                  </a:cubicBezTo>
                  <a:cubicBezTo>
                    <a:pt x="227891" y="247634"/>
                    <a:pt x="242587" y="241715"/>
                    <a:pt x="254221" y="243144"/>
                  </a:cubicBezTo>
                  <a:cubicBezTo>
                    <a:pt x="259936" y="238858"/>
                    <a:pt x="256670" y="230489"/>
                    <a:pt x="257895" y="224570"/>
                  </a:cubicBezTo>
                  <a:cubicBezTo>
                    <a:pt x="261569" y="195791"/>
                    <a:pt x="265243" y="166400"/>
                    <a:pt x="259324" y="137621"/>
                  </a:cubicBezTo>
                  <a:cubicBezTo>
                    <a:pt x="257691" y="131293"/>
                    <a:pt x="258711" y="122312"/>
                    <a:pt x="251772" y="119250"/>
                  </a:cubicBezTo>
                  <a:close/>
                  <a:moveTo>
                    <a:pt x="1616433" y="114963"/>
                  </a:moveTo>
                  <a:cubicBezTo>
                    <a:pt x="1628679" y="114147"/>
                    <a:pt x="1638272" y="122719"/>
                    <a:pt x="1645620" y="131292"/>
                  </a:cubicBezTo>
                  <a:cubicBezTo>
                    <a:pt x="1650110" y="152519"/>
                    <a:pt x="1638476" y="171501"/>
                    <a:pt x="1627250" y="188442"/>
                  </a:cubicBezTo>
                  <a:cubicBezTo>
                    <a:pt x="1621127" y="195994"/>
                    <a:pt x="1611942" y="202729"/>
                    <a:pt x="1612759" y="213547"/>
                  </a:cubicBezTo>
                  <a:cubicBezTo>
                    <a:pt x="1608064" y="230488"/>
                    <a:pt x="1602349" y="247224"/>
                    <a:pt x="1600716" y="264778"/>
                  </a:cubicBezTo>
                  <a:cubicBezTo>
                    <a:pt x="1601329" y="281719"/>
                    <a:pt x="1603982" y="298659"/>
                    <a:pt x="1608472" y="314988"/>
                  </a:cubicBezTo>
                  <a:cubicBezTo>
                    <a:pt x="1610514" y="321315"/>
                    <a:pt x="1620311" y="329276"/>
                    <a:pt x="1613167" y="335603"/>
                  </a:cubicBezTo>
                  <a:cubicBezTo>
                    <a:pt x="1608064" y="339481"/>
                    <a:pt x="1606636" y="346625"/>
                    <a:pt x="1601125" y="349686"/>
                  </a:cubicBezTo>
                  <a:cubicBezTo>
                    <a:pt x="1587653" y="348053"/>
                    <a:pt x="1578469" y="336623"/>
                    <a:pt x="1569284" y="327847"/>
                  </a:cubicBezTo>
                  <a:cubicBezTo>
                    <a:pt x="1555813" y="313355"/>
                    <a:pt x="1561732" y="291924"/>
                    <a:pt x="1556833" y="274371"/>
                  </a:cubicBezTo>
                  <a:cubicBezTo>
                    <a:pt x="1553772" y="264369"/>
                    <a:pt x="1556629" y="253552"/>
                    <a:pt x="1553568" y="243346"/>
                  </a:cubicBezTo>
                  <a:cubicBezTo>
                    <a:pt x="1536422" y="246612"/>
                    <a:pt x="1519889" y="252735"/>
                    <a:pt x="1502948" y="257022"/>
                  </a:cubicBezTo>
                  <a:cubicBezTo>
                    <a:pt x="1505193" y="253756"/>
                    <a:pt x="1507438" y="250694"/>
                    <a:pt x="1509888" y="247633"/>
                  </a:cubicBezTo>
                  <a:cubicBezTo>
                    <a:pt x="1504377" y="249674"/>
                    <a:pt x="1499070" y="251919"/>
                    <a:pt x="1493763" y="254368"/>
                  </a:cubicBezTo>
                  <a:cubicBezTo>
                    <a:pt x="1494376" y="256818"/>
                    <a:pt x="1494784" y="259471"/>
                    <a:pt x="1495396" y="261920"/>
                  </a:cubicBezTo>
                  <a:cubicBezTo>
                    <a:pt x="1492130" y="261512"/>
                    <a:pt x="1489069" y="260696"/>
                    <a:pt x="1488048" y="257226"/>
                  </a:cubicBezTo>
                  <a:cubicBezTo>
                    <a:pt x="1484987" y="256613"/>
                    <a:pt x="1481925" y="256001"/>
                    <a:pt x="1478863" y="255185"/>
                  </a:cubicBezTo>
                  <a:cubicBezTo>
                    <a:pt x="1481517" y="252939"/>
                    <a:pt x="1483966" y="250694"/>
                    <a:pt x="1486619" y="248449"/>
                  </a:cubicBezTo>
                  <a:cubicBezTo>
                    <a:pt x="1483558" y="247429"/>
                    <a:pt x="1478455" y="248857"/>
                    <a:pt x="1478047" y="244367"/>
                  </a:cubicBezTo>
                  <a:cubicBezTo>
                    <a:pt x="1484170" y="239877"/>
                    <a:pt x="1491110" y="236815"/>
                    <a:pt x="1498049" y="233753"/>
                  </a:cubicBezTo>
                  <a:cubicBezTo>
                    <a:pt x="1497845" y="240285"/>
                    <a:pt x="1491518" y="243551"/>
                    <a:pt x="1488048" y="248245"/>
                  </a:cubicBezTo>
                  <a:cubicBezTo>
                    <a:pt x="1492130" y="248041"/>
                    <a:pt x="1496212" y="247837"/>
                    <a:pt x="1500295" y="247429"/>
                  </a:cubicBezTo>
                  <a:cubicBezTo>
                    <a:pt x="1507643" y="235182"/>
                    <a:pt x="1516623" y="218445"/>
                    <a:pt x="1532748" y="218445"/>
                  </a:cubicBezTo>
                  <a:cubicBezTo>
                    <a:pt x="1537238" y="203546"/>
                    <a:pt x="1559895" y="202117"/>
                    <a:pt x="1559283" y="184972"/>
                  </a:cubicBezTo>
                  <a:cubicBezTo>
                    <a:pt x="1560915" y="177420"/>
                    <a:pt x="1557854" y="165990"/>
                    <a:pt x="1566426" y="161908"/>
                  </a:cubicBezTo>
                  <a:cubicBezTo>
                    <a:pt x="1573570" y="158234"/>
                    <a:pt x="1578469" y="166194"/>
                    <a:pt x="1583571" y="169868"/>
                  </a:cubicBezTo>
                  <a:cubicBezTo>
                    <a:pt x="1598675" y="155172"/>
                    <a:pt x="1613575" y="136598"/>
                    <a:pt x="1616433" y="114963"/>
                  </a:cubicBezTo>
                  <a:close/>
                  <a:moveTo>
                    <a:pt x="188294" y="108841"/>
                  </a:moveTo>
                  <a:cubicBezTo>
                    <a:pt x="177272" y="119046"/>
                    <a:pt x="167883" y="131089"/>
                    <a:pt x="160739" y="144152"/>
                  </a:cubicBezTo>
                  <a:cubicBezTo>
                    <a:pt x="169720" y="137008"/>
                    <a:pt x="180537" y="132926"/>
                    <a:pt x="189314" y="125782"/>
                  </a:cubicBezTo>
                  <a:cubicBezTo>
                    <a:pt x="189518" y="120066"/>
                    <a:pt x="188497" y="114556"/>
                    <a:pt x="188294" y="108841"/>
                  </a:cubicBezTo>
                  <a:close/>
                  <a:moveTo>
                    <a:pt x="720402" y="64957"/>
                  </a:moveTo>
                  <a:cubicBezTo>
                    <a:pt x="704278" y="62508"/>
                    <a:pt x="687745" y="66386"/>
                    <a:pt x="674070" y="75367"/>
                  </a:cubicBezTo>
                  <a:cubicBezTo>
                    <a:pt x="673457" y="87001"/>
                    <a:pt x="681418" y="96594"/>
                    <a:pt x="683663" y="107616"/>
                  </a:cubicBezTo>
                  <a:cubicBezTo>
                    <a:pt x="696317" y="94349"/>
                    <a:pt x="718769" y="84960"/>
                    <a:pt x="720402" y="64957"/>
                  </a:cubicBezTo>
                  <a:close/>
                  <a:moveTo>
                    <a:pt x="1238834" y="62303"/>
                  </a:moveTo>
                  <a:cubicBezTo>
                    <a:pt x="1236997" y="65365"/>
                    <a:pt x="1235364" y="68426"/>
                    <a:pt x="1233527" y="71488"/>
                  </a:cubicBezTo>
                  <a:cubicBezTo>
                    <a:pt x="1237405" y="69855"/>
                    <a:pt x="1241283" y="68222"/>
                    <a:pt x="1245161" y="66385"/>
                  </a:cubicBezTo>
                  <a:cubicBezTo>
                    <a:pt x="1242916" y="64957"/>
                    <a:pt x="1240875" y="63528"/>
                    <a:pt x="1238834" y="62303"/>
                  </a:cubicBezTo>
                  <a:close/>
                  <a:moveTo>
                    <a:pt x="1777064" y="54547"/>
                  </a:moveTo>
                  <a:cubicBezTo>
                    <a:pt x="1790126" y="56996"/>
                    <a:pt x="1804210" y="54343"/>
                    <a:pt x="1816252" y="60670"/>
                  </a:cubicBezTo>
                  <a:cubicBezTo>
                    <a:pt x="1822375" y="65365"/>
                    <a:pt x="1827478" y="71284"/>
                    <a:pt x="1831764" y="77815"/>
                  </a:cubicBezTo>
                  <a:cubicBezTo>
                    <a:pt x="1836459" y="88633"/>
                    <a:pt x="1827682" y="99247"/>
                    <a:pt x="1819314" y="105166"/>
                  </a:cubicBezTo>
                  <a:cubicBezTo>
                    <a:pt x="1811558" y="111085"/>
                    <a:pt x="1801761" y="103125"/>
                    <a:pt x="1793800" y="108023"/>
                  </a:cubicBezTo>
                  <a:cubicBezTo>
                    <a:pt x="1779513" y="112718"/>
                    <a:pt x="1766450" y="122719"/>
                    <a:pt x="1750734" y="121494"/>
                  </a:cubicBezTo>
                  <a:cubicBezTo>
                    <a:pt x="1738079" y="121290"/>
                    <a:pt x="1729098" y="131087"/>
                    <a:pt x="1719914" y="138027"/>
                  </a:cubicBezTo>
                  <a:cubicBezTo>
                    <a:pt x="1704197" y="148641"/>
                    <a:pt x="1687869" y="159662"/>
                    <a:pt x="1677051" y="175787"/>
                  </a:cubicBezTo>
                  <a:cubicBezTo>
                    <a:pt x="1693992" y="177011"/>
                    <a:pt x="1709708" y="169868"/>
                    <a:pt x="1725016" y="163540"/>
                  </a:cubicBezTo>
                  <a:cubicBezTo>
                    <a:pt x="1762368" y="148028"/>
                    <a:pt x="1802577" y="140272"/>
                    <a:pt x="1842786" y="137211"/>
                  </a:cubicBezTo>
                  <a:cubicBezTo>
                    <a:pt x="1855033" y="135374"/>
                    <a:pt x="1863809" y="144354"/>
                    <a:pt x="1874831" y="147008"/>
                  </a:cubicBezTo>
                  <a:cubicBezTo>
                    <a:pt x="1878505" y="157213"/>
                    <a:pt x="1879117" y="166602"/>
                    <a:pt x="1877280" y="177216"/>
                  </a:cubicBezTo>
                  <a:cubicBezTo>
                    <a:pt x="1873606" y="178236"/>
                    <a:pt x="1869932" y="179257"/>
                    <a:pt x="1866258" y="180277"/>
                  </a:cubicBezTo>
                  <a:cubicBezTo>
                    <a:pt x="1865034" y="182522"/>
                    <a:pt x="1863809" y="184972"/>
                    <a:pt x="1862789" y="187217"/>
                  </a:cubicBezTo>
                  <a:cubicBezTo>
                    <a:pt x="1837683" y="186809"/>
                    <a:pt x="1812987" y="190891"/>
                    <a:pt x="1788902" y="197218"/>
                  </a:cubicBezTo>
                  <a:cubicBezTo>
                    <a:pt x="1798291" y="211097"/>
                    <a:pt x="1802781" y="228446"/>
                    <a:pt x="1798495" y="244979"/>
                  </a:cubicBezTo>
                  <a:cubicBezTo>
                    <a:pt x="1799720" y="271309"/>
                    <a:pt x="1800740" y="297843"/>
                    <a:pt x="1799515" y="324173"/>
                  </a:cubicBezTo>
                  <a:cubicBezTo>
                    <a:pt x="1796658" y="345196"/>
                    <a:pt x="1793188" y="366219"/>
                    <a:pt x="1793800" y="387650"/>
                  </a:cubicBezTo>
                  <a:cubicBezTo>
                    <a:pt x="1791351" y="404183"/>
                    <a:pt x="1789106" y="424797"/>
                    <a:pt x="1772369" y="433574"/>
                  </a:cubicBezTo>
                  <a:cubicBezTo>
                    <a:pt x="1754612" y="440718"/>
                    <a:pt x="1735222" y="436023"/>
                    <a:pt x="1717464" y="431329"/>
                  </a:cubicBezTo>
                  <a:cubicBezTo>
                    <a:pt x="1700523" y="429492"/>
                    <a:pt x="1685215" y="421532"/>
                    <a:pt x="1670928" y="413163"/>
                  </a:cubicBezTo>
                  <a:cubicBezTo>
                    <a:pt x="1669703" y="405203"/>
                    <a:pt x="1678276" y="406836"/>
                    <a:pt x="1683378" y="405611"/>
                  </a:cubicBezTo>
                  <a:cubicBezTo>
                    <a:pt x="1691543" y="402346"/>
                    <a:pt x="1699503" y="398672"/>
                    <a:pt x="1707667" y="394998"/>
                  </a:cubicBezTo>
                  <a:cubicBezTo>
                    <a:pt x="1708075" y="393773"/>
                    <a:pt x="1708688" y="391528"/>
                    <a:pt x="1708892" y="390303"/>
                  </a:cubicBezTo>
                  <a:cubicBezTo>
                    <a:pt x="1718485" y="386834"/>
                    <a:pt x="1730119" y="385813"/>
                    <a:pt x="1737467" y="378261"/>
                  </a:cubicBezTo>
                  <a:cubicBezTo>
                    <a:pt x="1749509" y="360708"/>
                    <a:pt x="1746243" y="338256"/>
                    <a:pt x="1746856" y="318049"/>
                  </a:cubicBezTo>
                  <a:cubicBezTo>
                    <a:pt x="1748284" y="283964"/>
                    <a:pt x="1751550" y="248653"/>
                    <a:pt x="1739508" y="215996"/>
                  </a:cubicBezTo>
                  <a:cubicBezTo>
                    <a:pt x="1729303" y="220690"/>
                    <a:pt x="1720118" y="229671"/>
                    <a:pt x="1708075" y="228242"/>
                  </a:cubicBezTo>
                  <a:cubicBezTo>
                    <a:pt x="1690522" y="229059"/>
                    <a:pt x="1670928" y="228242"/>
                    <a:pt x="1657049" y="215792"/>
                  </a:cubicBezTo>
                  <a:cubicBezTo>
                    <a:pt x="1642353" y="202117"/>
                    <a:pt x="1650721" y="174154"/>
                    <a:pt x="1669907" y="169664"/>
                  </a:cubicBezTo>
                  <a:cubicBezTo>
                    <a:pt x="1688277" y="151702"/>
                    <a:pt x="1710525" y="137415"/>
                    <a:pt x="1725424" y="115779"/>
                  </a:cubicBezTo>
                  <a:cubicBezTo>
                    <a:pt x="1715219" y="107003"/>
                    <a:pt x="1706034" y="97206"/>
                    <a:pt x="1697462" y="87000"/>
                  </a:cubicBezTo>
                  <a:cubicBezTo>
                    <a:pt x="1709096" y="72304"/>
                    <a:pt x="1731548" y="76999"/>
                    <a:pt x="1746856" y="67610"/>
                  </a:cubicBezTo>
                  <a:cubicBezTo>
                    <a:pt x="1757265" y="63732"/>
                    <a:pt x="1764817" y="51281"/>
                    <a:pt x="1777064" y="54547"/>
                  </a:cubicBezTo>
                  <a:close/>
                  <a:moveTo>
                    <a:pt x="722647" y="53527"/>
                  </a:moveTo>
                  <a:cubicBezTo>
                    <a:pt x="741629" y="48425"/>
                    <a:pt x="763061" y="62508"/>
                    <a:pt x="766734" y="81490"/>
                  </a:cubicBezTo>
                  <a:cubicBezTo>
                    <a:pt x="767959" y="90879"/>
                    <a:pt x="758366" y="94757"/>
                    <a:pt x="750610" y="95777"/>
                  </a:cubicBezTo>
                  <a:cubicBezTo>
                    <a:pt x="725505" y="101492"/>
                    <a:pt x="704890" y="118433"/>
                    <a:pt x="682642" y="130680"/>
                  </a:cubicBezTo>
                  <a:cubicBezTo>
                    <a:pt x="712850" y="129251"/>
                    <a:pt x="743670" y="128026"/>
                    <a:pt x="772858" y="136803"/>
                  </a:cubicBezTo>
                  <a:cubicBezTo>
                    <a:pt x="793268" y="141906"/>
                    <a:pt x="815720" y="151090"/>
                    <a:pt x="824701" y="171297"/>
                  </a:cubicBezTo>
                  <a:cubicBezTo>
                    <a:pt x="823476" y="174971"/>
                    <a:pt x="822047" y="178849"/>
                    <a:pt x="820823" y="182523"/>
                  </a:cubicBezTo>
                  <a:cubicBezTo>
                    <a:pt x="799800" y="190891"/>
                    <a:pt x="776327" y="185993"/>
                    <a:pt x="754896" y="193341"/>
                  </a:cubicBezTo>
                  <a:cubicBezTo>
                    <a:pt x="753467" y="195586"/>
                    <a:pt x="752039" y="197831"/>
                    <a:pt x="750610" y="199872"/>
                  </a:cubicBezTo>
                  <a:cubicBezTo>
                    <a:pt x="747957" y="199872"/>
                    <a:pt x="745303" y="200076"/>
                    <a:pt x="742854" y="200076"/>
                  </a:cubicBezTo>
                  <a:cubicBezTo>
                    <a:pt x="728975" y="216405"/>
                    <a:pt x="719382" y="236203"/>
                    <a:pt x="701420" y="248654"/>
                  </a:cubicBezTo>
                  <a:cubicBezTo>
                    <a:pt x="695501" y="246613"/>
                    <a:pt x="689378" y="247225"/>
                    <a:pt x="684071" y="250286"/>
                  </a:cubicBezTo>
                  <a:cubicBezTo>
                    <a:pt x="707747" y="262329"/>
                    <a:pt x="734077" y="241102"/>
                    <a:pt x="757550" y="253756"/>
                  </a:cubicBezTo>
                  <a:cubicBezTo>
                    <a:pt x="771021" y="260084"/>
                    <a:pt x="776736" y="279066"/>
                    <a:pt x="765714" y="290087"/>
                  </a:cubicBezTo>
                  <a:cubicBezTo>
                    <a:pt x="746324" y="294986"/>
                    <a:pt x="726729" y="287842"/>
                    <a:pt x="707135" y="288659"/>
                  </a:cubicBezTo>
                  <a:cubicBezTo>
                    <a:pt x="709176" y="309273"/>
                    <a:pt x="714687" y="330501"/>
                    <a:pt x="708768" y="350911"/>
                  </a:cubicBezTo>
                  <a:cubicBezTo>
                    <a:pt x="706319" y="373159"/>
                    <a:pt x="691011" y="391937"/>
                    <a:pt x="672641" y="403367"/>
                  </a:cubicBezTo>
                  <a:cubicBezTo>
                    <a:pt x="664477" y="405204"/>
                    <a:pt x="655904" y="404591"/>
                    <a:pt x="648148" y="401734"/>
                  </a:cubicBezTo>
                  <a:cubicBezTo>
                    <a:pt x="634064" y="394998"/>
                    <a:pt x="628757" y="378670"/>
                    <a:pt x="616715" y="369689"/>
                  </a:cubicBezTo>
                  <a:cubicBezTo>
                    <a:pt x="615286" y="364382"/>
                    <a:pt x="614265" y="359076"/>
                    <a:pt x="613449" y="353565"/>
                  </a:cubicBezTo>
                  <a:cubicBezTo>
                    <a:pt x="627328" y="352748"/>
                    <a:pt x="639779" y="358871"/>
                    <a:pt x="652843" y="362545"/>
                  </a:cubicBezTo>
                  <a:cubicBezTo>
                    <a:pt x="659578" y="364791"/>
                    <a:pt x="663456" y="357443"/>
                    <a:pt x="665089" y="352136"/>
                  </a:cubicBezTo>
                  <a:cubicBezTo>
                    <a:pt x="668967" y="333562"/>
                    <a:pt x="671416" y="313764"/>
                    <a:pt x="664273" y="295598"/>
                  </a:cubicBezTo>
                  <a:cubicBezTo>
                    <a:pt x="653251" y="296823"/>
                    <a:pt x="642636" y="300497"/>
                    <a:pt x="633247" y="306212"/>
                  </a:cubicBezTo>
                  <a:cubicBezTo>
                    <a:pt x="621409" y="312539"/>
                    <a:pt x="608142" y="306008"/>
                    <a:pt x="596712" y="302130"/>
                  </a:cubicBezTo>
                  <a:cubicBezTo>
                    <a:pt x="584057" y="297639"/>
                    <a:pt x="573036" y="286618"/>
                    <a:pt x="573036" y="272534"/>
                  </a:cubicBezTo>
                  <a:cubicBezTo>
                    <a:pt x="596508" y="277637"/>
                    <a:pt x="620593" y="269677"/>
                    <a:pt x="642840" y="262533"/>
                  </a:cubicBezTo>
                  <a:cubicBezTo>
                    <a:pt x="639371" y="258859"/>
                    <a:pt x="632023" y="255185"/>
                    <a:pt x="635493" y="249062"/>
                  </a:cubicBezTo>
                  <a:cubicBezTo>
                    <a:pt x="638962" y="240489"/>
                    <a:pt x="649373" y="239877"/>
                    <a:pt x="656108" y="234978"/>
                  </a:cubicBezTo>
                  <a:cubicBezTo>
                    <a:pt x="665905" y="227835"/>
                    <a:pt x="674682" y="218650"/>
                    <a:pt x="679172" y="207220"/>
                  </a:cubicBezTo>
                  <a:cubicBezTo>
                    <a:pt x="667334" y="216405"/>
                    <a:pt x="654680" y="227222"/>
                    <a:pt x="638554" y="227018"/>
                  </a:cubicBezTo>
                  <a:cubicBezTo>
                    <a:pt x="620184" y="225590"/>
                    <a:pt x="602223" y="219058"/>
                    <a:pt x="586711" y="209261"/>
                  </a:cubicBezTo>
                  <a:cubicBezTo>
                    <a:pt x="586099" y="204158"/>
                    <a:pt x="592426" y="204362"/>
                    <a:pt x="595692" y="203750"/>
                  </a:cubicBezTo>
                  <a:cubicBezTo>
                    <a:pt x="610796" y="202525"/>
                    <a:pt x="623042" y="193136"/>
                    <a:pt x="636309" y="186809"/>
                  </a:cubicBezTo>
                  <a:cubicBezTo>
                    <a:pt x="662027" y="173746"/>
                    <a:pt x="691623" y="165786"/>
                    <a:pt x="720402" y="171297"/>
                  </a:cubicBezTo>
                  <a:cubicBezTo>
                    <a:pt x="732444" y="170072"/>
                    <a:pt x="742242" y="162112"/>
                    <a:pt x="754080" y="160071"/>
                  </a:cubicBezTo>
                  <a:cubicBezTo>
                    <a:pt x="722035" y="149662"/>
                    <a:pt x="687745" y="155173"/>
                    <a:pt x="654884" y="159051"/>
                  </a:cubicBezTo>
                  <a:cubicBezTo>
                    <a:pt x="633247" y="161296"/>
                    <a:pt x="612837" y="169460"/>
                    <a:pt x="593242" y="178441"/>
                  </a:cubicBezTo>
                  <a:cubicBezTo>
                    <a:pt x="579159" y="185789"/>
                    <a:pt x="567933" y="198239"/>
                    <a:pt x="562422" y="213139"/>
                  </a:cubicBezTo>
                  <a:cubicBezTo>
                    <a:pt x="552625" y="229059"/>
                    <a:pt x="549359" y="247837"/>
                    <a:pt x="552217" y="266207"/>
                  </a:cubicBezTo>
                  <a:cubicBezTo>
                    <a:pt x="546502" y="277025"/>
                    <a:pt x="532418" y="274167"/>
                    <a:pt x="523642" y="280494"/>
                  </a:cubicBezTo>
                  <a:cubicBezTo>
                    <a:pt x="519764" y="276208"/>
                    <a:pt x="515273" y="272126"/>
                    <a:pt x="514253" y="266207"/>
                  </a:cubicBezTo>
                  <a:cubicBezTo>
                    <a:pt x="510375" y="244571"/>
                    <a:pt x="515886" y="222732"/>
                    <a:pt x="518335" y="201301"/>
                  </a:cubicBezTo>
                  <a:cubicBezTo>
                    <a:pt x="522009" y="180482"/>
                    <a:pt x="535276" y="160888"/>
                    <a:pt x="555687" y="153540"/>
                  </a:cubicBezTo>
                  <a:cubicBezTo>
                    <a:pt x="567117" y="151499"/>
                    <a:pt x="578547" y="148641"/>
                    <a:pt x="589773" y="145375"/>
                  </a:cubicBezTo>
                  <a:cubicBezTo>
                    <a:pt x="579975" y="135578"/>
                    <a:pt x="574669" y="121903"/>
                    <a:pt x="562830" y="114555"/>
                  </a:cubicBezTo>
                  <a:cubicBezTo>
                    <a:pt x="562830" y="102309"/>
                    <a:pt x="551809" y="94349"/>
                    <a:pt x="550380" y="82510"/>
                  </a:cubicBezTo>
                  <a:cubicBezTo>
                    <a:pt x="551196" y="75979"/>
                    <a:pt x="558136" y="68631"/>
                    <a:pt x="565076" y="71693"/>
                  </a:cubicBezTo>
                  <a:cubicBezTo>
                    <a:pt x="574873" y="77000"/>
                    <a:pt x="584466" y="82306"/>
                    <a:pt x="593855" y="88225"/>
                  </a:cubicBezTo>
                  <a:cubicBezTo>
                    <a:pt x="600386" y="92716"/>
                    <a:pt x="602835" y="77816"/>
                    <a:pt x="609775" y="82102"/>
                  </a:cubicBezTo>
                  <a:cubicBezTo>
                    <a:pt x="611408" y="89450"/>
                    <a:pt x="610183" y="98635"/>
                    <a:pt x="617123" y="103329"/>
                  </a:cubicBezTo>
                  <a:cubicBezTo>
                    <a:pt x="627124" y="110473"/>
                    <a:pt x="632227" y="121699"/>
                    <a:pt x="639779" y="130884"/>
                  </a:cubicBezTo>
                  <a:cubicBezTo>
                    <a:pt x="644677" y="129047"/>
                    <a:pt x="649373" y="127006"/>
                    <a:pt x="654067" y="124965"/>
                  </a:cubicBezTo>
                  <a:cubicBezTo>
                    <a:pt x="633043" y="113535"/>
                    <a:pt x="628553" y="87205"/>
                    <a:pt x="621001" y="66590"/>
                  </a:cubicBezTo>
                  <a:cubicBezTo>
                    <a:pt x="618348" y="61487"/>
                    <a:pt x="622430" y="53527"/>
                    <a:pt x="629369" y="53731"/>
                  </a:cubicBezTo>
                  <a:cubicBezTo>
                    <a:pt x="645698" y="49649"/>
                    <a:pt x="654680" y="73938"/>
                    <a:pt x="670600" y="66794"/>
                  </a:cubicBezTo>
                  <a:cubicBezTo>
                    <a:pt x="687337" y="60059"/>
                    <a:pt x="704482" y="54752"/>
                    <a:pt x="722647" y="53527"/>
                  </a:cubicBezTo>
                  <a:close/>
                  <a:moveTo>
                    <a:pt x="66850" y="42301"/>
                  </a:moveTo>
                  <a:cubicBezTo>
                    <a:pt x="75627" y="55568"/>
                    <a:pt x="81546" y="70264"/>
                    <a:pt x="88078" y="84755"/>
                  </a:cubicBezTo>
                  <a:cubicBezTo>
                    <a:pt x="93384" y="103737"/>
                    <a:pt x="120326" y="91491"/>
                    <a:pt x="129715" y="106595"/>
                  </a:cubicBezTo>
                  <a:cubicBezTo>
                    <a:pt x="129715" y="112514"/>
                    <a:pt x="130328" y="118637"/>
                    <a:pt x="131961" y="124352"/>
                  </a:cubicBezTo>
                  <a:cubicBezTo>
                    <a:pt x="129715" y="134149"/>
                    <a:pt x="118489" y="136599"/>
                    <a:pt x="111550" y="142313"/>
                  </a:cubicBezTo>
                  <a:cubicBezTo>
                    <a:pt x="102569" y="153744"/>
                    <a:pt x="88690" y="160275"/>
                    <a:pt x="79505" y="171501"/>
                  </a:cubicBezTo>
                  <a:cubicBezTo>
                    <a:pt x="67054" y="214772"/>
                    <a:pt x="74402" y="259879"/>
                    <a:pt x="72157" y="303966"/>
                  </a:cubicBezTo>
                  <a:cubicBezTo>
                    <a:pt x="70116" y="322540"/>
                    <a:pt x="78893" y="340502"/>
                    <a:pt x="77056" y="359075"/>
                  </a:cubicBezTo>
                  <a:cubicBezTo>
                    <a:pt x="78280" y="369077"/>
                    <a:pt x="80526" y="379078"/>
                    <a:pt x="80934" y="389283"/>
                  </a:cubicBezTo>
                  <a:cubicBezTo>
                    <a:pt x="70728" y="396427"/>
                    <a:pt x="58074" y="394998"/>
                    <a:pt x="46440" y="395406"/>
                  </a:cubicBezTo>
                  <a:cubicBezTo>
                    <a:pt x="38479" y="395202"/>
                    <a:pt x="36437" y="385813"/>
                    <a:pt x="36233" y="379486"/>
                  </a:cubicBezTo>
                  <a:cubicBezTo>
                    <a:pt x="33988" y="314988"/>
                    <a:pt x="30518" y="250286"/>
                    <a:pt x="32151" y="185788"/>
                  </a:cubicBezTo>
                  <a:cubicBezTo>
                    <a:pt x="20925" y="172317"/>
                    <a:pt x="-1731" y="163745"/>
                    <a:pt x="106" y="143742"/>
                  </a:cubicBezTo>
                  <a:cubicBezTo>
                    <a:pt x="12761" y="141905"/>
                    <a:pt x="24804" y="137415"/>
                    <a:pt x="36233" y="131904"/>
                  </a:cubicBezTo>
                  <a:cubicBezTo>
                    <a:pt x="41132" y="111289"/>
                    <a:pt x="42766" y="90266"/>
                    <a:pt x="43990" y="69243"/>
                  </a:cubicBezTo>
                  <a:cubicBezTo>
                    <a:pt x="47052" y="58834"/>
                    <a:pt x="52767" y="49445"/>
                    <a:pt x="61339" y="42709"/>
                  </a:cubicBezTo>
                  <a:cubicBezTo>
                    <a:pt x="62768" y="42709"/>
                    <a:pt x="65422" y="42505"/>
                    <a:pt x="66850" y="42301"/>
                  </a:cubicBezTo>
                  <a:close/>
                  <a:moveTo>
                    <a:pt x="1603778" y="23728"/>
                  </a:moveTo>
                  <a:cubicBezTo>
                    <a:pt x="1619086" y="22503"/>
                    <a:pt x="1627658" y="36791"/>
                    <a:pt x="1636027" y="47200"/>
                  </a:cubicBezTo>
                  <a:cubicBezTo>
                    <a:pt x="1639701" y="56589"/>
                    <a:pt x="1637659" y="67611"/>
                    <a:pt x="1633782" y="76592"/>
                  </a:cubicBezTo>
                  <a:cubicBezTo>
                    <a:pt x="1622351" y="89654"/>
                    <a:pt x="1610921" y="102921"/>
                    <a:pt x="1596430" y="112923"/>
                  </a:cubicBezTo>
                  <a:cubicBezTo>
                    <a:pt x="1585000" y="120475"/>
                    <a:pt x="1577244" y="133742"/>
                    <a:pt x="1563159" y="136395"/>
                  </a:cubicBezTo>
                  <a:cubicBezTo>
                    <a:pt x="1557649" y="137415"/>
                    <a:pt x="1556220" y="144763"/>
                    <a:pt x="1550709" y="145988"/>
                  </a:cubicBezTo>
                  <a:cubicBezTo>
                    <a:pt x="1545402" y="143743"/>
                    <a:pt x="1540504" y="140273"/>
                    <a:pt x="1534584" y="140681"/>
                  </a:cubicBezTo>
                  <a:cubicBezTo>
                    <a:pt x="1531727" y="138844"/>
                    <a:pt x="1529074" y="137007"/>
                    <a:pt x="1526216" y="135170"/>
                  </a:cubicBezTo>
                  <a:cubicBezTo>
                    <a:pt x="1529278" y="119046"/>
                    <a:pt x="1547035" y="114760"/>
                    <a:pt x="1555403" y="102309"/>
                  </a:cubicBezTo>
                  <a:cubicBezTo>
                    <a:pt x="1557444" y="102105"/>
                    <a:pt x="1559690" y="101697"/>
                    <a:pt x="1561935" y="101493"/>
                  </a:cubicBezTo>
                  <a:cubicBezTo>
                    <a:pt x="1562343" y="89246"/>
                    <a:pt x="1574590" y="82511"/>
                    <a:pt x="1580918" y="72918"/>
                  </a:cubicBezTo>
                  <a:cubicBezTo>
                    <a:pt x="1593368" y="59242"/>
                    <a:pt x="1597042" y="40465"/>
                    <a:pt x="1603778" y="23728"/>
                  </a:cubicBezTo>
                  <a:close/>
                  <a:moveTo>
                    <a:pt x="279733" y="22503"/>
                  </a:moveTo>
                  <a:cubicBezTo>
                    <a:pt x="286265" y="22911"/>
                    <a:pt x="290143" y="29034"/>
                    <a:pt x="294429" y="33321"/>
                  </a:cubicBezTo>
                  <a:cubicBezTo>
                    <a:pt x="303818" y="43731"/>
                    <a:pt x="313411" y="57202"/>
                    <a:pt x="310554" y="71898"/>
                  </a:cubicBezTo>
                  <a:cubicBezTo>
                    <a:pt x="307900" y="82103"/>
                    <a:pt x="292388" y="80062"/>
                    <a:pt x="288918" y="71490"/>
                  </a:cubicBezTo>
                  <a:cubicBezTo>
                    <a:pt x="285857" y="64346"/>
                    <a:pt x="278917" y="60876"/>
                    <a:pt x="271365" y="60468"/>
                  </a:cubicBezTo>
                  <a:cubicBezTo>
                    <a:pt x="274631" y="57202"/>
                    <a:pt x="278509" y="54345"/>
                    <a:pt x="281570" y="50671"/>
                  </a:cubicBezTo>
                  <a:cubicBezTo>
                    <a:pt x="285244" y="41282"/>
                    <a:pt x="272998" y="31484"/>
                    <a:pt x="279733" y="22503"/>
                  </a:cubicBezTo>
                  <a:close/>
                  <a:moveTo>
                    <a:pt x="190539" y="22095"/>
                  </a:moveTo>
                  <a:cubicBezTo>
                    <a:pt x="195846" y="23728"/>
                    <a:pt x="201357" y="22503"/>
                    <a:pt x="206664" y="22911"/>
                  </a:cubicBezTo>
                  <a:cubicBezTo>
                    <a:pt x="209113" y="26789"/>
                    <a:pt x="210338" y="31484"/>
                    <a:pt x="205439" y="33933"/>
                  </a:cubicBezTo>
                  <a:cubicBezTo>
                    <a:pt x="213808" y="35770"/>
                    <a:pt x="216053" y="44547"/>
                    <a:pt x="217890" y="51691"/>
                  </a:cubicBezTo>
                  <a:cubicBezTo>
                    <a:pt x="227687" y="44955"/>
                    <a:pt x="238709" y="39852"/>
                    <a:pt x="250343" y="38015"/>
                  </a:cubicBezTo>
                  <a:cubicBezTo>
                    <a:pt x="259528" y="39852"/>
                    <a:pt x="268713" y="44139"/>
                    <a:pt x="273611" y="52507"/>
                  </a:cubicBezTo>
                  <a:cubicBezTo>
                    <a:pt x="270754" y="57406"/>
                    <a:pt x="268304" y="62712"/>
                    <a:pt x="264835" y="67407"/>
                  </a:cubicBezTo>
                  <a:cubicBezTo>
                    <a:pt x="253813" y="70264"/>
                    <a:pt x="240954" y="69244"/>
                    <a:pt x="231565" y="76796"/>
                  </a:cubicBezTo>
                  <a:cubicBezTo>
                    <a:pt x="223401" y="85981"/>
                    <a:pt x="220543" y="98635"/>
                    <a:pt x="221768" y="110678"/>
                  </a:cubicBezTo>
                  <a:cubicBezTo>
                    <a:pt x="237280" y="109249"/>
                    <a:pt x="250955" y="99452"/>
                    <a:pt x="266671" y="101493"/>
                  </a:cubicBezTo>
                  <a:cubicBezTo>
                    <a:pt x="276060" y="101084"/>
                    <a:pt x="285653" y="107004"/>
                    <a:pt x="288715" y="116188"/>
                  </a:cubicBezTo>
                  <a:cubicBezTo>
                    <a:pt x="296879" y="166808"/>
                    <a:pt x="286878" y="217631"/>
                    <a:pt x="285041" y="268249"/>
                  </a:cubicBezTo>
                  <a:cubicBezTo>
                    <a:pt x="301982" y="267841"/>
                    <a:pt x="328108" y="267841"/>
                    <a:pt x="329741" y="290293"/>
                  </a:cubicBezTo>
                  <a:cubicBezTo>
                    <a:pt x="324842" y="292742"/>
                    <a:pt x="320148" y="295600"/>
                    <a:pt x="315453" y="298457"/>
                  </a:cubicBezTo>
                  <a:cubicBezTo>
                    <a:pt x="302798" y="295600"/>
                    <a:pt x="289736" y="293559"/>
                    <a:pt x="276877" y="295600"/>
                  </a:cubicBezTo>
                  <a:cubicBezTo>
                    <a:pt x="277285" y="316419"/>
                    <a:pt x="277897" y="337442"/>
                    <a:pt x="273815" y="358056"/>
                  </a:cubicBezTo>
                  <a:cubicBezTo>
                    <a:pt x="268508" y="378875"/>
                    <a:pt x="269937" y="404593"/>
                    <a:pt x="249731" y="417656"/>
                  </a:cubicBezTo>
                  <a:cubicBezTo>
                    <a:pt x="230136" y="425412"/>
                    <a:pt x="216869" y="404389"/>
                    <a:pt x="200133" y="398674"/>
                  </a:cubicBezTo>
                  <a:cubicBezTo>
                    <a:pt x="188702" y="395204"/>
                    <a:pt x="181559" y="385815"/>
                    <a:pt x="174822" y="376426"/>
                  </a:cubicBezTo>
                  <a:cubicBezTo>
                    <a:pt x="177680" y="374997"/>
                    <a:pt x="180741" y="373773"/>
                    <a:pt x="183599" y="372344"/>
                  </a:cubicBezTo>
                  <a:cubicBezTo>
                    <a:pt x="197274" y="377242"/>
                    <a:pt x="210950" y="386223"/>
                    <a:pt x="225850" y="380304"/>
                  </a:cubicBezTo>
                  <a:cubicBezTo>
                    <a:pt x="241158" y="379896"/>
                    <a:pt x="238505" y="361118"/>
                    <a:pt x="240546" y="350504"/>
                  </a:cubicBezTo>
                  <a:cubicBezTo>
                    <a:pt x="245036" y="334788"/>
                    <a:pt x="239525" y="319072"/>
                    <a:pt x="239321" y="303152"/>
                  </a:cubicBezTo>
                  <a:cubicBezTo>
                    <a:pt x="230340" y="302539"/>
                    <a:pt x="221768" y="305193"/>
                    <a:pt x="213195" y="307438"/>
                  </a:cubicBezTo>
                  <a:cubicBezTo>
                    <a:pt x="216665" y="317439"/>
                    <a:pt x="221768" y="326624"/>
                    <a:pt x="225442" y="336421"/>
                  </a:cubicBezTo>
                  <a:cubicBezTo>
                    <a:pt x="226258" y="349892"/>
                    <a:pt x="209726" y="360302"/>
                    <a:pt x="198296" y="351525"/>
                  </a:cubicBezTo>
                  <a:cubicBezTo>
                    <a:pt x="186457" y="347647"/>
                    <a:pt x="185029" y="334584"/>
                    <a:pt x="178904" y="325399"/>
                  </a:cubicBezTo>
                  <a:cubicBezTo>
                    <a:pt x="168087" y="323970"/>
                    <a:pt x="157269" y="323970"/>
                    <a:pt x="146451" y="324991"/>
                  </a:cubicBezTo>
                  <a:cubicBezTo>
                    <a:pt x="131756" y="322134"/>
                    <a:pt x="116856" y="315602"/>
                    <a:pt x="105834" y="305601"/>
                  </a:cubicBezTo>
                  <a:cubicBezTo>
                    <a:pt x="126245" y="294579"/>
                    <a:pt x="150125" y="294783"/>
                    <a:pt x="170944" y="284986"/>
                  </a:cubicBezTo>
                  <a:cubicBezTo>
                    <a:pt x="169720" y="278250"/>
                    <a:pt x="161963" y="268657"/>
                    <a:pt x="169924" y="263963"/>
                  </a:cubicBezTo>
                  <a:cubicBezTo>
                    <a:pt x="168699" y="260085"/>
                    <a:pt x="167883" y="256207"/>
                    <a:pt x="167066" y="252125"/>
                  </a:cubicBezTo>
                  <a:cubicBezTo>
                    <a:pt x="168699" y="252329"/>
                    <a:pt x="171761" y="252533"/>
                    <a:pt x="173190" y="252737"/>
                  </a:cubicBezTo>
                  <a:cubicBezTo>
                    <a:pt x="179313" y="260901"/>
                    <a:pt x="188294" y="266820"/>
                    <a:pt x="191764" y="277026"/>
                  </a:cubicBezTo>
                  <a:cubicBezTo>
                    <a:pt x="206256" y="280087"/>
                    <a:pt x="220747" y="274781"/>
                    <a:pt x="234627" y="271107"/>
                  </a:cubicBezTo>
                  <a:cubicBezTo>
                    <a:pt x="234014" y="265800"/>
                    <a:pt x="233606" y="260493"/>
                    <a:pt x="232994" y="255390"/>
                  </a:cubicBezTo>
                  <a:cubicBezTo>
                    <a:pt x="229932" y="253758"/>
                    <a:pt x="226871" y="251921"/>
                    <a:pt x="224013" y="250288"/>
                  </a:cubicBezTo>
                  <a:cubicBezTo>
                    <a:pt x="213604" y="254166"/>
                    <a:pt x="202786" y="263555"/>
                    <a:pt x="191560" y="256207"/>
                  </a:cubicBezTo>
                  <a:cubicBezTo>
                    <a:pt x="186660" y="245185"/>
                    <a:pt x="184007" y="233347"/>
                    <a:pt x="185232" y="221305"/>
                  </a:cubicBezTo>
                  <a:cubicBezTo>
                    <a:pt x="174006" y="219468"/>
                    <a:pt x="162780" y="219264"/>
                    <a:pt x="151758" y="216610"/>
                  </a:cubicBezTo>
                  <a:cubicBezTo>
                    <a:pt x="152575" y="227428"/>
                    <a:pt x="152983" y="238041"/>
                    <a:pt x="155636" y="248655"/>
                  </a:cubicBezTo>
                  <a:cubicBezTo>
                    <a:pt x="156248" y="256003"/>
                    <a:pt x="149309" y="261105"/>
                    <a:pt x="143594" y="264371"/>
                  </a:cubicBezTo>
                  <a:cubicBezTo>
                    <a:pt x="140940" y="260901"/>
                    <a:pt x="137879" y="257227"/>
                    <a:pt x="137879" y="252533"/>
                  </a:cubicBezTo>
                  <a:cubicBezTo>
                    <a:pt x="136654" y="226611"/>
                    <a:pt x="132368" y="200894"/>
                    <a:pt x="133593" y="174768"/>
                  </a:cubicBezTo>
                  <a:cubicBezTo>
                    <a:pt x="132776" y="153541"/>
                    <a:pt x="147472" y="136804"/>
                    <a:pt x="159514" y="121087"/>
                  </a:cubicBezTo>
                  <a:cubicBezTo>
                    <a:pt x="167474" y="111086"/>
                    <a:pt x="175435" y="99656"/>
                    <a:pt x="188497" y="96390"/>
                  </a:cubicBezTo>
                  <a:cubicBezTo>
                    <a:pt x="179517" y="92308"/>
                    <a:pt x="167474" y="95165"/>
                    <a:pt x="160535" y="86593"/>
                  </a:cubicBezTo>
                  <a:cubicBezTo>
                    <a:pt x="156861" y="83939"/>
                    <a:pt x="156861" y="78020"/>
                    <a:pt x="160943" y="75571"/>
                  </a:cubicBezTo>
                  <a:cubicBezTo>
                    <a:pt x="168903" y="67611"/>
                    <a:pt x="180946" y="67611"/>
                    <a:pt x="190130" y="61896"/>
                  </a:cubicBezTo>
                  <a:cubicBezTo>
                    <a:pt x="188702" y="49037"/>
                    <a:pt x="192785" y="35566"/>
                    <a:pt x="190539" y="22095"/>
                  </a:cubicBezTo>
                  <a:close/>
                  <a:moveTo>
                    <a:pt x="1251590" y="944"/>
                  </a:moveTo>
                  <a:cubicBezTo>
                    <a:pt x="1255366" y="2296"/>
                    <a:pt x="1258326" y="5154"/>
                    <a:pt x="1258632" y="9848"/>
                  </a:cubicBezTo>
                  <a:cubicBezTo>
                    <a:pt x="1256591" y="23115"/>
                    <a:pt x="1253121" y="36382"/>
                    <a:pt x="1248631" y="49036"/>
                  </a:cubicBezTo>
                  <a:cubicBezTo>
                    <a:pt x="1267817" y="51894"/>
                    <a:pt x="1290881" y="62711"/>
                    <a:pt x="1290065" y="85367"/>
                  </a:cubicBezTo>
                  <a:cubicBezTo>
                    <a:pt x="1273736" y="98022"/>
                    <a:pt x="1258020" y="71284"/>
                    <a:pt x="1240671" y="79244"/>
                  </a:cubicBezTo>
                  <a:cubicBezTo>
                    <a:pt x="1253529" y="85571"/>
                    <a:pt x="1269246" y="88021"/>
                    <a:pt x="1278022" y="100675"/>
                  </a:cubicBezTo>
                  <a:cubicBezTo>
                    <a:pt x="1280063" y="108227"/>
                    <a:pt x="1282308" y="115779"/>
                    <a:pt x="1283125" y="123535"/>
                  </a:cubicBezTo>
                  <a:cubicBezTo>
                    <a:pt x="1272103" y="127618"/>
                    <a:pt x="1261081" y="122923"/>
                    <a:pt x="1250672" y="119861"/>
                  </a:cubicBezTo>
                  <a:cubicBezTo>
                    <a:pt x="1235772" y="114963"/>
                    <a:pt x="1219648" y="130271"/>
                    <a:pt x="1205768" y="124148"/>
                  </a:cubicBezTo>
                  <a:cubicBezTo>
                    <a:pt x="1212708" y="114963"/>
                    <a:pt x="1222913" y="109452"/>
                    <a:pt x="1233323" y="105166"/>
                  </a:cubicBezTo>
                  <a:cubicBezTo>
                    <a:pt x="1227812" y="101084"/>
                    <a:pt x="1221893" y="97818"/>
                    <a:pt x="1216178" y="93940"/>
                  </a:cubicBezTo>
                  <a:cubicBezTo>
                    <a:pt x="1208830" y="103125"/>
                    <a:pt x="1203115" y="113534"/>
                    <a:pt x="1195971" y="122923"/>
                  </a:cubicBezTo>
                  <a:cubicBezTo>
                    <a:pt x="1188215" y="138843"/>
                    <a:pt x="1172091" y="148232"/>
                    <a:pt x="1157599" y="157213"/>
                  </a:cubicBezTo>
                  <a:cubicBezTo>
                    <a:pt x="1168008" y="158030"/>
                    <a:pt x="1176785" y="150886"/>
                    <a:pt x="1186990" y="150886"/>
                  </a:cubicBezTo>
                  <a:cubicBezTo>
                    <a:pt x="1202298" y="150069"/>
                    <a:pt x="1216790" y="144558"/>
                    <a:pt x="1231894" y="142721"/>
                  </a:cubicBezTo>
                  <a:cubicBezTo>
                    <a:pt x="1247814" y="143538"/>
                    <a:pt x="1264551" y="158030"/>
                    <a:pt x="1260469" y="175175"/>
                  </a:cubicBezTo>
                  <a:cubicBezTo>
                    <a:pt x="1250672" y="185992"/>
                    <a:pt x="1241079" y="197014"/>
                    <a:pt x="1233323" y="209465"/>
                  </a:cubicBezTo>
                  <a:cubicBezTo>
                    <a:pt x="1229445" y="216404"/>
                    <a:pt x="1220464" y="216812"/>
                    <a:pt x="1214749" y="221507"/>
                  </a:cubicBezTo>
                  <a:cubicBezTo>
                    <a:pt x="1208422" y="224977"/>
                    <a:pt x="1203727" y="233549"/>
                    <a:pt x="1195563" y="231304"/>
                  </a:cubicBezTo>
                  <a:cubicBezTo>
                    <a:pt x="1182704" y="229059"/>
                    <a:pt x="1170050" y="234978"/>
                    <a:pt x="1157395" y="233549"/>
                  </a:cubicBezTo>
                  <a:cubicBezTo>
                    <a:pt x="1150251" y="232325"/>
                    <a:pt x="1156579" y="226814"/>
                    <a:pt x="1160456" y="226405"/>
                  </a:cubicBezTo>
                  <a:cubicBezTo>
                    <a:pt x="1177602" y="221099"/>
                    <a:pt x="1189848" y="206403"/>
                    <a:pt x="1198216" y="191095"/>
                  </a:cubicBezTo>
                  <a:cubicBezTo>
                    <a:pt x="1180459" y="197422"/>
                    <a:pt x="1163314" y="206199"/>
                    <a:pt x="1144128" y="207832"/>
                  </a:cubicBezTo>
                  <a:cubicBezTo>
                    <a:pt x="1125350" y="211710"/>
                    <a:pt x="1104530" y="194769"/>
                    <a:pt x="1106775" y="175379"/>
                  </a:cubicBezTo>
                  <a:cubicBezTo>
                    <a:pt x="1110653" y="159458"/>
                    <a:pt x="1129024" y="155376"/>
                    <a:pt x="1142291" y="150682"/>
                  </a:cubicBezTo>
                  <a:cubicBezTo>
                    <a:pt x="1122084" y="147620"/>
                    <a:pt x="1104530" y="134965"/>
                    <a:pt x="1088610" y="122719"/>
                  </a:cubicBezTo>
                  <a:cubicBezTo>
                    <a:pt x="1079017" y="135170"/>
                    <a:pt x="1065546" y="143130"/>
                    <a:pt x="1052687" y="151702"/>
                  </a:cubicBezTo>
                  <a:cubicBezTo>
                    <a:pt x="1035950" y="163336"/>
                    <a:pt x="1015335" y="170888"/>
                    <a:pt x="994720" y="169868"/>
                  </a:cubicBezTo>
                  <a:cubicBezTo>
                    <a:pt x="990230" y="170072"/>
                    <a:pt x="990026" y="164561"/>
                    <a:pt x="988189" y="161703"/>
                  </a:cubicBezTo>
                  <a:cubicBezTo>
                    <a:pt x="1029010" y="159050"/>
                    <a:pt x="1059014" y="125985"/>
                    <a:pt x="1082691" y="95981"/>
                  </a:cubicBezTo>
                  <a:cubicBezTo>
                    <a:pt x="1089834" y="86184"/>
                    <a:pt x="1099019" y="75978"/>
                    <a:pt x="1099427" y="63528"/>
                  </a:cubicBezTo>
                  <a:cubicBezTo>
                    <a:pt x="1113307" y="49649"/>
                    <a:pt x="1114327" y="28421"/>
                    <a:pt x="1117185" y="10052"/>
                  </a:cubicBezTo>
                  <a:cubicBezTo>
                    <a:pt x="1123921" y="12297"/>
                    <a:pt x="1132494" y="13522"/>
                    <a:pt x="1136168" y="20257"/>
                  </a:cubicBezTo>
                  <a:cubicBezTo>
                    <a:pt x="1134127" y="32912"/>
                    <a:pt x="1131473" y="45362"/>
                    <a:pt x="1129228" y="58017"/>
                  </a:cubicBezTo>
                  <a:cubicBezTo>
                    <a:pt x="1143516" y="55160"/>
                    <a:pt x="1158415" y="65569"/>
                    <a:pt x="1155762" y="81081"/>
                  </a:cubicBezTo>
                  <a:cubicBezTo>
                    <a:pt x="1143107" y="82306"/>
                    <a:pt x="1130045" y="83122"/>
                    <a:pt x="1118205" y="88225"/>
                  </a:cubicBezTo>
                  <a:cubicBezTo>
                    <a:pt x="1110449" y="93736"/>
                    <a:pt x="1105142" y="101900"/>
                    <a:pt x="1100244" y="109860"/>
                  </a:cubicBezTo>
                  <a:cubicBezTo>
                    <a:pt x="1106571" y="113738"/>
                    <a:pt x="1113511" y="116596"/>
                    <a:pt x="1120860" y="117208"/>
                  </a:cubicBezTo>
                  <a:cubicBezTo>
                    <a:pt x="1130249" y="114759"/>
                    <a:pt x="1133106" y="103125"/>
                    <a:pt x="1142291" y="100880"/>
                  </a:cubicBezTo>
                  <a:cubicBezTo>
                    <a:pt x="1141066" y="108023"/>
                    <a:pt x="1137188" y="114555"/>
                    <a:pt x="1136780" y="121903"/>
                  </a:cubicBezTo>
                  <a:cubicBezTo>
                    <a:pt x="1140046" y="129863"/>
                    <a:pt x="1143720" y="137619"/>
                    <a:pt x="1147394" y="145375"/>
                  </a:cubicBezTo>
                  <a:cubicBezTo>
                    <a:pt x="1151680" y="147416"/>
                    <a:pt x="1156170" y="144150"/>
                    <a:pt x="1160048" y="142313"/>
                  </a:cubicBezTo>
                  <a:cubicBezTo>
                    <a:pt x="1175152" y="132516"/>
                    <a:pt x="1185154" y="116800"/>
                    <a:pt x="1194746" y="101900"/>
                  </a:cubicBezTo>
                  <a:cubicBezTo>
                    <a:pt x="1205156" y="85163"/>
                    <a:pt x="1216994" y="69243"/>
                    <a:pt x="1225975" y="51486"/>
                  </a:cubicBezTo>
                  <a:cubicBezTo>
                    <a:pt x="1233527" y="40464"/>
                    <a:pt x="1238425" y="27401"/>
                    <a:pt x="1236793" y="13930"/>
                  </a:cubicBezTo>
                  <a:cubicBezTo>
                    <a:pt x="1228832" y="11276"/>
                    <a:pt x="1234752" y="3929"/>
                    <a:pt x="1239650" y="1071"/>
                  </a:cubicBezTo>
                  <a:cubicBezTo>
                    <a:pt x="1243222" y="-256"/>
                    <a:pt x="1247814" y="-409"/>
                    <a:pt x="1251590" y="944"/>
                  </a:cubicBezTo>
                  <a:close/>
                </a:path>
              </a:pathLst>
            </a:custGeom>
            <a:solidFill>
              <a:schemeClr val="bg1">
                <a:lumMod val="85000"/>
              </a:schemeClr>
            </a:solidFill>
            <a:ln w="2036" cap="flat">
              <a:noFill/>
              <a:prstDash val="solid"/>
              <a:miter/>
            </a:ln>
          </p:spPr>
          <p:txBody>
            <a:bodyPr rtlCol="0" anchor="ctr"/>
            <a:lstStyle/>
            <a:p>
              <a:endParaRPr lang="zh-CN" altLang="en-US"/>
            </a:p>
          </p:txBody>
        </p:sp>
      </p:grpSp>
      <p:grpSp>
        <p:nvGrpSpPr>
          <p:cNvPr id="22" name="组合 21"/>
          <p:cNvGrpSpPr/>
          <p:nvPr>
            <p:custDataLst>
              <p:tags r:id="rId14"/>
            </p:custDataLst>
          </p:nvPr>
        </p:nvGrpSpPr>
        <p:grpSpPr>
          <a:xfrm>
            <a:off x="10275782" y="6410111"/>
            <a:ext cx="1243118" cy="245843"/>
            <a:chOff x="10275782" y="188913"/>
            <a:chExt cx="1243118" cy="245843"/>
          </a:xfrm>
        </p:grpSpPr>
        <p:pic>
          <p:nvPicPr>
            <p:cNvPr id="23" name="图形 22"/>
            <p:cNvPicPr>
              <a:picLocks noChangeAspect="1"/>
            </p:cNvPicPr>
            <p:nvPr userDrawn="1">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10555917" y="205185"/>
              <a:ext cx="962983" cy="216478"/>
            </a:xfrm>
            <a:prstGeom prst="rect">
              <a:avLst/>
            </a:prstGeom>
          </p:spPr>
        </p:pic>
        <p:pic>
          <p:nvPicPr>
            <p:cNvPr id="24" name="图形 23"/>
            <p:cNvPicPr>
              <a:picLocks noChangeAspect="1"/>
            </p:cNvPicPr>
            <p:nvPr userDrawn="1">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10275782" y="188913"/>
              <a:ext cx="187431" cy="245843"/>
            </a:xfrm>
            <a:prstGeom prst="rect">
              <a:avLst/>
            </a:prstGeom>
          </p:spPr>
        </p:pic>
      </p:grpSp>
      <p:sp>
        <p:nvSpPr>
          <p:cNvPr id="25" name="矩形 24"/>
          <p:cNvSpPr/>
          <p:nvPr>
            <p:custDataLst>
              <p:tags r:id="rId21"/>
            </p:custDataLst>
          </p:nvPr>
        </p:nvSpPr>
        <p:spPr>
          <a:xfrm>
            <a:off x="1019175" y="3007360"/>
            <a:ext cx="4280535" cy="261112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r>
              <a:rPr lang="zh-CN" altLang="en-US" sz="1600">
                <a:solidFill>
                  <a:schemeClr val="tx1"/>
                </a:solidFill>
              </a:rPr>
              <a:t>• 基于 </a:t>
            </a:r>
            <a:r>
              <a:rPr lang="en-US" altLang="zh-CN" sz="1600">
                <a:solidFill>
                  <a:schemeClr val="tx1"/>
                </a:solidFill>
              </a:rPr>
              <a:t>ICEWS </a:t>
            </a:r>
            <a:r>
              <a:rPr lang="zh-CN" altLang="en-US" sz="1600">
                <a:solidFill>
                  <a:schemeClr val="tx1"/>
                </a:solidFill>
              </a:rPr>
              <a:t>和 </a:t>
            </a:r>
            <a:r>
              <a:rPr lang="en-US" altLang="zh-CN" sz="1600">
                <a:solidFill>
                  <a:schemeClr val="tx1"/>
                </a:solidFill>
              </a:rPr>
              <a:t>CronQuestions </a:t>
            </a:r>
            <a:r>
              <a:rPr lang="zh-CN" altLang="en-US" sz="1600">
                <a:solidFill>
                  <a:schemeClr val="tx1"/>
                </a:solidFill>
              </a:rPr>
              <a:t>构建包含 </a:t>
            </a:r>
            <a:r>
              <a:rPr lang="en-US" altLang="zh-CN" sz="1600">
                <a:solidFill>
                  <a:schemeClr val="tx1"/>
                </a:solidFill>
              </a:rPr>
              <a:t>             </a:t>
            </a:r>
            <a:r>
              <a:rPr lang="zh-CN" altLang="en-US" sz="1600">
                <a:solidFill>
                  <a:schemeClr val="tx1"/>
                </a:solidFill>
              </a:rPr>
              <a:t>375,169 个问答样本的诊断基准。</a:t>
            </a:r>
            <a:endParaRPr lang="zh-CN" altLang="en-US" sz="1600">
              <a:solidFill>
                <a:schemeClr val="tx1"/>
              </a:solidFill>
            </a:endParaRPr>
          </a:p>
          <a:p>
            <a:pPr algn="l">
              <a:lnSpc>
                <a:spcPct val="150000"/>
              </a:lnSpc>
            </a:pPr>
            <a:r>
              <a:rPr lang="zh-CN" altLang="en-US" sz="1600">
                <a:solidFill>
                  <a:schemeClr val="tx1"/>
                </a:solidFill>
              </a:rPr>
              <a:t>• 引入可替代证据与干扰证据，构建更完整、更具挑战性的证据空间。</a:t>
            </a:r>
            <a:endParaRPr lang="zh-CN" altLang="en-US" sz="1600">
              <a:solidFill>
                <a:schemeClr val="tx1"/>
              </a:solidFill>
            </a:endParaRPr>
          </a:p>
          <a:p>
            <a:pPr algn="l">
              <a:lnSpc>
                <a:spcPct val="150000"/>
              </a:lnSpc>
            </a:pPr>
            <a:r>
              <a:rPr lang="zh-CN" altLang="en-US" sz="1600">
                <a:solidFill>
                  <a:schemeClr val="tx1"/>
                </a:solidFill>
              </a:rPr>
              <a:t>• 提出 </a:t>
            </a:r>
            <a:r>
              <a:rPr lang="en-US" altLang="zh-CN" sz="1600">
                <a:solidFill>
                  <a:schemeClr val="tx1"/>
                </a:solidFill>
              </a:rPr>
              <a:t>HDM </a:t>
            </a:r>
            <a:r>
              <a:rPr lang="zh-CN" altLang="en-US" sz="1600">
                <a:solidFill>
                  <a:schemeClr val="tx1"/>
                </a:solidFill>
              </a:rPr>
              <a:t>难度建模与 </a:t>
            </a:r>
            <a:r>
              <a:rPr lang="en-US" altLang="zh-CN" sz="1600">
                <a:solidFill>
                  <a:schemeClr val="tx1"/>
                </a:solidFill>
              </a:rPr>
              <a:t>BS@K </a:t>
            </a:r>
            <a:r>
              <a:rPr lang="zh-CN" altLang="en-US" sz="1600">
                <a:solidFill>
                  <a:schemeClr val="tx1"/>
                </a:solidFill>
              </a:rPr>
              <a:t>指标，同时评价结构需求、证据歧义和证据匹配质量。</a:t>
            </a:r>
            <a:endParaRPr lang="zh-CN" altLang="en-US" sz="1600">
              <a:solidFill>
                <a:schemeClr val="tx1"/>
              </a:solidFill>
            </a:endParaRPr>
          </a:p>
          <a:p>
            <a:pPr algn="l">
              <a:lnSpc>
                <a:spcPct val="150000"/>
              </a:lnSpc>
            </a:pPr>
            <a:r>
              <a:rPr lang="zh-CN" altLang="en-US" sz="1600">
                <a:solidFill>
                  <a:schemeClr val="tx1"/>
                </a:solidFill>
              </a:rPr>
              <a:t>• 实验表明，相同的答案召回率可能掩盖明显的证据质量差异。</a:t>
            </a:r>
            <a:endParaRPr lang="zh-CN" altLang="en-US" sz="1600">
              <a:solidFill>
                <a:schemeClr val="tx1"/>
              </a:solidFill>
            </a:endParaRPr>
          </a:p>
        </p:txBody>
      </p:sp>
      <p:sp>
        <p:nvSpPr>
          <p:cNvPr id="26" name="矩形 25"/>
          <p:cNvSpPr/>
          <p:nvPr>
            <p:custDataLst>
              <p:tags r:id="rId22"/>
            </p:custDataLst>
          </p:nvPr>
        </p:nvSpPr>
        <p:spPr>
          <a:xfrm>
            <a:off x="6809265" y="3007223"/>
            <a:ext cx="4380139" cy="261137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buClrTx/>
              <a:buSzTx/>
              <a:buNone/>
            </a:pPr>
            <a:r>
              <a:rPr lang="zh-CN" altLang="en-US" sz="1600">
                <a:solidFill>
                  <a:schemeClr val="tx1"/>
                </a:solidFill>
              </a:rPr>
              <a:t>• 从链内前缀质量和链间关系两个层面开展分层证据推理。</a:t>
            </a:r>
            <a:endParaRPr lang="zh-CN" altLang="en-US" sz="1600">
              <a:solidFill>
                <a:schemeClr val="tx1"/>
              </a:solidFill>
            </a:endParaRPr>
          </a:p>
          <a:p>
            <a:pPr algn="l">
              <a:lnSpc>
                <a:spcPct val="150000"/>
              </a:lnSpc>
              <a:buClrTx/>
              <a:buSzTx/>
              <a:buNone/>
            </a:pPr>
            <a:r>
              <a:rPr lang="zh-CN" altLang="en-US" sz="1600">
                <a:solidFill>
                  <a:schemeClr val="tx1"/>
                </a:solidFill>
              </a:rPr>
              <a:t>• 通过 WSCPL，学习中间证据质量。</a:t>
            </a:r>
            <a:endParaRPr lang="zh-CN" altLang="en-US" sz="1600">
              <a:solidFill>
                <a:schemeClr val="tx1"/>
              </a:solidFill>
            </a:endParaRPr>
          </a:p>
          <a:p>
            <a:pPr algn="l">
              <a:lnSpc>
                <a:spcPct val="150000"/>
              </a:lnSpc>
              <a:buClrTx/>
              <a:buSzTx/>
              <a:buNone/>
            </a:pPr>
            <a:r>
              <a:rPr lang="zh-CN" altLang="en-US" sz="1600">
                <a:solidFill>
                  <a:schemeClr val="tx1"/>
                </a:solidFill>
              </a:rPr>
              <a:t>• 利用同答案链协同和不同答案链竞争，完成最强证据决策与可追溯答案输出。</a:t>
            </a:r>
            <a:endParaRPr lang="zh-CN" altLang="en-US" sz="1600">
              <a:solidFill>
                <a:schemeClr val="tx1"/>
              </a:solidFill>
            </a:endParaRPr>
          </a:p>
          <a:p>
            <a:pPr algn="l">
              <a:lnSpc>
                <a:spcPct val="150000"/>
              </a:lnSpc>
              <a:buClrTx/>
              <a:buSzTx/>
              <a:buNone/>
            </a:pPr>
            <a:r>
              <a:rPr lang="zh-CN" altLang="en-US" sz="1600">
                <a:solidFill>
                  <a:schemeClr val="tx1"/>
                </a:solidFill>
              </a:rPr>
              <a:t>• 在 MultiTQ 和 CronQuestions 上分别达到 0.857 和 0.985 的整体 Hits@1。</a:t>
            </a:r>
            <a:endParaRPr lang="zh-CN" altLang="en-US" sz="1600">
              <a:solidFill>
                <a:schemeClr val="tx1"/>
              </a:solidFill>
            </a:endParaRPr>
          </a:p>
        </p:txBody>
      </p:sp>
      <p:sp>
        <p:nvSpPr>
          <p:cNvPr id="27" name="椭圆 26"/>
          <p:cNvSpPr/>
          <p:nvPr/>
        </p:nvSpPr>
        <p:spPr>
          <a:xfrm>
            <a:off x="663156" y="176646"/>
            <a:ext cx="584200" cy="5842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91402" y="237914"/>
            <a:ext cx="521970" cy="460375"/>
          </a:xfrm>
          <a:prstGeom prst="rect">
            <a:avLst/>
          </a:prstGeom>
          <a:noFill/>
        </p:spPr>
        <p:txBody>
          <a:bodyPr wrap="none" rtlCol="0">
            <a:spAutoFit/>
          </a:bodyPr>
          <a:lstStyle/>
          <a:p>
            <a:r>
              <a:rPr lang="en-US" altLang="zh-CN" sz="2400" b="1">
                <a:solidFill>
                  <a:schemeClr val="bg1"/>
                </a:solidFill>
              </a:rPr>
              <a:t>03</a:t>
            </a:r>
            <a:endParaRPr lang="zh-CN" altLang="en-US" sz="2400" b="1">
              <a:solidFill>
                <a:schemeClr val="bg1"/>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p:cNvPicPr>
            <a:picLocks noGrp="1" noChangeAspect="1"/>
          </p:cNvPicPr>
          <p:nvPr>
            <p:ph type="pic" sz="quarter" idx="13"/>
          </p:nvPr>
        </p:nvPicPr>
        <p:blipFill>
          <a:blip r:embed="rId1">
            <a:extLst>
              <a:ext uri="{28A0092B-C50C-407E-A947-70E740481C1C}">
                <a14:useLocalDpi xmlns:a14="http://schemas.microsoft.com/office/drawing/2010/main" val="0"/>
              </a:ext>
            </a:extLst>
          </a:blip>
          <a:srcRect t="18769" b="18769"/>
          <a:stretch>
            <a:fillRect/>
          </a:stretch>
        </p:blipFill>
        <p:spPr/>
      </p:pic>
      <p:sp>
        <p:nvSpPr>
          <p:cNvPr id="12" name="矩形 11"/>
          <p:cNvSpPr/>
          <p:nvPr/>
        </p:nvSpPr>
        <p:spPr>
          <a:xfrm>
            <a:off x="0" y="1890486"/>
            <a:ext cx="1203778" cy="3077029"/>
          </a:xfrm>
          <a:prstGeom prst="rect">
            <a:avLst/>
          </a:prstGeom>
          <a:gradFill flip="none" rotWithShape="1">
            <a:gsLst>
              <a:gs pos="24000">
                <a:schemeClr val="accent1"/>
              </a:gs>
              <a:gs pos="0">
                <a:schemeClr val="accent1">
                  <a:lumMod val="75000"/>
                </a:schemeClr>
              </a:gs>
              <a:gs pos="100000">
                <a:schemeClr val="accent1">
                  <a:lumMod val="60000"/>
                  <a:lumOff val="40000"/>
                </a:schemeClr>
              </a:gs>
            </a:gsLst>
            <a:lin ang="18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804230" y="1890486"/>
            <a:ext cx="7387770" cy="3077028"/>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725626" y="2829699"/>
            <a:ext cx="3538514" cy="923330"/>
          </a:xfrm>
          <a:prstGeom prst="rect">
            <a:avLst/>
          </a:prstGeom>
          <a:noFill/>
        </p:spPr>
        <p:txBody>
          <a:bodyPr wrap="square" rtlCol="0">
            <a:spAutoFit/>
          </a:bodyPr>
          <a:lstStyle/>
          <a:p>
            <a:pPr algn="dist"/>
            <a:r>
              <a:rPr lang="zh-CN" altLang="en-US" sz="5400" b="1">
                <a:solidFill>
                  <a:schemeClr val="bg1"/>
                </a:solidFill>
                <a:latin typeface="+mj-ea"/>
                <a:ea typeface="+mj-ea"/>
              </a:rPr>
              <a:t>谢谢观看</a:t>
            </a:r>
            <a:endParaRPr lang="zh-CN" altLang="en-US" sz="5400" b="1">
              <a:solidFill>
                <a:schemeClr val="bg1"/>
              </a:solidFill>
              <a:latin typeface="+mj-ea"/>
              <a:ea typeface="+mj-ea"/>
            </a:endParaRPr>
          </a:p>
        </p:txBody>
      </p:sp>
      <p:sp>
        <p:nvSpPr>
          <p:cNvPr id="16" name="文本框 15"/>
          <p:cNvSpPr txBox="1"/>
          <p:nvPr/>
        </p:nvSpPr>
        <p:spPr>
          <a:xfrm>
            <a:off x="6702036" y="3658970"/>
            <a:ext cx="3659976" cy="369332"/>
          </a:xfrm>
          <a:prstGeom prst="rect">
            <a:avLst/>
          </a:prstGeom>
          <a:noFill/>
        </p:spPr>
        <p:txBody>
          <a:bodyPr wrap="none" rtlCol="0">
            <a:spAutoFit/>
          </a:bodyPr>
          <a:lstStyle/>
          <a:p>
            <a:pPr algn="l"/>
            <a:r>
              <a:rPr lang="en-US" altLang="zh-CN">
                <a:solidFill>
                  <a:schemeClr val="bg1"/>
                </a:solidFill>
              </a:rPr>
              <a:t>Thank you for watching the slides</a:t>
            </a:r>
            <a:endParaRPr lang="zh-CN" altLang="en-US">
              <a:solidFill>
                <a:schemeClr val="bg1"/>
              </a:solidFill>
            </a:endParaRPr>
          </a:p>
        </p:txBody>
      </p:sp>
      <p:sp>
        <p:nvSpPr>
          <p:cNvPr id="35" name="任意多边形: 形状 34"/>
          <p:cNvSpPr/>
          <p:nvPr/>
        </p:nvSpPr>
        <p:spPr>
          <a:xfrm>
            <a:off x="1860979" y="1929260"/>
            <a:ext cx="2286046" cy="2999480"/>
          </a:xfrm>
          <a:custGeom>
            <a:avLst/>
            <a:gdLst>
              <a:gd name="connsiteX0" fmla="*/ 176073 w 448920"/>
              <a:gd name="connsiteY0" fmla="*/ 552764 h 589020"/>
              <a:gd name="connsiteX1" fmla="*/ 202651 w 448920"/>
              <a:gd name="connsiteY1" fmla="*/ 554915 h 589020"/>
              <a:gd name="connsiteX2" fmla="*/ 180221 w 448920"/>
              <a:gd name="connsiteY2" fmla="*/ 585180 h 589020"/>
              <a:gd name="connsiteX3" fmla="*/ 186673 w 448920"/>
              <a:gd name="connsiteY3" fmla="*/ 585641 h 589020"/>
              <a:gd name="connsiteX4" fmla="*/ 193126 w 448920"/>
              <a:gd name="connsiteY4" fmla="*/ 585641 h 589020"/>
              <a:gd name="connsiteX5" fmla="*/ 198503 w 448920"/>
              <a:gd name="connsiteY5" fmla="*/ 582722 h 589020"/>
              <a:gd name="connsiteX6" fmla="*/ 202036 w 448920"/>
              <a:gd name="connsiteY6" fmla="*/ 576577 h 589020"/>
              <a:gd name="connsiteX7" fmla="*/ 202958 w 448920"/>
              <a:gd name="connsiteY7" fmla="*/ 576577 h 589020"/>
              <a:gd name="connsiteX8" fmla="*/ 200654 w 448920"/>
              <a:gd name="connsiteY8" fmla="*/ 588714 h 589020"/>
              <a:gd name="connsiteX9" fmla="*/ 169774 w 448920"/>
              <a:gd name="connsiteY9" fmla="*/ 586256 h 589020"/>
              <a:gd name="connsiteX10" fmla="*/ 192204 w 448920"/>
              <a:gd name="connsiteY10" fmla="*/ 555990 h 589020"/>
              <a:gd name="connsiteX11" fmla="*/ 187134 w 448920"/>
              <a:gd name="connsiteY11" fmla="*/ 555529 h 589020"/>
              <a:gd name="connsiteX12" fmla="*/ 183293 w 448920"/>
              <a:gd name="connsiteY12" fmla="*/ 555376 h 589020"/>
              <a:gd name="connsiteX13" fmla="*/ 179914 w 448920"/>
              <a:gd name="connsiteY13" fmla="*/ 556451 h 589020"/>
              <a:gd name="connsiteX14" fmla="*/ 177148 w 448920"/>
              <a:gd name="connsiteY14" fmla="*/ 558756 h 589020"/>
              <a:gd name="connsiteX15" fmla="*/ 175305 w 448920"/>
              <a:gd name="connsiteY15" fmla="*/ 562596 h 589020"/>
              <a:gd name="connsiteX16" fmla="*/ 174383 w 448920"/>
              <a:gd name="connsiteY16" fmla="*/ 562596 h 589020"/>
              <a:gd name="connsiteX17" fmla="*/ 241520 w 448920"/>
              <a:gd name="connsiteY17" fmla="*/ 552456 h 589020"/>
              <a:gd name="connsiteX18" fmla="*/ 241520 w 448920"/>
              <a:gd name="connsiteY18" fmla="*/ 553378 h 589020"/>
              <a:gd name="connsiteX19" fmla="*/ 240444 w 448920"/>
              <a:gd name="connsiteY19" fmla="*/ 553531 h 589020"/>
              <a:gd name="connsiteX20" fmla="*/ 238140 w 448920"/>
              <a:gd name="connsiteY20" fmla="*/ 554300 h 589020"/>
              <a:gd name="connsiteX21" fmla="*/ 237218 w 448920"/>
              <a:gd name="connsiteY21" fmla="*/ 555529 h 589020"/>
              <a:gd name="connsiteX22" fmla="*/ 237218 w 448920"/>
              <a:gd name="connsiteY22" fmla="*/ 558755 h 589020"/>
              <a:gd name="connsiteX23" fmla="*/ 238908 w 448920"/>
              <a:gd name="connsiteY23" fmla="*/ 580878 h 589020"/>
              <a:gd name="connsiteX24" fmla="*/ 239369 w 448920"/>
              <a:gd name="connsiteY24" fmla="*/ 584104 h 589020"/>
              <a:gd name="connsiteX25" fmla="*/ 240598 w 448920"/>
              <a:gd name="connsiteY25" fmla="*/ 585179 h 589020"/>
              <a:gd name="connsiteX26" fmla="*/ 242902 w 448920"/>
              <a:gd name="connsiteY26" fmla="*/ 585487 h 589020"/>
              <a:gd name="connsiteX27" fmla="*/ 243978 w 448920"/>
              <a:gd name="connsiteY27" fmla="*/ 585333 h 589020"/>
              <a:gd name="connsiteX28" fmla="*/ 243978 w 448920"/>
              <a:gd name="connsiteY28" fmla="*/ 586255 h 589020"/>
              <a:gd name="connsiteX29" fmla="*/ 226310 w 448920"/>
              <a:gd name="connsiteY29" fmla="*/ 587637 h 589020"/>
              <a:gd name="connsiteX30" fmla="*/ 226310 w 448920"/>
              <a:gd name="connsiteY30" fmla="*/ 586716 h 589020"/>
              <a:gd name="connsiteX31" fmla="*/ 227386 w 448920"/>
              <a:gd name="connsiteY31" fmla="*/ 586562 h 589020"/>
              <a:gd name="connsiteX32" fmla="*/ 229690 w 448920"/>
              <a:gd name="connsiteY32" fmla="*/ 585794 h 589020"/>
              <a:gd name="connsiteX33" fmla="*/ 230612 w 448920"/>
              <a:gd name="connsiteY33" fmla="*/ 584565 h 589020"/>
              <a:gd name="connsiteX34" fmla="*/ 230612 w 448920"/>
              <a:gd name="connsiteY34" fmla="*/ 581339 h 589020"/>
              <a:gd name="connsiteX35" fmla="*/ 229844 w 448920"/>
              <a:gd name="connsiteY35" fmla="*/ 570892 h 589020"/>
              <a:gd name="connsiteX36" fmla="*/ 217860 w 448920"/>
              <a:gd name="connsiteY36" fmla="*/ 571813 h 589020"/>
              <a:gd name="connsiteX37" fmla="*/ 218628 w 448920"/>
              <a:gd name="connsiteY37" fmla="*/ 582260 h 589020"/>
              <a:gd name="connsiteX38" fmla="*/ 219089 w 448920"/>
              <a:gd name="connsiteY38" fmla="*/ 585487 h 589020"/>
              <a:gd name="connsiteX39" fmla="*/ 220318 w 448920"/>
              <a:gd name="connsiteY39" fmla="*/ 586562 h 589020"/>
              <a:gd name="connsiteX40" fmla="*/ 222623 w 448920"/>
              <a:gd name="connsiteY40" fmla="*/ 586869 h 589020"/>
              <a:gd name="connsiteX41" fmla="*/ 223699 w 448920"/>
              <a:gd name="connsiteY41" fmla="*/ 586716 h 589020"/>
              <a:gd name="connsiteX42" fmla="*/ 223699 w 448920"/>
              <a:gd name="connsiteY42" fmla="*/ 587637 h 589020"/>
              <a:gd name="connsiteX43" fmla="*/ 206030 w 448920"/>
              <a:gd name="connsiteY43" fmla="*/ 589020 h 589020"/>
              <a:gd name="connsiteX44" fmla="*/ 206030 w 448920"/>
              <a:gd name="connsiteY44" fmla="*/ 588098 h 589020"/>
              <a:gd name="connsiteX45" fmla="*/ 207106 w 448920"/>
              <a:gd name="connsiteY45" fmla="*/ 587945 h 589020"/>
              <a:gd name="connsiteX46" fmla="*/ 209410 w 448920"/>
              <a:gd name="connsiteY46" fmla="*/ 587177 h 589020"/>
              <a:gd name="connsiteX47" fmla="*/ 210332 w 448920"/>
              <a:gd name="connsiteY47" fmla="*/ 585947 h 589020"/>
              <a:gd name="connsiteX48" fmla="*/ 210332 w 448920"/>
              <a:gd name="connsiteY48" fmla="*/ 582721 h 589020"/>
              <a:gd name="connsiteX49" fmla="*/ 208642 w 448920"/>
              <a:gd name="connsiteY49" fmla="*/ 560598 h 589020"/>
              <a:gd name="connsiteX50" fmla="*/ 208181 w 448920"/>
              <a:gd name="connsiteY50" fmla="*/ 557372 h 589020"/>
              <a:gd name="connsiteX51" fmla="*/ 206952 w 448920"/>
              <a:gd name="connsiteY51" fmla="*/ 556297 h 589020"/>
              <a:gd name="connsiteX52" fmla="*/ 204647 w 448920"/>
              <a:gd name="connsiteY52" fmla="*/ 555989 h 589020"/>
              <a:gd name="connsiteX53" fmla="*/ 203572 w 448920"/>
              <a:gd name="connsiteY53" fmla="*/ 556143 h 589020"/>
              <a:gd name="connsiteX54" fmla="*/ 203572 w 448920"/>
              <a:gd name="connsiteY54" fmla="*/ 555221 h 589020"/>
              <a:gd name="connsiteX55" fmla="*/ 221241 w 448920"/>
              <a:gd name="connsiteY55" fmla="*/ 553839 h 589020"/>
              <a:gd name="connsiteX56" fmla="*/ 221241 w 448920"/>
              <a:gd name="connsiteY56" fmla="*/ 554760 h 589020"/>
              <a:gd name="connsiteX57" fmla="*/ 220164 w 448920"/>
              <a:gd name="connsiteY57" fmla="*/ 554914 h 589020"/>
              <a:gd name="connsiteX58" fmla="*/ 217860 w 448920"/>
              <a:gd name="connsiteY58" fmla="*/ 555682 h 589020"/>
              <a:gd name="connsiteX59" fmla="*/ 216938 w 448920"/>
              <a:gd name="connsiteY59" fmla="*/ 556911 h 589020"/>
              <a:gd name="connsiteX60" fmla="*/ 216938 w 448920"/>
              <a:gd name="connsiteY60" fmla="*/ 560138 h 589020"/>
              <a:gd name="connsiteX61" fmla="*/ 217706 w 448920"/>
              <a:gd name="connsiteY61" fmla="*/ 569663 h 589020"/>
              <a:gd name="connsiteX62" fmla="*/ 229690 w 448920"/>
              <a:gd name="connsiteY62" fmla="*/ 568741 h 589020"/>
              <a:gd name="connsiteX63" fmla="*/ 228922 w 448920"/>
              <a:gd name="connsiteY63" fmla="*/ 559216 h 589020"/>
              <a:gd name="connsiteX64" fmla="*/ 228461 w 448920"/>
              <a:gd name="connsiteY64" fmla="*/ 555989 h 589020"/>
              <a:gd name="connsiteX65" fmla="*/ 227232 w 448920"/>
              <a:gd name="connsiteY65" fmla="*/ 554914 h 589020"/>
              <a:gd name="connsiteX66" fmla="*/ 224928 w 448920"/>
              <a:gd name="connsiteY66" fmla="*/ 554607 h 589020"/>
              <a:gd name="connsiteX67" fmla="*/ 223852 w 448920"/>
              <a:gd name="connsiteY67" fmla="*/ 554760 h 589020"/>
              <a:gd name="connsiteX68" fmla="*/ 223852 w 448920"/>
              <a:gd name="connsiteY68" fmla="*/ 553839 h 589020"/>
              <a:gd name="connsiteX69" fmla="*/ 257189 w 448920"/>
              <a:gd name="connsiteY69" fmla="*/ 549384 h 589020"/>
              <a:gd name="connsiteX70" fmla="*/ 251812 w 448920"/>
              <a:gd name="connsiteY70" fmla="*/ 555990 h 589020"/>
              <a:gd name="connsiteX71" fmla="*/ 253195 w 448920"/>
              <a:gd name="connsiteY71" fmla="*/ 567205 h 589020"/>
              <a:gd name="connsiteX72" fmla="*/ 259954 w 448920"/>
              <a:gd name="connsiteY72" fmla="*/ 578574 h 589020"/>
              <a:gd name="connsiteX73" fmla="*/ 266561 w 448920"/>
              <a:gd name="connsiteY73" fmla="*/ 579495 h 589020"/>
              <a:gd name="connsiteX74" fmla="*/ 270248 w 448920"/>
              <a:gd name="connsiteY74" fmla="*/ 577037 h 589020"/>
              <a:gd name="connsiteX75" fmla="*/ 271938 w 448920"/>
              <a:gd name="connsiteY75" fmla="*/ 571199 h 589020"/>
              <a:gd name="connsiteX76" fmla="*/ 270401 w 448920"/>
              <a:gd name="connsiteY76" fmla="*/ 562135 h 589020"/>
              <a:gd name="connsiteX77" fmla="*/ 266253 w 448920"/>
              <a:gd name="connsiteY77" fmla="*/ 552917 h 589020"/>
              <a:gd name="connsiteX78" fmla="*/ 261798 w 448920"/>
              <a:gd name="connsiteY78" fmla="*/ 549384 h 589020"/>
              <a:gd name="connsiteX79" fmla="*/ 257189 w 448920"/>
              <a:gd name="connsiteY79" fmla="*/ 549384 h 589020"/>
              <a:gd name="connsiteX80" fmla="*/ 256267 w 448920"/>
              <a:gd name="connsiteY80" fmla="*/ 547847 h 589020"/>
              <a:gd name="connsiteX81" fmla="*/ 270248 w 448920"/>
              <a:gd name="connsiteY81" fmla="*/ 548462 h 589020"/>
              <a:gd name="connsiteX82" fmla="*/ 278851 w 448920"/>
              <a:gd name="connsiteY82" fmla="*/ 558909 h 589020"/>
              <a:gd name="connsiteX83" fmla="*/ 278697 w 448920"/>
              <a:gd name="connsiteY83" fmla="*/ 570738 h 589020"/>
              <a:gd name="connsiteX84" fmla="*/ 267175 w 448920"/>
              <a:gd name="connsiteY84" fmla="*/ 581185 h 589020"/>
              <a:gd name="connsiteX85" fmla="*/ 251812 w 448920"/>
              <a:gd name="connsiteY85" fmla="*/ 579495 h 589020"/>
              <a:gd name="connsiteX86" fmla="*/ 244591 w 448920"/>
              <a:gd name="connsiteY86" fmla="*/ 569663 h 589020"/>
              <a:gd name="connsiteX87" fmla="*/ 245667 w 448920"/>
              <a:gd name="connsiteY87" fmla="*/ 556144 h 589020"/>
              <a:gd name="connsiteX88" fmla="*/ 256267 w 448920"/>
              <a:gd name="connsiteY88" fmla="*/ 547847 h 589020"/>
              <a:gd name="connsiteX89" fmla="*/ 156408 w 448920"/>
              <a:gd name="connsiteY89" fmla="*/ 547694 h 589020"/>
              <a:gd name="connsiteX90" fmla="*/ 160710 w 448920"/>
              <a:gd name="connsiteY90" fmla="*/ 549077 h 589020"/>
              <a:gd name="connsiteX91" fmla="*/ 163936 w 448920"/>
              <a:gd name="connsiteY91" fmla="*/ 551074 h 589020"/>
              <a:gd name="connsiteX92" fmla="*/ 166548 w 448920"/>
              <a:gd name="connsiteY92" fmla="*/ 552610 h 589020"/>
              <a:gd name="connsiteX93" fmla="*/ 167931 w 448920"/>
              <a:gd name="connsiteY93" fmla="*/ 552457 h 589020"/>
              <a:gd name="connsiteX94" fmla="*/ 169467 w 448920"/>
              <a:gd name="connsiteY94" fmla="*/ 550767 h 589020"/>
              <a:gd name="connsiteX95" fmla="*/ 170081 w 448920"/>
              <a:gd name="connsiteY95" fmla="*/ 551227 h 589020"/>
              <a:gd name="connsiteX96" fmla="*/ 167316 w 448920"/>
              <a:gd name="connsiteY96" fmla="*/ 562750 h 589020"/>
              <a:gd name="connsiteX97" fmla="*/ 166394 w 448920"/>
              <a:gd name="connsiteY97" fmla="*/ 562596 h 589020"/>
              <a:gd name="connsiteX98" fmla="*/ 163322 w 448920"/>
              <a:gd name="connsiteY98" fmla="*/ 554146 h 589020"/>
              <a:gd name="connsiteX99" fmla="*/ 156869 w 448920"/>
              <a:gd name="connsiteY99" fmla="*/ 549998 h 589020"/>
              <a:gd name="connsiteX100" fmla="*/ 150263 w 448920"/>
              <a:gd name="connsiteY100" fmla="*/ 550613 h 589020"/>
              <a:gd name="connsiteX101" fmla="*/ 145347 w 448920"/>
              <a:gd name="connsiteY101" fmla="*/ 555529 h 589020"/>
              <a:gd name="connsiteX102" fmla="*/ 142428 w 448920"/>
              <a:gd name="connsiteY102" fmla="*/ 562903 h 589020"/>
              <a:gd name="connsiteX103" fmla="*/ 141506 w 448920"/>
              <a:gd name="connsiteY103" fmla="*/ 571507 h 589020"/>
              <a:gd name="connsiteX104" fmla="*/ 143811 w 448920"/>
              <a:gd name="connsiteY104" fmla="*/ 577652 h 589020"/>
              <a:gd name="connsiteX105" fmla="*/ 149341 w 448920"/>
              <a:gd name="connsiteY105" fmla="*/ 580725 h 589020"/>
              <a:gd name="connsiteX106" fmla="*/ 151799 w 448920"/>
              <a:gd name="connsiteY106" fmla="*/ 581032 h 589020"/>
              <a:gd name="connsiteX107" fmla="*/ 154565 w 448920"/>
              <a:gd name="connsiteY107" fmla="*/ 580878 h 589020"/>
              <a:gd name="connsiteX108" fmla="*/ 156255 w 448920"/>
              <a:gd name="connsiteY108" fmla="*/ 573965 h 589020"/>
              <a:gd name="connsiteX109" fmla="*/ 156562 w 448920"/>
              <a:gd name="connsiteY109" fmla="*/ 571353 h 589020"/>
              <a:gd name="connsiteX110" fmla="*/ 155640 w 448920"/>
              <a:gd name="connsiteY110" fmla="*/ 570124 h 589020"/>
              <a:gd name="connsiteX111" fmla="*/ 153797 w 448920"/>
              <a:gd name="connsiteY111" fmla="*/ 569202 h 589020"/>
              <a:gd name="connsiteX112" fmla="*/ 153028 w 448920"/>
              <a:gd name="connsiteY112" fmla="*/ 569049 h 589020"/>
              <a:gd name="connsiteX113" fmla="*/ 153182 w 448920"/>
              <a:gd name="connsiteY113" fmla="*/ 568127 h 589020"/>
              <a:gd name="connsiteX114" fmla="*/ 169160 w 448920"/>
              <a:gd name="connsiteY114" fmla="*/ 571968 h 589020"/>
              <a:gd name="connsiteX115" fmla="*/ 169006 w 448920"/>
              <a:gd name="connsiteY115" fmla="*/ 572889 h 589020"/>
              <a:gd name="connsiteX116" fmla="*/ 166394 w 448920"/>
              <a:gd name="connsiteY116" fmla="*/ 572736 h 589020"/>
              <a:gd name="connsiteX117" fmla="*/ 165012 w 448920"/>
              <a:gd name="connsiteY117" fmla="*/ 573658 h 589020"/>
              <a:gd name="connsiteX118" fmla="*/ 164243 w 448920"/>
              <a:gd name="connsiteY118" fmla="*/ 575808 h 589020"/>
              <a:gd name="connsiteX119" fmla="*/ 162553 w 448920"/>
              <a:gd name="connsiteY119" fmla="*/ 582722 h 589020"/>
              <a:gd name="connsiteX120" fmla="*/ 155486 w 448920"/>
              <a:gd name="connsiteY120" fmla="*/ 583183 h 589020"/>
              <a:gd name="connsiteX121" fmla="*/ 148266 w 448920"/>
              <a:gd name="connsiteY121" fmla="*/ 582261 h 589020"/>
              <a:gd name="connsiteX122" fmla="*/ 140738 w 448920"/>
              <a:gd name="connsiteY122" fmla="*/ 579035 h 589020"/>
              <a:gd name="connsiteX123" fmla="*/ 136129 w 448920"/>
              <a:gd name="connsiteY123" fmla="*/ 574426 h 589020"/>
              <a:gd name="connsiteX124" fmla="*/ 133517 w 448920"/>
              <a:gd name="connsiteY124" fmla="*/ 568895 h 589020"/>
              <a:gd name="connsiteX125" fmla="*/ 133671 w 448920"/>
              <a:gd name="connsiteY125" fmla="*/ 560906 h 589020"/>
              <a:gd name="connsiteX126" fmla="*/ 141967 w 448920"/>
              <a:gd name="connsiteY126" fmla="*/ 549691 h 589020"/>
              <a:gd name="connsiteX127" fmla="*/ 156408 w 448920"/>
              <a:gd name="connsiteY127" fmla="*/ 547694 h 589020"/>
              <a:gd name="connsiteX128" fmla="*/ 105556 w 448920"/>
              <a:gd name="connsiteY128" fmla="*/ 529258 h 589020"/>
              <a:gd name="connsiteX129" fmla="*/ 116618 w 448920"/>
              <a:gd name="connsiteY129" fmla="*/ 534328 h 589020"/>
              <a:gd name="connsiteX130" fmla="*/ 123532 w 448920"/>
              <a:gd name="connsiteY130" fmla="*/ 560292 h 589020"/>
              <a:gd name="connsiteX131" fmla="*/ 129370 w 448920"/>
              <a:gd name="connsiteY131" fmla="*/ 546927 h 589020"/>
              <a:gd name="connsiteX132" fmla="*/ 130291 w 448920"/>
              <a:gd name="connsiteY132" fmla="*/ 542777 h 589020"/>
              <a:gd name="connsiteX133" fmla="*/ 127219 w 448920"/>
              <a:gd name="connsiteY133" fmla="*/ 539859 h 589020"/>
              <a:gd name="connsiteX134" fmla="*/ 127526 w 448920"/>
              <a:gd name="connsiteY134" fmla="*/ 538937 h 589020"/>
              <a:gd name="connsiteX135" fmla="*/ 137819 w 448920"/>
              <a:gd name="connsiteY135" fmla="*/ 543392 h 589020"/>
              <a:gd name="connsiteX136" fmla="*/ 137512 w 448920"/>
              <a:gd name="connsiteY136" fmla="*/ 544314 h 589020"/>
              <a:gd name="connsiteX137" fmla="*/ 134593 w 448920"/>
              <a:gd name="connsiteY137" fmla="*/ 543853 h 589020"/>
              <a:gd name="connsiteX138" fmla="*/ 132903 w 448920"/>
              <a:gd name="connsiteY138" fmla="*/ 544621 h 589020"/>
              <a:gd name="connsiteX139" fmla="*/ 131213 w 448920"/>
              <a:gd name="connsiteY139" fmla="*/ 547541 h 589020"/>
              <a:gd name="connsiteX140" fmla="*/ 119844 w 448920"/>
              <a:gd name="connsiteY140" fmla="*/ 573351 h 589020"/>
              <a:gd name="connsiteX141" fmla="*/ 119076 w 448920"/>
              <a:gd name="connsiteY141" fmla="*/ 573044 h 589020"/>
              <a:gd name="connsiteX142" fmla="*/ 109397 w 448920"/>
              <a:gd name="connsiteY142" fmla="*/ 538015 h 589020"/>
              <a:gd name="connsiteX143" fmla="*/ 100793 w 448920"/>
              <a:gd name="connsiteY143" fmla="*/ 557681 h 589020"/>
              <a:gd name="connsiteX144" fmla="*/ 100486 w 448920"/>
              <a:gd name="connsiteY144" fmla="*/ 561829 h 589020"/>
              <a:gd name="connsiteX145" fmla="*/ 102791 w 448920"/>
              <a:gd name="connsiteY145" fmla="*/ 563980 h 589020"/>
              <a:gd name="connsiteX146" fmla="*/ 103559 w 448920"/>
              <a:gd name="connsiteY146" fmla="*/ 564287 h 589020"/>
              <a:gd name="connsiteX147" fmla="*/ 103251 w 448920"/>
              <a:gd name="connsiteY147" fmla="*/ 565055 h 589020"/>
              <a:gd name="connsiteX148" fmla="*/ 92190 w 448920"/>
              <a:gd name="connsiteY148" fmla="*/ 560292 h 589020"/>
              <a:gd name="connsiteX149" fmla="*/ 92497 w 448920"/>
              <a:gd name="connsiteY149" fmla="*/ 559524 h 589020"/>
              <a:gd name="connsiteX150" fmla="*/ 96492 w 448920"/>
              <a:gd name="connsiteY150" fmla="*/ 559985 h 589020"/>
              <a:gd name="connsiteX151" fmla="*/ 99103 w 448920"/>
              <a:gd name="connsiteY151" fmla="*/ 556913 h 589020"/>
              <a:gd name="connsiteX152" fmla="*/ 108628 w 448920"/>
              <a:gd name="connsiteY152" fmla="*/ 535096 h 589020"/>
              <a:gd name="connsiteX153" fmla="*/ 108321 w 448920"/>
              <a:gd name="connsiteY153" fmla="*/ 534021 h 589020"/>
              <a:gd name="connsiteX154" fmla="*/ 107246 w 448920"/>
              <a:gd name="connsiteY154" fmla="*/ 531562 h 589020"/>
              <a:gd name="connsiteX155" fmla="*/ 105249 w 448920"/>
              <a:gd name="connsiteY155" fmla="*/ 530180 h 589020"/>
              <a:gd name="connsiteX156" fmla="*/ 82666 w 448920"/>
              <a:gd name="connsiteY156" fmla="*/ 528643 h 589020"/>
              <a:gd name="connsiteX157" fmla="*/ 72065 w 448920"/>
              <a:gd name="connsiteY157" fmla="*/ 535865 h 589020"/>
              <a:gd name="connsiteX158" fmla="*/ 80823 w 448920"/>
              <a:gd name="connsiteY158" fmla="*/ 541242 h 589020"/>
              <a:gd name="connsiteX159" fmla="*/ 308041 w 448920"/>
              <a:gd name="connsiteY159" fmla="*/ 528336 h 589020"/>
              <a:gd name="connsiteX160" fmla="*/ 308348 w 448920"/>
              <a:gd name="connsiteY160" fmla="*/ 529258 h 589020"/>
              <a:gd name="connsiteX161" fmla="*/ 307734 w 448920"/>
              <a:gd name="connsiteY161" fmla="*/ 529565 h 589020"/>
              <a:gd name="connsiteX162" fmla="*/ 305737 w 448920"/>
              <a:gd name="connsiteY162" fmla="*/ 531101 h 589020"/>
              <a:gd name="connsiteX163" fmla="*/ 305122 w 448920"/>
              <a:gd name="connsiteY163" fmla="*/ 533252 h 589020"/>
              <a:gd name="connsiteX164" fmla="*/ 305890 w 448920"/>
              <a:gd name="connsiteY164" fmla="*/ 536018 h 589020"/>
              <a:gd name="connsiteX165" fmla="*/ 310960 w 448920"/>
              <a:gd name="connsiteY165" fmla="*/ 547847 h 589020"/>
              <a:gd name="connsiteX166" fmla="*/ 313725 w 448920"/>
              <a:gd name="connsiteY166" fmla="*/ 555990 h 589020"/>
              <a:gd name="connsiteX167" fmla="*/ 312189 w 448920"/>
              <a:gd name="connsiteY167" fmla="*/ 561981 h 589020"/>
              <a:gd name="connsiteX168" fmla="*/ 305429 w 448920"/>
              <a:gd name="connsiteY168" fmla="*/ 567358 h 589020"/>
              <a:gd name="connsiteX169" fmla="*/ 298670 w 448920"/>
              <a:gd name="connsiteY169" fmla="*/ 569048 h 589020"/>
              <a:gd name="connsiteX170" fmla="*/ 292832 w 448920"/>
              <a:gd name="connsiteY170" fmla="*/ 567051 h 589020"/>
              <a:gd name="connsiteX171" fmla="*/ 288991 w 448920"/>
              <a:gd name="connsiteY171" fmla="*/ 561367 h 589020"/>
              <a:gd name="connsiteX172" fmla="*/ 282385 w 448920"/>
              <a:gd name="connsiteY172" fmla="*/ 546157 h 589020"/>
              <a:gd name="connsiteX173" fmla="*/ 280695 w 448920"/>
              <a:gd name="connsiteY173" fmla="*/ 542931 h 589020"/>
              <a:gd name="connsiteX174" fmla="*/ 279159 w 448920"/>
              <a:gd name="connsiteY174" fmla="*/ 542316 h 589020"/>
              <a:gd name="connsiteX175" fmla="*/ 276240 w 448920"/>
              <a:gd name="connsiteY175" fmla="*/ 543085 h 589020"/>
              <a:gd name="connsiteX176" fmla="*/ 276086 w 448920"/>
              <a:gd name="connsiteY176" fmla="*/ 542163 h 589020"/>
              <a:gd name="connsiteX177" fmla="*/ 292064 w 448920"/>
              <a:gd name="connsiteY177" fmla="*/ 535249 h 589020"/>
              <a:gd name="connsiteX178" fmla="*/ 292371 w 448920"/>
              <a:gd name="connsiteY178" fmla="*/ 536171 h 589020"/>
              <a:gd name="connsiteX179" fmla="*/ 291603 w 448920"/>
              <a:gd name="connsiteY179" fmla="*/ 536478 h 589020"/>
              <a:gd name="connsiteX180" fmla="*/ 289298 w 448920"/>
              <a:gd name="connsiteY180" fmla="*/ 537861 h 589020"/>
              <a:gd name="connsiteX181" fmla="*/ 288837 w 448920"/>
              <a:gd name="connsiteY181" fmla="*/ 539244 h 589020"/>
              <a:gd name="connsiteX182" fmla="*/ 289913 w 448920"/>
              <a:gd name="connsiteY182" fmla="*/ 542624 h 589020"/>
              <a:gd name="connsiteX183" fmla="*/ 296519 w 448920"/>
              <a:gd name="connsiteY183" fmla="*/ 557833 h 589020"/>
              <a:gd name="connsiteX184" fmla="*/ 299591 w 448920"/>
              <a:gd name="connsiteY184" fmla="*/ 563057 h 589020"/>
              <a:gd name="connsiteX185" fmla="*/ 302664 w 448920"/>
              <a:gd name="connsiteY185" fmla="*/ 564439 h 589020"/>
              <a:gd name="connsiteX186" fmla="*/ 306658 w 448920"/>
              <a:gd name="connsiteY186" fmla="*/ 563825 h 589020"/>
              <a:gd name="connsiteX187" fmla="*/ 310499 w 448920"/>
              <a:gd name="connsiteY187" fmla="*/ 560906 h 589020"/>
              <a:gd name="connsiteX188" fmla="*/ 311728 w 448920"/>
              <a:gd name="connsiteY188" fmla="*/ 556604 h 589020"/>
              <a:gd name="connsiteX189" fmla="*/ 309577 w 448920"/>
              <a:gd name="connsiteY189" fmla="*/ 549230 h 589020"/>
              <a:gd name="connsiteX190" fmla="*/ 304047 w 448920"/>
              <a:gd name="connsiteY190" fmla="*/ 536632 h 589020"/>
              <a:gd name="connsiteX191" fmla="*/ 302357 w 448920"/>
              <a:gd name="connsiteY191" fmla="*/ 533867 h 589020"/>
              <a:gd name="connsiteX192" fmla="*/ 300667 w 448920"/>
              <a:gd name="connsiteY192" fmla="*/ 533099 h 589020"/>
              <a:gd name="connsiteX193" fmla="*/ 297594 w 448920"/>
              <a:gd name="connsiteY193" fmla="*/ 533867 h 589020"/>
              <a:gd name="connsiteX194" fmla="*/ 297287 w 448920"/>
              <a:gd name="connsiteY194" fmla="*/ 532945 h 589020"/>
              <a:gd name="connsiteX195" fmla="*/ 91116 w 448920"/>
              <a:gd name="connsiteY195" fmla="*/ 520501 h 589020"/>
              <a:gd name="connsiteX196" fmla="*/ 91577 w 448920"/>
              <a:gd name="connsiteY196" fmla="*/ 520808 h 589020"/>
              <a:gd name="connsiteX197" fmla="*/ 87429 w 448920"/>
              <a:gd name="connsiteY197" fmla="*/ 550767 h 589020"/>
              <a:gd name="connsiteX198" fmla="*/ 87275 w 448920"/>
              <a:gd name="connsiteY198" fmla="*/ 556452 h 589020"/>
              <a:gd name="connsiteX199" fmla="*/ 88965 w 448920"/>
              <a:gd name="connsiteY199" fmla="*/ 558449 h 589020"/>
              <a:gd name="connsiteX200" fmla="*/ 88504 w 448920"/>
              <a:gd name="connsiteY200" fmla="*/ 559217 h 589020"/>
              <a:gd name="connsiteX201" fmla="*/ 74524 w 448920"/>
              <a:gd name="connsiteY201" fmla="*/ 550614 h 589020"/>
              <a:gd name="connsiteX202" fmla="*/ 74985 w 448920"/>
              <a:gd name="connsiteY202" fmla="*/ 549845 h 589020"/>
              <a:gd name="connsiteX203" fmla="*/ 75599 w 448920"/>
              <a:gd name="connsiteY203" fmla="*/ 550153 h 589020"/>
              <a:gd name="connsiteX204" fmla="*/ 78211 w 448920"/>
              <a:gd name="connsiteY204" fmla="*/ 551075 h 589020"/>
              <a:gd name="connsiteX205" fmla="*/ 79286 w 448920"/>
              <a:gd name="connsiteY205" fmla="*/ 550460 h 589020"/>
              <a:gd name="connsiteX206" fmla="*/ 79594 w 448920"/>
              <a:gd name="connsiteY206" fmla="*/ 549538 h 589020"/>
              <a:gd name="connsiteX207" fmla="*/ 79901 w 448920"/>
              <a:gd name="connsiteY207" fmla="*/ 547541 h 589020"/>
              <a:gd name="connsiteX208" fmla="*/ 80515 w 448920"/>
              <a:gd name="connsiteY208" fmla="*/ 542932 h 589020"/>
              <a:gd name="connsiteX209" fmla="*/ 70375 w 448920"/>
              <a:gd name="connsiteY209" fmla="*/ 536633 h 589020"/>
              <a:gd name="connsiteX210" fmla="*/ 67456 w 448920"/>
              <a:gd name="connsiteY210" fmla="*/ 538630 h 589020"/>
              <a:gd name="connsiteX211" fmla="*/ 65459 w 448920"/>
              <a:gd name="connsiteY211" fmla="*/ 540628 h 589020"/>
              <a:gd name="connsiteX212" fmla="*/ 65305 w 448920"/>
              <a:gd name="connsiteY212" fmla="*/ 543086 h 589020"/>
              <a:gd name="connsiteX213" fmla="*/ 67763 w 448920"/>
              <a:gd name="connsiteY213" fmla="*/ 545390 h 589020"/>
              <a:gd name="connsiteX214" fmla="*/ 67302 w 448920"/>
              <a:gd name="connsiteY214" fmla="*/ 546158 h 589020"/>
              <a:gd name="connsiteX215" fmla="*/ 57777 w 448920"/>
              <a:gd name="connsiteY215" fmla="*/ 540320 h 589020"/>
              <a:gd name="connsiteX216" fmla="*/ 58238 w 448920"/>
              <a:gd name="connsiteY216" fmla="*/ 539552 h 589020"/>
              <a:gd name="connsiteX217" fmla="*/ 61618 w 448920"/>
              <a:gd name="connsiteY217" fmla="*/ 539859 h 589020"/>
              <a:gd name="connsiteX218" fmla="*/ 66688 w 448920"/>
              <a:gd name="connsiteY218" fmla="*/ 537094 h 589020"/>
              <a:gd name="connsiteX219" fmla="*/ 352288 w 448920"/>
              <a:gd name="connsiteY219" fmla="*/ 494384 h 589020"/>
              <a:gd name="connsiteX220" fmla="*/ 352902 w 448920"/>
              <a:gd name="connsiteY220" fmla="*/ 495152 h 589020"/>
              <a:gd name="connsiteX221" fmla="*/ 352288 w 448920"/>
              <a:gd name="connsiteY221" fmla="*/ 495613 h 589020"/>
              <a:gd name="connsiteX222" fmla="*/ 350752 w 448920"/>
              <a:gd name="connsiteY222" fmla="*/ 497457 h 589020"/>
              <a:gd name="connsiteX223" fmla="*/ 350752 w 448920"/>
              <a:gd name="connsiteY223" fmla="*/ 499607 h 589020"/>
              <a:gd name="connsiteX224" fmla="*/ 352288 w 448920"/>
              <a:gd name="connsiteY224" fmla="*/ 502066 h 589020"/>
              <a:gd name="connsiteX225" fmla="*/ 360277 w 448920"/>
              <a:gd name="connsiteY225" fmla="*/ 512205 h 589020"/>
              <a:gd name="connsiteX226" fmla="*/ 365039 w 448920"/>
              <a:gd name="connsiteY226" fmla="*/ 519426 h 589020"/>
              <a:gd name="connsiteX227" fmla="*/ 365039 w 448920"/>
              <a:gd name="connsiteY227" fmla="*/ 525571 h 589020"/>
              <a:gd name="connsiteX228" fmla="*/ 359969 w 448920"/>
              <a:gd name="connsiteY228" fmla="*/ 532484 h 589020"/>
              <a:gd name="connsiteX229" fmla="*/ 353978 w 448920"/>
              <a:gd name="connsiteY229" fmla="*/ 535711 h 589020"/>
              <a:gd name="connsiteX230" fmla="*/ 347833 w 448920"/>
              <a:gd name="connsiteY230" fmla="*/ 535403 h 589020"/>
              <a:gd name="connsiteX231" fmla="*/ 342608 w 448920"/>
              <a:gd name="connsiteY231" fmla="*/ 530948 h 589020"/>
              <a:gd name="connsiteX232" fmla="*/ 332315 w 448920"/>
              <a:gd name="connsiteY232" fmla="*/ 517890 h 589020"/>
              <a:gd name="connsiteX233" fmla="*/ 329857 w 448920"/>
              <a:gd name="connsiteY233" fmla="*/ 515278 h 589020"/>
              <a:gd name="connsiteX234" fmla="*/ 328321 w 448920"/>
              <a:gd name="connsiteY234" fmla="*/ 515124 h 589020"/>
              <a:gd name="connsiteX235" fmla="*/ 325709 w 448920"/>
              <a:gd name="connsiteY235" fmla="*/ 516660 h 589020"/>
              <a:gd name="connsiteX236" fmla="*/ 325248 w 448920"/>
              <a:gd name="connsiteY236" fmla="*/ 515892 h 589020"/>
              <a:gd name="connsiteX237" fmla="*/ 338921 w 448920"/>
              <a:gd name="connsiteY237" fmla="*/ 504985 h 589020"/>
              <a:gd name="connsiteX238" fmla="*/ 339536 w 448920"/>
              <a:gd name="connsiteY238" fmla="*/ 505753 h 589020"/>
              <a:gd name="connsiteX239" fmla="*/ 338921 w 448920"/>
              <a:gd name="connsiteY239" fmla="*/ 506367 h 589020"/>
              <a:gd name="connsiteX240" fmla="*/ 337078 w 448920"/>
              <a:gd name="connsiteY240" fmla="*/ 508364 h 589020"/>
              <a:gd name="connsiteX241" fmla="*/ 336924 w 448920"/>
              <a:gd name="connsiteY241" fmla="*/ 509901 h 589020"/>
              <a:gd name="connsiteX242" fmla="*/ 338921 w 448920"/>
              <a:gd name="connsiteY242" fmla="*/ 512973 h 589020"/>
              <a:gd name="connsiteX243" fmla="*/ 349215 w 448920"/>
              <a:gd name="connsiteY243" fmla="*/ 526032 h 589020"/>
              <a:gd name="connsiteX244" fmla="*/ 353517 w 448920"/>
              <a:gd name="connsiteY244" fmla="*/ 530334 h 589020"/>
              <a:gd name="connsiteX245" fmla="*/ 356743 w 448920"/>
              <a:gd name="connsiteY245" fmla="*/ 530795 h 589020"/>
              <a:gd name="connsiteX246" fmla="*/ 360430 w 448920"/>
              <a:gd name="connsiteY246" fmla="*/ 529105 h 589020"/>
              <a:gd name="connsiteX247" fmla="*/ 363349 w 448920"/>
              <a:gd name="connsiteY247" fmla="*/ 525264 h 589020"/>
              <a:gd name="connsiteX248" fmla="*/ 363503 w 448920"/>
              <a:gd name="connsiteY248" fmla="*/ 520809 h 589020"/>
              <a:gd name="connsiteX249" fmla="*/ 359509 w 448920"/>
              <a:gd name="connsiteY249" fmla="*/ 514202 h 589020"/>
              <a:gd name="connsiteX250" fmla="*/ 350905 w 448920"/>
              <a:gd name="connsiteY250" fmla="*/ 503448 h 589020"/>
              <a:gd name="connsiteX251" fmla="*/ 348447 w 448920"/>
              <a:gd name="connsiteY251" fmla="*/ 501144 h 589020"/>
              <a:gd name="connsiteX252" fmla="*/ 346604 w 448920"/>
              <a:gd name="connsiteY252" fmla="*/ 500837 h 589020"/>
              <a:gd name="connsiteX253" fmla="*/ 343685 w 448920"/>
              <a:gd name="connsiteY253" fmla="*/ 502373 h 589020"/>
              <a:gd name="connsiteX254" fmla="*/ 343070 w 448920"/>
              <a:gd name="connsiteY254" fmla="*/ 501605 h 589020"/>
              <a:gd name="connsiteX255" fmla="*/ 51018 w 448920"/>
              <a:gd name="connsiteY255" fmla="*/ 489621 h 589020"/>
              <a:gd name="connsiteX256" fmla="*/ 64076 w 448920"/>
              <a:gd name="connsiteY256" fmla="*/ 501297 h 589020"/>
              <a:gd name="connsiteX257" fmla="*/ 63462 w 448920"/>
              <a:gd name="connsiteY257" fmla="*/ 502065 h 589020"/>
              <a:gd name="connsiteX258" fmla="*/ 62847 w 448920"/>
              <a:gd name="connsiteY258" fmla="*/ 501451 h 589020"/>
              <a:gd name="connsiteX259" fmla="*/ 60543 w 448920"/>
              <a:gd name="connsiteY259" fmla="*/ 499914 h 589020"/>
              <a:gd name="connsiteX260" fmla="*/ 59007 w 448920"/>
              <a:gd name="connsiteY260" fmla="*/ 500068 h 589020"/>
              <a:gd name="connsiteX261" fmla="*/ 56395 w 448920"/>
              <a:gd name="connsiteY261" fmla="*/ 502526 h 589020"/>
              <a:gd name="connsiteX262" fmla="*/ 45333 w 448920"/>
              <a:gd name="connsiteY262" fmla="*/ 514970 h 589020"/>
              <a:gd name="connsiteX263" fmla="*/ 41800 w 448920"/>
              <a:gd name="connsiteY263" fmla="*/ 519886 h 589020"/>
              <a:gd name="connsiteX264" fmla="*/ 41800 w 448920"/>
              <a:gd name="connsiteY264" fmla="*/ 523266 h 589020"/>
              <a:gd name="connsiteX265" fmla="*/ 44104 w 448920"/>
              <a:gd name="connsiteY265" fmla="*/ 526646 h 589020"/>
              <a:gd name="connsiteX266" fmla="*/ 48406 w 448920"/>
              <a:gd name="connsiteY266" fmla="*/ 528797 h 589020"/>
              <a:gd name="connsiteX267" fmla="*/ 52861 w 448920"/>
              <a:gd name="connsiteY267" fmla="*/ 528182 h 589020"/>
              <a:gd name="connsiteX268" fmla="*/ 58546 w 448920"/>
              <a:gd name="connsiteY268" fmla="*/ 523112 h 589020"/>
              <a:gd name="connsiteX269" fmla="*/ 67764 w 448920"/>
              <a:gd name="connsiteY269" fmla="*/ 512819 h 589020"/>
              <a:gd name="connsiteX270" fmla="*/ 69607 w 448920"/>
              <a:gd name="connsiteY270" fmla="*/ 510054 h 589020"/>
              <a:gd name="connsiteX271" fmla="*/ 69607 w 448920"/>
              <a:gd name="connsiteY271" fmla="*/ 508210 h 589020"/>
              <a:gd name="connsiteX272" fmla="*/ 67610 w 448920"/>
              <a:gd name="connsiteY272" fmla="*/ 505599 h 589020"/>
              <a:gd name="connsiteX273" fmla="*/ 68224 w 448920"/>
              <a:gd name="connsiteY273" fmla="*/ 504830 h 589020"/>
              <a:gd name="connsiteX274" fmla="*/ 76981 w 448920"/>
              <a:gd name="connsiteY274" fmla="*/ 512666 h 589020"/>
              <a:gd name="connsiteX275" fmla="*/ 76367 w 448920"/>
              <a:gd name="connsiteY275" fmla="*/ 513434 h 589020"/>
              <a:gd name="connsiteX276" fmla="*/ 75906 w 448920"/>
              <a:gd name="connsiteY276" fmla="*/ 512973 h 589020"/>
              <a:gd name="connsiteX277" fmla="*/ 73755 w 448920"/>
              <a:gd name="connsiteY277" fmla="*/ 511897 h 589020"/>
              <a:gd name="connsiteX278" fmla="*/ 71604 w 448920"/>
              <a:gd name="connsiteY278" fmla="*/ 512205 h 589020"/>
              <a:gd name="connsiteX279" fmla="*/ 69453 w 448920"/>
              <a:gd name="connsiteY279" fmla="*/ 514202 h 589020"/>
              <a:gd name="connsiteX280" fmla="*/ 60850 w 448920"/>
              <a:gd name="connsiteY280" fmla="*/ 523881 h 589020"/>
              <a:gd name="connsiteX281" fmla="*/ 54551 w 448920"/>
              <a:gd name="connsiteY281" fmla="*/ 529872 h 589020"/>
              <a:gd name="connsiteX282" fmla="*/ 48406 w 448920"/>
              <a:gd name="connsiteY282" fmla="*/ 530948 h 589020"/>
              <a:gd name="connsiteX283" fmla="*/ 40725 w 448920"/>
              <a:gd name="connsiteY283" fmla="*/ 527107 h 589020"/>
              <a:gd name="connsiteX284" fmla="*/ 36423 w 448920"/>
              <a:gd name="connsiteY284" fmla="*/ 521730 h 589020"/>
              <a:gd name="connsiteX285" fmla="*/ 35655 w 448920"/>
              <a:gd name="connsiteY285" fmla="*/ 515585 h 589020"/>
              <a:gd name="connsiteX286" fmla="*/ 39188 w 448920"/>
              <a:gd name="connsiteY286" fmla="*/ 509593 h 589020"/>
              <a:gd name="connsiteX287" fmla="*/ 50250 w 448920"/>
              <a:gd name="connsiteY287" fmla="*/ 497149 h 589020"/>
              <a:gd name="connsiteX288" fmla="*/ 52400 w 448920"/>
              <a:gd name="connsiteY288" fmla="*/ 494230 h 589020"/>
              <a:gd name="connsiteX289" fmla="*/ 52247 w 448920"/>
              <a:gd name="connsiteY289" fmla="*/ 492694 h 589020"/>
              <a:gd name="connsiteX290" fmla="*/ 50250 w 448920"/>
              <a:gd name="connsiteY290" fmla="*/ 490389 h 589020"/>
              <a:gd name="connsiteX291" fmla="*/ 27512 w 448920"/>
              <a:gd name="connsiteY291" fmla="*/ 468881 h 589020"/>
              <a:gd name="connsiteX292" fmla="*/ 40264 w 448920"/>
              <a:gd name="connsiteY292" fmla="*/ 475795 h 589020"/>
              <a:gd name="connsiteX293" fmla="*/ 42875 w 448920"/>
              <a:gd name="connsiteY293" fmla="*/ 479482 h 589020"/>
              <a:gd name="connsiteX294" fmla="*/ 44258 w 448920"/>
              <a:gd name="connsiteY294" fmla="*/ 482862 h 589020"/>
              <a:gd name="connsiteX295" fmla="*/ 45487 w 448920"/>
              <a:gd name="connsiteY295" fmla="*/ 485628 h 589020"/>
              <a:gd name="connsiteX296" fmla="*/ 46716 w 448920"/>
              <a:gd name="connsiteY296" fmla="*/ 486243 h 589020"/>
              <a:gd name="connsiteX297" fmla="*/ 48867 w 448920"/>
              <a:gd name="connsiteY297" fmla="*/ 485782 h 589020"/>
              <a:gd name="connsiteX298" fmla="*/ 49021 w 448920"/>
              <a:gd name="connsiteY298" fmla="*/ 486396 h 589020"/>
              <a:gd name="connsiteX299" fmla="*/ 39957 w 448920"/>
              <a:gd name="connsiteY299" fmla="*/ 494078 h 589020"/>
              <a:gd name="connsiteX300" fmla="*/ 39342 w 448920"/>
              <a:gd name="connsiteY300" fmla="*/ 493310 h 589020"/>
              <a:gd name="connsiteX301" fmla="*/ 41800 w 448920"/>
              <a:gd name="connsiteY301" fmla="*/ 484706 h 589020"/>
              <a:gd name="connsiteX302" fmla="*/ 39035 w 448920"/>
              <a:gd name="connsiteY302" fmla="*/ 477485 h 589020"/>
              <a:gd name="connsiteX303" fmla="*/ 33350 w 448920"/>
              <a:gd name="connsiteY303" fmla="*/ 474105 h 589020"/>
              <a:gd name="connsiteX304" fmla="*/ 26437 w 448920"/>
              <a:gd name="connsiteY304" fmla="*/ 475180 h 589020"/>
              <a:gd name="connsiteX305" fmla="*/ 19830 w 448920"/>
              <a:gd name="connsiteY305" fmla="*/ 479482 h 589020"/>
              <a:gd name="connsiteX306" fmla="*/ 14146 w 448920"/>
              <a:gd name="connsiteY306" fmla="*/ 485935 h 589020"/>
              <a:gd name="connsiteX307" fmla="*/ 12456 w 448920"/>
              <a:gd name="connsiteY307" fmla="*/ 492234 h 589020"/>
              <a:gd name="connsiteX308" fmla="*/ 15067 w 448920"/>
              <a:gd name="connsiteY308" fmla="*/ 497918 h 589020"/>
              <a:gd name="connsiteX309" fmla="*/ 16911 w 448920"/>
              <a:gd name="connsiteY309" fmla="*/ 499608 h 589020"/>
              <a:gd name="connsiteX310" fmla="*/ 19215 w 448920"/>
              <a:gd name="connsiteY310" fmla="*/ 501145 h 589020"/>
              <a:gd name="connsiteX311" fmla="*/ 24592 w 448920"/>
              <a:gd name="connsiteY311" fmla="*/ 496536 h 589020"/>
              <a:gd name="connsiteX312" fmla="*/ 26437 w 448920"/>
              <a:gd name="connsiteY312" fmla="*/ 494692 h 589020"/>
              <a:gd name="connsiteX313" fmla="*/ 26591 w 448920"/>
              <a:gd name="connsiteY313" fmla="*/ 493156 h 589020"/>
              <a:gd name="connsiteX314" fmla="*/ 25669 w 448920"/>
              <a:gd name="connsiteY314" fmla="*/ 491312 h 589020"/>
              <a:gd name="connsiteX315" fmla="*/ 25053 w 448920"/>
              <a:gd name="connsiteY315" fmla="*/ 490698 h 589020"/>
              <a:gd name="connsiteX316" fmla="*/ 25823 w 448920"/>
              <a:gd name="connsiteY316" fmla="*/ 490083 h 589020"/>
              <a:gd name="connsiteX317" fmla="*/ 36423 w 448920"/>
              <a:gd name="connsiteY317" fmla="*/ 502681 h 589020"/>
              <a:gd name="connsiteX318" fmla="*/ 35655 w 448920"/>
              <a:gd name="connsiteY318" fmla="*/ 503296 h 589020"/>
              <a:gd name="connsiteX319" fmla="*/ 33504 w 448920"/>
              <a:gd name="connsiteY319" fmla="*/ 501606 h 589020"/>
              <a:gd name="connsiteX320" fmla="*/ 31814 w 448920"/>
              <a:gd name="connsiteY320" fmla="*/ 501606 h 589020"/>
              <a:gd name="connsiteX321" fmla="*/ 29971 w 448920"/>
              <a:gd name="connsiteY321" fmla="*/ 502988 h 589020"/>
              <a:gd name="connsiteX322" fmla="*/ 24592 w 448920"/>
              <a:gd name="connsiteY322" fmla="*/ 507597 h 589020"/>
              <a:gd name="connsiteX323" fmla="*/ 18601 w 448920"/>
              <a:gd name="connsiteY323" fmla="*/ 503910 h 589020"/>
              <a:gd name="connsiteX324" fmla="*/ 13377 w 448920"/>
              <a:gd name="connsiteY324" fmla="*/ 498840 h 589020"/>
              <a:gd name="connsiteX325" fmla="*/ 9229 w 448920"/>
              <a:gd name="connsiteY325" fmla="*/ 491927 h 589020"/>
              <a:gd name="connsiteX326" fmla="*/ 8154 w 448920"/>
              <a:gd name="connsiteY326" fmla="*/ 485474 h 589020"/>
              <a:gd name="connsiteX327" fmla="*/ 9383 w 448920"/>
              <a:gd name="connsiteY327" fmla="*/ 479482 h 589020"/>
              <a:gd name="connsiteX328" fmla="*/ 14146 w 448920"/>
              <a:gd name="connsiteY328" fmla="*/ 473183 h 589020"/>
              <a:gd name="connsiteX329" fmla="*/ 27512 w 448920"/>
              <a:gd name="connsiteY329" fmla="*/ 468881 h 589020"/>
              <a:gd name="connsiteX330" fmla="*/ 376099 w 448920"/>
              <a:gd name="connsiteY330" fmla="*/ 467652 h 589020"/>
              <a:gd name="connsiteX331" fmla="*/ 376868 w 448920"/>
              <a:gd name="connsiteY331" fmla="*/ 468267 h 589020"/>
              <a:gd name="connsiteX332" fmla="*/ 375485 w 448920"/>
              <a:gd name="connsiteY332" fmla="*/ 470878 h 589020"/>
              <a:gd name="connsiteX333" fmla="*/ 375792 w 448920"/>
              <a:gd name="connsiteY333" fmla="*/ 472722 h 589020"/>
              <a:gd name="connsiteX334" fmla="*/ 378097 w 448920"/>
              <a:gd name="connsiteY334" fmla="*/ 475334 h 589020"/>
              <a:gd name="connsiteX335" fmla="*/ 399144 w 448920"/>
              <a:gd name="connsiteY335" fmla="*/ 494078 h 589020"/>
              <a:gd name="connsiteX336" fmla="*/ 398530 w 448920"/>
              <a:gd name="connsiteY336" fmla="*/ 494692 h 589020"/>
              <a:gd name="connsiteX337" fmla="*/ 362273 w 448920"/>
              <a:gd name="connsiteY337" fmla="*/ 493002 h 589020"/>
              <a:gd name="connsiteX338" fmla="*/ 378404 w 448920"/>
              <a:gd name="connsiteY338" fmla="*/ 507290 h 589020"/>
              <a:gd name="connsiteX339" fmla="*/ 382245 w 448920"/>
              <a:gd name="connsiteY339" fmla="*/ 508980 h 589020"/>
              <a:gd name="connsiteX340" fmla="*/ 385010 w 448920"/>
              <a:gd name="connsiteY340" fmla="*/ 507443 h 589020"/>
              <a:gd name="connsiteX341" fmla="*/ 385471 w 448920"/>
              <a:gd name="connsiteY341" fmla="*/ 506829 h 589020"/>
              <a:gd name="connsiteX342" fmla="*/ 386085 w 448920"/>
              <a:gd name="connsiteY342" fmla="*/ 507443 h 589020"/>
              <a:gd name="connsiteX343" fmla="*/ 378097 w 448920"/>
              <a:gd name="connsiteY343" fmla="*/ 516354 h 589020"/>
              <a:gd name="connsiteX344" fmla="*/ 377482 w 448920"/>
              <a:gd name="connsiteY344" fmla="*/ 515739 h 589020"/>
              <a:gd name="connsiteX345" fmla="*/ 379172 w 448920"/>
              <a:gd name="connsiteY345" fmla="*/ 512052 h 589020"/>
              <a:gd name="connsiteX346" fmla="*/ 377021 w 448920"/>
              <a:gd name="connsiteY346" fmla="*/ 508672 h 589020"/>
              <a:gd name="connsiteX347" fmla="*/ 359200 w 448920"/>
              <a:gd name="connsiteY347" fmla="*/ 492848 h 589020"/>
              <a:gd name="connsiteX348" fmla="*/ 357971 w 448920"/>
              <a:gd name="connsiteY348" fmla="*/ 492848 h 589020"/>
              <a:gd name="connsiteX349" fmla="*/ 355359 w 448920"/>
              <a:gd name="connsiteY349" fmla="*/ 493156 h 589020"/>
              <a:gd name="connsiteX350" fmla="*/ 353362 w 448920"/>
              <a:gd name="connsiteY350" fmla="*/ 494692 h 589020"/>
              <a:gd name="connsiteX351" fmla="*/ 352594 w 448920"/>
              <a:gd name="connsiteY351" fmla="*/ 494078 h 589020"/>
              <a:gd name="connsiteX352" fmla="*/ 361044 w 448920"/>
              <a:gd name="connsiteY352" fmla="*/ 484705 h 589020"/>
              <a:gd name="connsiteX353" fmla="*/ 387775 w 448920"/>
              <a:gd name="connsiteY353" fmla="*/ 486242 h 589020"/>
              <a:gd name="connsiteX354" fmla="*/ 376868 w 448920"/>
              <a:gd name="connsiteY354" fmla="*/ 476563 h 589020"/>
              <a:gd name="connsiteX355" fmla="*/ 373180 w 448920"/>
              <a:gd name="connsiteY355" fmla="*/ 474412 h 589020"/>
              <a:gd name="connsiteX356" fmla="*/ 369493 w 448920"/>
              <a:gd name="connsiteY356" fmla="*/ 476563 h 589020"/>
              <a:gd name="connsiteX357" fmla="*/ 368725 w 448920"/>
              <a:gd name="connsiteY357" fmla="*/ 475948 h 589020"/>
              <a:gd name="connsiteX358" fmla="*/ 387468 w 448920"/>
              <a:gd name="connsiteY358" fmla="*/ 448602 h 589020"/>
              <a:gd name="connsiteX359" fmla="*/ 388236 w 448920"/>
              <a:gd name="connsiteY359" fmla="*/ 449063 h 589020"/>
              <a:gd name="connsiteX360" fmla="*/ 387621 w 448920"/>
              <a:gd name="connsiteY360" fmla="*/ 449985 h 589020"/>
              <a:gd name="connsiteX361" fmla="*/ 386853 w 448920"/>
              <a:gd name="connsiteY361" fmla="*/ 452289 h 589020"/>
              <a:gd name="connsiteX362" fmla="*/ 387314 w 448920"/>
              <a:gd name="connsiteY362" fmla="*/ 453825 h 589020"/>
              <a:gd name="connsiteX363" fmla="*/ 389772 w 448920"/>
              <a:gd name="connsiteY363" fmla="*/ 455669 h 589020"/>
              <a:gd name="connsiteX364" fmla="*/ 399605 w 448920"/>
              <a:gd name="connsiteY364" fmla="*/ 461814 h 589020"/>
              <a:gd name="connsiteX365" fmla="*/ 408669 w 448920"/>
              <a:gd name="connsiteY365" fmla="*/ 467345 h 589020"/>
              <a:gd name="connsiteX366" fmla="*/ 411588 w 448920"/>
              <a:gd name="connsiteY366" fmla="*/ 468881 h 589020"/>
              <a:gd name="connsiteX367" fmla="*/ 413124 w 448920"/>
              <a:gd name="connsiteY367" fmla="*/ 468574 h 589020"/>
              <a:gd name="connsiteX368" fmla="*/ 414814 w 448920"/>
              <a:gd name="connsiteY368" fmla="*/ 466884 h 589020"/>
              <a:gd name="connsiteX369" fmla="*/ 415429 w 448920"/>
              <a:gd name="connsiteY369" fmla="*/ 465962 h 589020"/>
              <a:gd name="connsiteX370" fmla="*/ 416197 w 448920"/>
              <a:gd name="connsiteY370" fmla="*/ 466423 h 589020"/>
              <a:gd name="connsiteX371" fmla="*/ 406979 w 448920"/>
              <a:gd name="connsiteY371" fmla="*/ 481479 h 589020"/>
              <a:gd name="connsiteX372" fmla="*/ 406211 w 448920"/>
              <a:gd name="connsiteY372" fmla="*/ 481018 h 589020"/>
              <a:gd name="connsiteX373" fmla="*/ 406825 w 448920"/>
              <a:gd name="connsiteY373" fmla="*/ 480096 h 589020"/>
              <a:gd name="connsiteX374" fmla="*/ 407593 w 448920"/>
              <a:gd name="connsiteY374" fmla="*/ 477792 h 589020"/>
              <a:gd name="connsiteX375" fmla="*/ 407133 w 448920"/>
              <a:gd name="connsiteY375" fmla="*/ 476256 h 589020"/>
              <a:gd name="connsiteX376" fmla="*/ 404674 w 448920"/>
              <a:gd name="connsiteY376" fmla="*/ 474412 h 589020"/>
              <a:gd name="connsiteX377" fmla="*/ 395610 w 448920"/>
              <a:gd name="connsiteY377" fmla="*/ 468881 h 589020"/>
              <a:gd name="connsiteX378" fmla="*/ 385778 w 448920"/>
              <a:gd name="connsiteY378" fmla="*/ 462736 h 589020"/>
              <a:gd name="connsiteX379" fmla="*/ 382859 w 448920"/>
              <a:gd name="connsiteY379" fmla="*/ 461200 h 589020"/>
              <a:gd name="connsiteX380" fmla="*/ 381323 w 448920"/>
              <a:gd name="connsiteY380" fmla="*/ 461507 h 589020"/>
              <a:gd name="connsiteX381" fmla="*/ 379633 w 448920"/>
              <a:gd name="connsiteY381" fmla="*/ 463197 h 589020"/>
              <a:gd name="connsiteX382" fmla="*/ 379018 w 448920"/>
              <a:gd name="connsiteY382" fmla="*/ 464119 h 589020"/>
              <a:gd name="connsiteX383" fmla="*/ 378250 w 448920"/>
              <a:gd name="connsiteY383" fmla="*/ 463658 h 589020"/>
              <a:gd name="connsiteX384" fmla="*/ 403139 w 448920"/>
              <a:gd name="connsiteY384" fmla="*/ 412499 h 589020"/>
              <a:gd name="connsiteX385" fmla="*/ 404061 w 448920"/>
              <a:gd name="connsiteY385" fmla="*/ 412806 h 589020"/>
              <a:gd name="connsiteX386" fmla="*/ 404675 w 448920"/>
              <a:gd name="connsiteY386" fmla="*/ 416647 h 589020"/>
              <a:gd name="connsiteX387" fmla="*/ 408824 w 448920"/>
              <a:gd name="connsiteY387" fmla="*/ 421717 h 589020"/>
              <a:gd name="connsiteX388" fmla="*/ 428182 w 448920"/>
              <a:gd name="connsiteY388" fmla="*/ 442457 h 589020"/>
              <a:gd name="connsiteX389" fmla="*/ 427874 w 448920"/>
              <a:gd name="connsiteY389" fmla="*/ 443225 h 589020"/>
              <a:gd name="connsiteX390" fmla="*/ 398530 w 448920"/>
              <a:gd name="connsiteY390" fmla="*/ 443532 h 589020"/>
              <a:gd name="connsiteX391" fmla="*/ 392231 w 448920"/>
              <a:gd name="connsiteY391" fmla="*/ 443993 h 589020"/>
              <a:gd name="connsiteX392" fmla="*/ 390234 w 448920"/>
              <a:gd name="connsiteY392" fmla="*/ 445990 h 589020"/>
              <a:gd name="connsiteX393" fmla="*/ 389312 w 448920"/>
              <a:gd name="connsiteY393" fmla="*/ 445683 h 589020"/>
              <a:gd name="connsiteX394" fmla="*/ 395611 w 448920"/>
              <a:gd name="connsiteY394" fmla="*/ 430781 h 589020"/>
              <a:gd name="connsiteX395" fmla="*/ 396533 w 448920"/>
              <a:gd name="connsiteY395" fmla="*/ 431088 h 589020"/>
              <a:gd name="connsiteX396" fmla="*/ 396379 w 448920"/>
              <a:gd name="connsiteY396" fmla="*/ 431549 h 589020"/>
              <a:gd name="connsiteX397" fmla="*/ 395764 w 448920"/>
              <a:gd name="connsiteY397" fmla="*/ 434468 h 589020"/>
              <a:gd name="connsiteX398" fmla="*/ 396533 w 448920"/>
              <a:gd name="connsiteY398" fmla="*/ 435390 h 589020"/>
              <a:gd name="connsiteX399" fmla="*/ 397608 w 448920"/>
              <a:gd name="connsiteY399" fmla="*/ 435544 h 589020"/>
              <a:gd name="connsiteX400" fmla="*/ 401142 w 448920"/>
              <a:gd name="connsiteY400" fmla="*/ 435544 h 589020"/>
              <a:gd name="connsiteX401" fmla="*/ 419425 w 448920"/>
              <a:gd name="connsiteY401" fmla="*/ 435390 h 589020"/>
              <a:gd name="connsiteX402" fmla="*/ 408210 w 448920"/>
              <a:gd name="connsiteY402" fmla="*/ 423407 h 589020"/>
              <a:gd name="connsiteX403" fmla="*/ 405443 w 448920"/>
              <a:gd name="connsiteY403" fmla="*/ 420641 h 589020"/>
              <a:gd name="connsiteX404" fmla="*/ 404061 w 448920"/>
              <a:gd name="connsiteY404" fmla="*/ 419720 h 589020"/>
              <a:gd name="connsiteX405" fmla="*/ 402678 w 448920"/>
              <a:gd name="connsiteY405" fmla="*/ 419566 h 589020"/>
              <a:gd name="connsiteX406" fmla="*/ 401449 w 448920"/>
              <a:gd name="connsiteY406" fmla="*/ 420334 h 589020"/>
              <a:gd name="connsiteX407" fmla="*/ 399912 w 448920"/>
              <a:gd name="connsiteY407" fmla="*/ 422792 h 589020"/>
              <a:gd name="connsiteX408" fmla="*/ 398991 w 448920"/>
              <a:gd name="connsiteY408" fmla="*/ 422485 h 589020"/>
              <a:gd name="connsiteX409" fmla="*/ 410820 w 448920"/>
              <a:gd name="connsiteY409" fmla="*/ 381926 h 589020"/>
              <a:gd name="connsiteX410" fmla="*/ 420499 w 448920"/>
              <a:gd name="connsiteY410" fmla="*/ 384230 h 589020"/>
              <a:gd name="connsiteX411" fmla="*/ 420345 w 448920"/>
              <a:gd name="connsiteY411" fmla="*/ 385152 h 589020"/>
              <a:gd name="connsiteX412" fmla="*/ 414814 w 448920"/>
              <a:gd name="connsiteY412" fmla="*/ 385920 h 589020"/>
              <a:gd name="connsiteX413" fmla="*/ 411588 w 448920"/>
              <a:gd name="connsiteY413" fmla="*/ 388993 h 589020"/>
              <a:gd name="connsiteX414" fmla="*/ 409898 w 448920"/>
              <a:gd name="connsiteY414" fmla="*/ 393909 h 589020"/>
              <a:gd name="connsiteX415" fmla="*/ 409284 w 448920"/>
              <a:gd name="connsiteY415" fmla="*/ 397443 h 589020"/>
              <a:gd name="connsiteX416" fmla="*/ 422651 w 448920"/>
              <a:gd name="connsiteY416" fmla="*/ 400669 h 589020"/>
              <a:gd name="connsiteX417" fmla="*/ 422804 w 448920"/>
              <a:gd name="connsiteY417" fmla="*/ 400054 h 589020"/>
              <a:gd name="connsiteX418" fmla="*/ 421883 w 448920"/>
              <a:gd name="connsiteY418" fmla="*/ 394985 h 589020"/>
              <a:gd name="connsiteX419" fmla="*/ 416504 w 448920"/>
              <a:gd name="connsiteY419" fmla="*/ 391758 h 589020"/>
              <a:gd name="connsiteX420" fmla="*/ 416658 w 448920"/>
              <a:gd name="connsiteY420" fmla="*/ 390837 h 589020"/>
              <a:gd name="connsiteX421" fmla="*/ 433866 w 448920"/>
              <a:gd name="connsiteY421" fmla="*/ 394985 h 589020"/>
              <a:gd name="connsiteX422" fmla="*/ 433712 w 448920"/>
              <a:gd name="connsiteY422" fmla="*/ 395906 h 589020"/>
              <a:gd name="connsiteX423" fmla="*/ 428796 w 448920"/>
              <a:gd name="connsiteY423" fmla="*/ 396060 h 589020"/>
              <a:gd name="connsiteX424" fmla="*/ 425877 w 448920"/>
              <a:gd name="connsiteY424" fmla="*/ 397596 h 589020"/>
              <a:gd name="connsiteX425" fmla="*/ 424341 w 448920"/>
              <a:gd name="connsiteY425" fmla="*/ 400976 h 589020"/>
              <a:gd name="connsiteX426" fmla="*/ 433558 w 448920"/>
              <a:gd name="connsiteY426" fmla="*/ 403281 h 589020"/>
              <a:gd name="connsiteX427" fmla="*/ 436938 w 448920"/>
              <a:gd name="connsiteY427" fmla="*/ 403895 h 589020"/>
              <a:gd name="connsiteX428" fmla="*/ 438167 w 448920"/>
              <a:gd name="connsiteY428" fmla="*/ 403281 h 589020"/>
              <a:gd name="connsiteX429" fmla="*/ 439089 w 448920"/>
              <a:gd name="connsiteY429" fmla="*/ 401283 h 589020"/>
              <a:gd name="connsiteX430" fmla="*/ 439550 w 448920"/>
              <a:gd name="connsiteY430" fmla="*/ 399286 h 589020"/>
              <a:gd name="connsiteX431" fmla="*/ 439243 w 448920"/>
              <a:gd name="connsiteY431" fmla="*/ 391451 h 589020"/>
              <a:gd name="connsiteX432" fmla="*/ 433712 w 448920"/>
              <a:gd name="connsiteY432" fmla="*/ 385920 h 589020"/>
              <a:gd name="connsiteX433" fmla="*/ 433866 w 448920"/>
              <a:gd name="connsiteY433" fmla="*/ 384999 h 589020"/>
              <a:gd name="connsiteX434" fmla="*/ 444005 w 448920"/>
              <a:gd name="connsiteY434" fmla="*/ 388993 h 589020"/>
              <a:gd name="connsiteX435" fmla="*/ 437092 w 448920"/>
              <a:gd name="connsiteY435" fmla="*/ 417415 h 589020"/>
              <a:gd name="connsiteX436" fmla="*/ 436170 w 448920"/>
              <a:gd name="connsiteY436" fmla="*/ 417261 h 589020"/>
              <a:gd name="connsiteX437" fmla="*/ 436477 w 448920"/>
              <a:gd name="connsiteY437" fmla="*/ 416186 h 589020"/>
              <a:gd name="connsiteX438" fmla="*/ 436477 w 448920"/>
              <a:gd name="connsiteY438" fmla="*/ 413728 h 589020"/>
              <a:gd name="connsiteX439" fmla="*/ 435556 w 448920"/>
              <a:gd name="connsiteY439" fmla="*/ 412499 h 589020"/>
              <a:gd name="connsiteX440" fmla="*/ 432637 w 448920"/>
              <a:gd name="connsiteY440" fmla="*/ 411423 h 589020"/>
              <a:gd name="connsiteX441" fmla="*/ 410974 w 448920"/>
              <a:gd name="connsiteY441" fmla="*/ 406200 h 589020"/>
              <a:gd name="connsiteX442" fmla="*/ 408208 w 448920"/>
              <a:gd name="connsiteY442" fmla="*/ 405585 h 589020"/>
              <a:gd name="connsiteX443" fmla="*/ 406672 w 448920"/>
              <a:gd name="connsiteY443" fmla="*/ 406200 h 589020"/>
              <a:gd name="connsiteX444" fmla="*/ 405443 w 448920"/>
              <a:gd name="connsiteY444" fmla="*/ 408504 h 589020"/>
              <a:gd name="connsiteX445" fmla="*/ 405136 w 448920"/>
              <a:gd name="connsiteY445" fmla="*/ 409580 h 589020"/>
              <a:gd name="connsiteX446" fmla="*/ 404214 w 448920"/>
              <a:gd name="connsiteY446" fmla="*/ 409426 h 589020"/>
              <a:gd name="connsiteX447" fmla="*/ 157790 w 448920"/>
              <a:gd name="connsiteY447" fmla="*/ 369636 h 589020"/>
              <a:gd name="connsiteX448" fmla="*/ 147190 w 448920"/>
              <a:gd name="connsiteY448" fmla="*/ 373937 h 589020"/>
              <a:gd name="connsiteX449" fmla="*/ 144117 w 448920"/>
              <a:gd name="connsiteY449" fmla="*/ 373323 h 589020"/>
              <a:gd name="connsiteX450" fmla="*/ 141966 w 448920"/>
              <a:gd name="connsiteY450" fmla="*/ 374859 h 589020"/>
              <a:gd name="connsiteX451" fmla="*/ 140430 w 448920"/>
              <a:gd name="connsiteY451" fmla="*/ 375166 h 589020"/>
              <a:gd name="connsiteX452" fmla="*/ 129830 w 448920"/>
              <a:gd name="connsiteY452" fmla="*/ 387611 h 589020"/>
              <a:gd name="connsiteX453" fmla="*/ 129830 w 448920"/>
              <a:gd name="connsiteY453" fmla="*/ 389454 h 589020"/>
              <a:gd name="connsiteX454" fmla="*/ 134746 w 448920"/>
              <a:gd name="connsiteY454" fmla="*/ 391912 h 589020"/>
              <a:gd name="connsiteX455" fmla="*/ 135360 w 448920"/>
              <a:gd name="connsiteY455" fmla="*/ 391912 h 589020"/>
              <a:gd name="connsiteX456" fmla="*/ 144885 w 448920"/>
              <a:gd name="connsiteY456" fmla="*/ 388840 h 589020"/>
              <a:gd name="connsiteX457" fmla="*/ 154718 w 448920"/>
              <a:gd name="connsiteY457" fmla="*/ 386228 h 589020"/>
              <a:gd name="connsiteX458" fmla="*/ 155332 w 448920"/>
              <a:gd name="connsiteY458" fmla="*/ 379314 h 589020"/>
              <a:gd name="connsiteX459" fmla="*/ 159634 w 448920"/>
              <a:gd name="connsiteY459" fmla="*/ 373323 h 589020"/>
              <a:gd name="connsiteX460" fmla="*/ 159634 w 448920"/>
              <a:gd name="connsiteY460" fmla="*/ 372094 h 589020"/>
              <a:gd name="connsiteX461" fmla="*/ 157790 w 448920"/>
              <a:gd name="connsiteY461" fmla="*/ 369636 h 589020"/>
              <a:gd name="connsiteX462" fmla="*/ 423264 w 448920"/>
              <a:gd name="connsiteY462" fmla="*/ 356730 h 589020"/>
              <a:gd name="connsiteX463" fmla="*/ 417426 w 448920"/>
              <a:gd name="connsiteY463" fmla="*/ 357959 h 589020"/>
              <a:gd name="connsiteX464" fmla="*/ 414968 w 448920"/>
              <a:gd name="connsiteY464" fmla="*/ 363644 h 589020"/>
              <a:gd name="connsiteX465" fmla="*/ 414660 w 448920"/>
              <a:gd name="connsiteY465" fmla="*/ 366256 h 589020"/>
              <a:gd name="connsiteX466" fmla="*/ 429409 w 448920"/>
              <a:gd name="connsiteY466" fmla="*/ 367638 h 589020"/>
              <a:gd name="connsiteX467" fmla="*/ 429563 w 448920"/>
              <a:gd name="connsiteY467" fmla="*/ 366256 h 589020"/>
              <a:gd name="connsiteX468" fmla="*/ 429409 w 448920"/>
              <a:gd name="connsiteY468" fmla="*/ 361032 h 589020"/>
              <a:gd name="connsiteX469" fmla="*/ 427412 w 448920"/>
              <a:gd name="connsiteY469" fmla="*/ 358113 h 589020"/>
              <a:gd name="connsiteX470" fmla="*/ 423264 w 448920"/>
              <a:gd name="connsiteY470" fmla="*/ 356730 h 589020"/>
              <a:gd name="connsiteX471" fmla="*/ 447998 w 448920"/>
              <a:gd name="connsiteY471" fmla="*/ 345669 h 589020"/>
              <a:gd name="connsiteX472" fmla="*/ 448920 w 448920"/>
              <a:gd name="connsiteY472" fmla="*/ 345823 h 589020"/>
              <a:gd name="connsiteX473" fmla="*/ 447845 w 448920"/>
              <a:gd name="connsiteY473" fmla="*/ 356423 h 589020"/>
              <a:gd name="connsiteX474" fmla="*/ 431713 w 448920"/>
              <a:gd name="connsiteY474" fmla="*/ 365795 h 589020"/>
              <a:gd name="connsiteX475" fmla="*/ 431560 w 448920"/>
              <a:gd name="connsiteY475" fmla="*/ 367945 h 589020"/>
              <a:gd name="connsiteX476" fmla="*/ 440931 w 448920"/>
              <a:gd name="connsiteY476" fmla="*/ 368867 h 589020"/>
              <a:gd name="connsiteX477" fmla="*/ 444465 w 448920"/>
              <a:gd name="connsiteY477" fmla="*/ 368867 h 589020"/>
              <a:gd name="connsiteX478" fmla="*/ 445694 w 448920"/>
              <a:gd name="connsiteY478" fmla="*/ 367792 h 589020"/>
              <a:gd name="connsiteX479" fmla="*/ 446462 w 448920"/>
              <a:gd name="connsiteY479" fmla="*/ 364719 h 589020"/>
              <a:gd name="connsiteX480" fmla="*/ 447384 w 448920"/>
              <a:gd name="connsiteY480" fmla="*/ 364873 h 589020"/>
              <a:gd name="connsiteX481" fmla="*/ 445694 w 448920"/>
              <a:gd name="connsiteY481" fmla="*/ 382079 h 589020"/>
              <a:gd name="connsiteX482" fmla="*/ 444772 w 448920"/>
              <a:gd name="connsiteY482" fmla="*/ 381926 h 589020"/>
              <a:gd name="connsiteX483" fmla="*/ 444618 w 448920"/>
              <a:gd name="connsiteY483" fmla="*/ 378700 h 589020"/>
              <a:gd name="connsiteX484" fmla="*/ 443543 w 448920"/>
              <a:gd name="connsiteY484" fmla="*/ 377471 h 589020"/>
              <a:gd name="connsiteX485" fmla="*/ 440163 w 448920"/>
              <a:gd name="connsiteY485" fmla="*/ 376856 h 589020"/>
              <a:gd name="connsiteX486" fmla="*/ 418347 w 448920"/>
              <a:gd name="connsiteY486" fmla="*/ 374705 h 589020"/>
              <a:gd name="connsiteX487" fmla="*/ 414814 w 448920"/>
              <a:gd name="connsiteY487" fmla="*/ 374705 h 589020"/>
              <a:gd name="connsiteX488" fmla="*/ 413585 w 448920"/>
              <a:gd name="connsiteY488" fmla="*/ 375781 h 589020"/>
              <a:gd name="connsiteX489" fmla="*/ 412817 w 448920"/>
              <a:gd name="connsiteY489" fmla="*/ 378853 h 589020"/>
              <a:gd name="connsiteX490" fmla="*/ 411895 w 448920"/>
              <a:gd name="connsiteY490" fmla="*/ 378700 h 589020"/>
              <a:gd name="connsiteX491" fmla="*/ 413431 w 448920"/>
              <a:gd name="connsiteY491" fmla="*/ 363029 h 589020"/>
              <a:gd name="connsiteX492" fmla="*/ 415121 w 448920"/>
              <a:gd name="connsiteY492" fmla="*/ 354119 h 589020"/>
              <a:gd name="connsiteX493" fmla="*/ 418655 w 448920"/>
              <a:gd name="connsiteY493" fmla="*/ 349817 h 589020"/>
              <a:gd name="connsiteX494" fmla="*/ 424185 w 448920"/>
              <a:gd name="connsiteY494" fmla="*/ 348588 h 589020"/>
              <a:gd name="connsiteX495" fmla="*/ 430023 w 448920"/>
              <a:gd name="connsiteY495" fmla="*/ 351814 h 589020"/>
              <a:gd name="connsiteX496" fmla="*/ 431867 w 448920"/>
              <a:gd name="connsiteY496" fmla="*/ 356884 h 589020"/>
              <a:gd name="connsiteX497" fmla="*/ 444004 w 448920"/>
              <a:gd name="connsiteY497" fmla="*/ 349971 h 589020"/>
              <a:gd name="connsiteX498" fmla="*/ 446923 w 448920"/>
              <a:gd name="connsiteY498" fmla="*/ 347973 h 589020"/>
              <a:gd name="connsiteX499" fmla="*/ 447998 w 448920"/>
              <a:gd name="connsiteY499" fmla="*/ 345669 h 589020"/>
              <a:gd name="connsiteX500" fmla="*/ 437858 w 448920"/>
              <a:gd name="connsiteY500" fmla="*/ 317094 h 589020"/>
              <a:gd name="connsiteX501" fmla="*/ 445233 w 448920"/>
              <a:gd name="connsiteY501" fmla="*/ 320167 h 589020"/>
              <a:gd name="connsiteX502" fmla="*/ 448459 w 448920"/>
              <a:gd name="connsiteY502" fmla="*/ 328464 h 589020"/>
              <a:gd name="connsiteX503" fmla="*/ 448152 w 448920"/>
              <a:gd name="connsiteY503" fmla="*/ 331536 h 589020"/>
              <a:gd name="connsiteX504" fmla="*/ 447076 w 448920"/>
              <a:gd name="connsiteY504" fmla="*/ 335070 h 589020"/>
              <a:gd name="connsiteX505" fmla="*/ 446615 w 448920"/>
              <a:gd name="connsiteY505" fmla="*/ 337067 h 589020"/>
              <a:gd name="connsiteX506" fmla="*/ 447076 w 448920"/>
              <a:gd name="connsiteY506" fmla="*/ 338450 h 589020"/>
              <a:gd name="connsiteX507" fmla="*/ 448613 w 448920"/>
              <a:gd name="connsiteY507" fmla="*/ 339525 h 589020"/>
              <a:gd name="connsiteX508" fmla="*/ 448613 w 448920"/>
              <a:gd name="connsiteY508" fmla="*/ 340447 h 589020"/>
              <a:gd name="connsiteX509" fmla="*/ 435861 w 448920"/>
              <a:gd name="connsiteY509" fmla="*/ 340754 h 589020"/>
              <a:gd name="connsiteX510" fmla="*/ 435861 w 448920"/>
              <a:gd name="connsiteY510" fmla="*/ 339832 h 589020"/>
              <a:gd name="connsiteX511" fmla="*/ 444004 w 448920"/>
              <a:gd name="connsiteY511" fmla="*/ 335377 h 589020"/>
              <a:gd name="connsiteX512" fmla="*/ 446615 w 448920"/>
              <a:gd name="connsiteY512" fmla="*/ 328617 h 589020"/>
              <a:gd name="connsiteX513" fmla="*/ 444925 w 448920"/>
              <a:gd name="connsiteY513" fmla="*/ 324161 h 589020"/>
              <a:gd name="connsiteX514" fmla="*/ 441392 w 448920"/>
              <a:gd name="connsiteY514" fmla="*/ 322625 h 589020"/>
              <a:gd name="connsiteX515" fmla="*/ 439087 w 448920"/>
              <a:gd name="connsiteY515" fmla="*/ 323393 h 589020"/>
              <a:gd name="connsiteX516" fmla="*/ 436937 w 448920"/>
              <a:gd name="connsiteY516" fmla="*/ 325390 h 589020"/>
              <a:gd name="connsiteX517" fmla="*/ 434479 w 448920"/>
              <a:gd name="connsiteY517" fmla="*/ 330000 h 589020"/>
              <a:gd name="connsiteX518" fmla="*/ 430791 w 448920"/>
              <a:gd name="connsiteY518" fmla="*/ 336760 h 589020"/>
              <a:gd name="connsiteX519" fmla="*/ 427258 w 448920"/>
              <a:gd name="connsiteY519" fmla="*/ 339986 h 589020"/>
              <a:gd name="connsiteX520" fmla="*/ 422956 w 448920"/>
              <a:gd name="connsiteY520" fmla="*/ 341215 h 589020"/>
              <a:gd name="connsiteX521" fmla="*/ 416043 w 448920"/>
              <a:gd name="connsiteY521" fmla="*/ 338450 h 589020"/>
              <a:gd name="connsiteX522" fmla="*/ 412970 w 448920"/>
              <a:gd name="connsiteY522" fmla="*/ 331075 h 589020"/>
              <a:gd name="connsiteX523" fmla="*/ 413278 w 448920"/>
              <a:gd name="connsiteY523" fmla="*/ 327849 h 589020"/>
              <a:gd name="connsiteX524" fmla="*/ 414353 w 448920"/>
              <a:gd name="connsiteY524" fmla="*/ 324929 h 589020"/>
              <a:gd name="connsiteX525" fmla="*/ 415121 w 448920"/>
              <a:gd name="connsiteY525" fmla="*/ 322625 h 589020"/>
              <a:gd name="connsiteX526" fmla="*/ 414660 w 448920"/>
              <a:gd name="connsiteY526" fmla="*/ 321549 h 589020"/>
              <a:gd name="connsiteX527" fmla="*/ 412663 w 448920"/>
              <a:gd name="connsiteY527" fmla="*/ 320935 h 589020"/>
              <a:gd name="connsiteX528" fmla="*/ 412970 w 448920"/>
              <a:gd name="connsiteY528" fmla="*/ 320167 h 589020"/>
              <a:gd name="connsiteX529" fmla="*/ 424185 w 448920"/>
              <a:gd name="connsiteY529" fmla="*/ 319552 h 589020"/>
              <a:gd name="connsiteX530" fmla="*/ 424185 w 448920"/>
              <a:gd name="connsiteY530" fmla="*/ 320628 h 589020"/>
              <a:gd name="connsiteX531" fmla="*/ 417426 w 448920"/>
              <a:gd name="connsiteY531" fmla="*/ 324315 h 589020"/>
              <a:gd name="connsiteX532" fmla="*/ 414967 w 448920"/>
              <a:gd name="connsiteY532" fmla="*/ 330461 h 589020"/>
              <a:gd name="connsiteX533" fmla="*/ 416350 w 448920"/>
              <a:gd name="connsiteY533" fmla="*/ 334455 h 589020"/>
              <a:gd name="connsiteX534" fmla="*/ 419576 w 448920"/>
              <a:gd name="connsiteY534" fmla="*/ 335838 h 589020"/>
              <a:gd name="connsiteX535" fmla="*/ 421574 w 448920"/>
              <a:gd name="connsiteY535" fmla="*/ 335223 h 589020"/>
              <a:gd name="connsiteX536" fmla="*/ 423878 w 448920"/>
              <a:gd name="connsiteY536" fmla="*/ 332919 h 589020"/>
              <a:gd name="connsiteX537" fmla="*/ 426643 w 448920"/>
              <a:gd name="connsiteY537" fmla="*/ 327388 h 589020"/>
              <a:gd name="connsiteX538" fmla="*/ 432020 w 448920"/>
              <a:gd name="connsiteY538" fmla="*/ 319245 h 589020"/>
              <a:gd name="connsiteX539" fmla="*/ 437858 w 448920"/>
              <a:gd name="connsiteY539" fmla="*/ 317094 h 589020"/>
              <a:gd name="connsiteX540" fmla="*/ 443236 w 448920"/>
              <a:gd name="connsiteY540" fmla="*/ 293742 h 589020"/>
              <a:gd name="connsiteX541" fmla="*/ 446155 w 448920"/>
              <a:gd name="connsiteY541" fmla="*/ 311257 h 589020"/>
              <a:gd name="connsiteX542" fmla="*/ 445234 w 448920"/>
              <a:gd name="connsiteY542" fmla="*/ 311411 h 589020"/>
              <a:gd name="connsiteX543" fmla="*/ 445080 w 448920"/>
              <a:gd name="connsiteY543" fmla="*/ 310335 h 589020"/>
              <a:gd name="connsiteX544" fmla="*/ 444158 w 448920"/>
              <a:gd name="connsiteY544" fmla="*/ 308031 h 589020"/>
              <a:gd name="connsiteX545" fmla="*/ 442776 w 448920"/>
              <a:gd name="connsiteY545" fmla="*/ 307263 h 589020"/>
              <a:gd name="connsiteX546" fmla="*/ 439703 w 448920"/>
              <a:gd name="connsiteY546" fmla="*/ 307570 h 589020"/>
              <a:gd name="connsiteX547" fmla="*/ 417734 w 448920"/>
              <a:gd name="connsiteY547" fmla="*/ 311257 h 589020"/>
              <a:gd name="connsiteX548" fmla="*/ 414508 w 448920"/>
              <a:gd name="connsiteY548" fmla="*/ 312025 h 589020"/>
              <a:gd name="connsiteX549" fmla="*/ 413586 w 448920"/>
              <a:gd name="connsiteY549" fmla="*/ 313254 h 589020"/>
              <a:gd name="connsiteX550" fmla="*/ 413432 w 448920"/>
              <a:gd name="connsiteY550" fmla="*/ 315559 h 589020"/>
              <a:gd name="connsiteX551" fmla="*/ 413586 w 448920"/>
              <a:gd name="connsiteY551" fmla="*/ 316634 h 589020"/>
              <a:gd name="connsiteX552" fmla="*/ 412664 w 448920"/>
              <a:gd name="connsiteY552" fmla="*/ 316788 h 589020"/>
              <a:gd name="connsiteX553" fmla="*/ 409745 w 448920"/>
              <a:gd name="connsiteY553" fmla="*/ 299273 h 589020"/>
              <a:gd name="connsiteX554" fmla="*/ 410667 w 448920"/>
              <a:gd name="connsiteY554" fmla="*/ 299119 h 589020"/>
              <a:gd name="connsiteX555" fmla="*/ 410820 w 448920"/>
              <a:gd name="connsiteY555" fmla="*/ 300194 h 589020"/>
              <a:gd name="connsiteX556" fmla="*/ 411742 w 448920"/>
              <a:gd name="connsiteY556" fmla="*/ 302500 h 589020"/>
              <a:gd name="connsiteX557" fmla="*/ 413125 w 448920"/>
              <a:gd name="connsiteY557" fmla="*/ 303268 h 589020"/>
              <a:gd name="connsiteX558" fmla="*/ 416197 w 448920"/>
              <a:gd name="connsiteY558" fmla="*/ 302961 h 589020"/>
              <a:gd name="connsiteX559" fmla="*/ 438167 w 448920"/>
              <a:gd name="connsiteY559" fmla="*/ 299273 h 589020"/>
              <a:gd name="connsiteX560" fmla="*/ 441393 w 448920"/>
              <a:gd name="connsiteY560" fmla="*/ 298505 h 589020"/>
              <a:gd name="connsiteX561" fmla="*/ 442315 w 448920"/>
              <a:gd name="connsiteY561" fmla="*/ 297276 h 589020"/>
              <a:gd name="connsiteX562" fmla="*/ 442468 w 448920"/>
              <a:gd name="connsiteY562" fmla="*/ 294971 h 589020"/>
              <a:gd name="connsiteX563" fmla="*/ 442315 w 448920"/>
              <a:gd name="connsiteY563" fmla="*/ 293896 h 589020"/>
              <a:gd name="connsiteX564" fmla="*/ 421574 w 448920"/>
              <a:gd name="connsiteY564" fmla="*/ 229371 h 589020"/>
              <a:gd name="connsiteX565" fmla="*/ 429409 w 448920"/>
              <a:gd name="connsiteY565" fmla="*/ 246732 h 589020"/>
              <a:gd name="connsiteX566" fmla="*/ 428641 w 448920"/>
              <a:gd name="connsiteY566" fmla="*/ 247040 h 589020"/>
              <a:gd name="connsiteX567" fmla="*/ 427873 w 448920"/>
              <a:gd name="connsiteY567" fmla="*/ 245503 h 589020"/>
              <a:gd name="connsiteX568" fmla="*/ 426490 w 448920"/>
              <a:gd name="connsiteY568" fmla="*/ 243505 h 589020"/>
              <a:gd name="connsiteX569" fmla="*/ 424954 w 448920"/>
              <a:gd name="connsiteY569" fmla="*/ 243044 h 589020"/>
              <a:gd name="connsiteX570" fmla="*/ 422035 w 448920"/>
              <a:gd name="connsiteY570" fmla="*/ 244121 h 589020"/>
              <a:gd name="connsiteX571" fmla="*/ 415890 w 448920"/>
              <a:gd name="connsiteY571" fmla="*/ 246886 h 589020"/>
              <a:gd name="connsiteX572" fmla="*/ 405904 w 448920"/>
              <a:gd name="connsiteY572" fmla="*/ 260098 h 589020"/>
              <a:gd name="connsiteX573" fmla="*/ 402678 w 448920"/>
              <a:gd name="connsiteY573" fmla="*/ 265168 h 589020"/>
              <a:gd name="connsiteX574" fmla="*/ 402887 w 448920"/>
              <a:gd name="connsiteY574" fmla="*/ 266945 h 589020"/>
              <a:gd name="connsiteX575" fmla="*/ 410359 w 448920"/>
              <a:gd name="connsiteY575" fmla="*/ 265013 h 589020"/>
              <a:gd name="connsiteX576" fmla="*/ 410512 w 448920"/>
              <a:gd name="connsiteY576" fmla="*/ 265935 h 589020"/>
              <a:gd name="connsiteX577" fmla="*/ 406518 w 448920"/>
              <a:gd name="connsiteY577" fmla="*/ 268854 h 589020"/>
              <a:gd name="connsiteX578" fmla="*/ 404982 w 448920"/>
              <a:gd name="connsiteY578" fmla="*/ 271926 h 589020"/>
              <a:gd name="connsiteX579" fmla="*/ 405442 w 448920"/>
              <a:gd name="connsiteY579" fmla="*/ 275306 h 589020"/>
              <a:gd name="connsiteX580" fmla="*/ 406057 w 448920"/>
              <a:gd name="connsiteY580" fmla="*/ 277764 h 589020"/>
              <a:gd name="connsiteX581" fmla="*/ 431407 w 448920"/>
              <a:gd name="connsiteY581" fmla="*/ 271312 h 589020"/>
              <a:gd name="connsiteX582" fmla="*/ 434480 w 448920"/>
              <a:gd name="connsiteY582" fmla="*/ 270236 h 589020"/>
              <a:gd name="connsiteX583" fmla="*/ 435248 w 448920"/>
              <a:gd name="connsiteY583" fmla="*/ 268854 h 589020"/>
              <a:gd name="connsiteX584" fmla="*/ 435094 w 448920"/>
              <a:gd name="connsiteY584" fmla="*/ 266549 h 589020"/>
              <a:gd name="connsiteX585" fmla="*/ 434787 w 448920"/>
              <a:gd name="connsiteY585" fmla="*/ 265474 h 589020"/>
              <a:gd name="connsiteX586" fmla="*/ 435709 w 448920"/>
              <a:gd name="connsiteY586" fmla="*/ 265320 h 589020"/>
              <a:gd name="connsiteX587" fmla="*/ 440164 w 448920"/>
              <a:gd name="connsiteY587" fmla="*/ 282527 h 589020"/>
              <a:gd name="connsiteX588" fmla="*/ 439242 w 448920"/>
              <a:gd name="connsiteY588" fmla="*/ 282681 h 589020"/>
              <a:gd name="connsiteX589" fmla="*/ 438935 w 448920"/>
              <a:gd name="connsiteY589" fmla="*/ 281605 h 589020"/>
              <a:gd name="connsiteX590" fmla="*/ 437859 w 448920"/>
              <a:gd name="connsiteY590" fmla="*/ 279454 h 589020"/>
              <a:gd name="connsiteX591" fmla="*/ 436477 w 448920"/>
              <a:gd name="connsiteY591" fmla="*/ 278686 h 589020"/>
              <a:gd name="connsiteX592" fmla="*/ 433404 w 448920"/>
              <a:gd name="connsiteY592" fmla="*/ 279147 h 589020"/>
              <a:gd name="connsiteX593" fmla="*/ 408054 w 448920"/>
              <a:gd name="connsiteY593" fmla="*/ 285600 h 589020"/>
              <a:gd name="connsiteX594" fmla="*/ 408669 w 448920"/>
              <a:gd name="connsiteY594" fmla="*/ 287904 h 589020"/>
              <a:gd name="connsiteX595" fmla="*/ 411280 w 448920"/>
              <a:gd name="connsiteY595" fmla="*/ 292359 h 589020"/>
              <a:gd name="connsiteX596" fmla="*/ 417579 w 448920"/>
              <a:gd name="connsiteY596" fmla="*/ 293588 h 589020"/>
              <a:gd name="connsiteX597" fmla="*/ 417886 w 448920"/>
              <a:gd name="connsiteY597" fmla="*/ 294510 h 589020"/>
              <a:gd name="connsiteX598" fmla="*/ 408976 w 448920"/>
              <a:gd name="connsiteY598" fmla="*/ 296815 h 589020"/>
              <a:gd name="connsiteX599" fmla="*/ 401448 w 448920"/>
              <a:gd name="connsiteY599" fmla="*/ 267317 h 589020"/>
              <a:gd name="connsiteX600" fmla="*/ 401682 w 448920"/>
              <a:gd name="connsiteY600" fmla="*/ 267257 h 589020"/>
              <a:gd name="connsiteX601" fmla="*/ 395303 w 448920"/>
              <a:gd name="connsiteY601" fmla="*/ 253338 h 589020"/>
              <a:gd name="connsiteX602" fmla="*/ 396225 w 448920"/>
              <a:gd name="connsiteY602" fmla="*/ 253031 h 589020"/>
              <a:gd name="connsiteX603" fmla="*/ 396532 w 448920"/>
              <a:gd name="connsiteY603" fmla="*/ 253646 h 589020"/>
              <a:gd name="connsiteX604" fmla="*/ 397761 w 448920"/>
              <a:gd name="connsiteY604" fmla="*/ 255336 h 589020"/>
              <a:gd name="connsiteX605" fmla="*/ 398837 w 448920"/>
              <a:gd name="connsiteY605" fmla="*/ 255489 h 589020"/>
              <a:gd name="connsiteX606" fmla="*/ 402063 w 448920"/>
              <a:gd name="connsiteY606" fmla="*/ 251802 h 589020"/>
              <a:gd name="connsiteX607" fmla="*/ 409745 w 448920"/>
              <a:gd name="connsiteY607" fmla="*/ 241661 h 589020"/>
              <a:gd name="connsiteX608" fmla="*/ 397915 w 448920"/>
              <a:gd name="connsiteY608" fmla="*/ 240279 h 589020"/>
              <a:gd name="connsiteX609" fmla="*/ 392384 w 448920"/>
              <a:gd name="connsiteY609" fmla="*/ 240279 h 589020"/>
              <a:gd name="connsiteX610" fmla="*/ 391616 w 448920"/>
              <a:gd name="connsiteY610" fmla="*/ 241354 h 589020"/>
              <a:gd name="connsiteX611" fmla="*/ 392231 w 448920"/>
              <a:gd name="connsiteY611" fmla="*/ 244581 h 589020"/>
              <a:gd name="connsiteX612" fmla="*/ 391309 w 448920"/>
              <a:gd name="connsiteY612" fmla="*/ 245042 h 589020"/>
              <a:gd name="connsiteX613" fmla="*/ 387161 w 448920"/>
              <a:gd name="connsiteY613" fmla="*/ 235363 h 589020"/>
              <a:gd name="connsiteX614" fmla="*/ 388083 w 448920"/>
              <a:gd name="connsiteY614" fmla="*/ 234902 h 589020"/>
              <a:gd name="connsiteX615" fmla="*/ 390080 w 448920"/>
              <a:gd name="connsiteY615" fmla="*/ 236899 h 589020"/>
              <a:gd name="connsiteX616" fmla="*/ 396840 w 448920"/>
              <a:gd name="connsiteY616" fmla="*/ 238128 h 589020"/>
              <a:gd name="connsiteX617" fmla="*/ 410974 w 448920"/>
              <a:gd name="connsiteY617" fmla="*/ 239818 h 589020"/>
              <a:gd name="connsiteX618" fmla="*/ 418502 w 448920"/>
              <a:gd name="connsiteY618" fmla="*/ 236438 h 589020"/>
              <a:gd name="connsiteX619" fmla="*/ 421421 w 448920"/>
              <a:gd name="connsiteY619" fmla="*/ 234902 h 589020"/>
              <a:gd name="connsiteX620" fmla="*/ 422035 w 448920"/>
              <a:gd name="connsiteY620" fmla="*/ 233519 h 589020"/>
              <a:gd name="connsiteX621" fmla="*/ 421574 w 448920"/>
              <a:gd name="connsiteY621" fmla="*/ 231368 h 589020"/>
              <a:gd name="connsiteX622" fmla="*/ 420806 w 448920"/>
              <a:gd name="connsiteY622" fmla="*/ 229678 h 589020"/>
              <a:gd name="connsiteX623" fmla="*/ 224160 w 448920"/>
              <a:gd name="connsiteY623" fmla="*/ 208016 h 589020"/>
              <a:gd name="connsiteX624" fmla="*/ 215096 w 448920"/>
              <a:gd name="connsiteY624" fmla="*/ 210935 h 589020"/>
              <a:gd name="connsiteX625" fmla="*/ 210333 w 448920"/>
              <a:gd name="connsiteY625" fmla="*/ 218002 h 589020"/>
              <a:gd name="connsiteX626" fmla="*/ 206031 w 448920"/>
              <a:gd name="connsiteY626" fmla="*/ 218002 h 589020"/>
              <a:gd name="connsiteX627" fmla="*/ 204802 w 448920"/>
              <a:gd name="connsiteY627" fmla="*/ 221689 h 589020"/>
              <a:gd name="connsiteX628" fmla="*/ 204802 w 448920"/>
              <a:gd name="connsiteY628" fmla="*/ 230446 h 589020"/>
              <a:gd name="connsiteX629" fmla="*/ 205571 w 448920"/>
              <a:gd name="connsiteY629" fmla="*/ 239818 h 589020"/>
              <a:gd name="connsiteX630" fmla="*/ 199272 w 448920"/>
              <a:gd name="connsiteY630" fmla="*/ 247346 h 589020"/>
              <a:gd name="connsiteX631" fmla="*/ 193895 w 448920"/>
              <a:gd name="connsiteY631" fmla="*/ 255795 h 589020"/>
              <a:gd name="connsiteX632" fmla="*/ 182986 w 448920"/>
              <a:gd name="connsiteY632" fmla="*/ 271773 h 589020"/>
              <a:gd name="connsiteX633" fmla="*/ 183600 w 448920"/>
              <a:gd name="connsiteY633" fmla="*/ 276075 h 589020"/>
              <a:gd name="connsiteX634" fmla="*/ 179299 w 448920"/>
              <a:gd name="connsiteY634" fmla="*/ 283602 h 589020"/>
              <a:gd name="connsiteX635" fmla="*/ 179299 w 448920"/>
              <a:gd name="connsiteY635" fmla="*/ 287290 h 589020"/>
              <a:gd name="connsiteX636" fmla="*/ 182986 w 448920"/>
              <a:gd name="connsiteY636" fmla="*/ 287290 h 589020"/>
              <a:gd name="connsiteX637" fmla="*/ 186366 w 448920"/>
              <a:gd name="connsiteY637" fmla="*/ 282527 h 589020"/>
              <a:gd name="connsiteX638" fmla="*/ 190514 w 448920"/>
              <a:gd name="connsiteY638" fmla="*/ 279147 h 589020"/>
              <a:gd name="connsiteX639" fmla="*/ 204802 w 448920"/>
              <a:gd name="connsiteY639" fmla="*/ 270390 h 589020"/>
              <a:gd name="connsiteX640" fmla="*/ 210794 w 448920"/>
              <a:gd name="connsiteY640" fmla="*/ 264552 h 589020"/>
              <a:gd name="connsiteX641" fmla="*/ 219705 w 448920"/>
              <a:gd name="connsiteY641" fmla="*/ 262248 h 589020"/>
              <a:gd name="connsiteX642" fmla="*/ 219090 w 448920"/>
              <a:gd name="connsiteY642" fmla="*/ 254105 h 589020"/>
              <a:gd name="connsiteX643" fmla="*/ 220626 w 448920"/>
              <a:gd name="connsiteY643" fmla="*/ 244734 h 589020"/>
              <a:gd name="connsiteX644" fmla="*/ 225235 w 448920"/>
              <a:gd name="connsiteY644" fmla="*/ 240893 h 589020"/>
              <a:gd name="connsiteX645" fmla="*/ 231534 w 448920"/>
              <a:gd name="connsiteY645" fmla="*/ 225991 h 589020"/>
              <a:gd name="connsiteX646" fmla="*/ 238447 w 448920"/>
              <a:gd name="connsiteY646" fmla="*/ 211703 h 589020"/>
              <a:gd name="connsiteX647" fmla="*/ 238447 w 448920"/>
              <a:gd name="connsiteY647" fmla="*/ 208631 h 589020"/>
              <a:gd name="connsiteX648" fmla="*/ 233992 w 448920"/>
              <a:gd name="connsiteY648" fmla="*/ 209706 h 589020"/>
              <a:gd name="connsiteX649" fmla="*/ 225389 w 448920"/>
              <a:gd name="connsiteY649" fmla="*/ 208016 h 589020"/>
              <a:gd name="connsiteX650" fmla="*/ 425877 w 448920"/>
              <a:gd name="connsiteY650" fmla="*/ 0 h 589020"/>
              <a:gd name="connsiteX651" fmla="*/ 428488 w 448920"/>
              <a:gd name="connsiteY651" fmla="*/ 1690 h 589020"/>
              <a:gd name="connsiteX652" fmla="*/ 431715 w 448920"/>
              <a:gd name="connsiteY652" fmla="*/ 1075 h 589020"/>
              <a:gd name="connsiteX653" fmla="*/ 439396 w 448920"/>
              <a:gd name="connsiteY653" fmla="*/ 13059 h 589020"/>
              <a:gd name="connsiteX654" fmla="*/ 444773 w 448920"/>
              <a:gd name="connsiteY654" fmla="*/ 27039 h 589020"/>
              <a:gd name="connsiteX655" fmla="*/ 447231 w 448920"/>
              <a:gd name="connsiteY655" fmla="*/ 37025 h 589020"/>
              <a:gd name="connsiteX656" fmla="*/ 445080 w 448920"/>
              <a:gd name="connsiteY656" fmla="*/ 57612 h 589020"/>
              <a:gd name="connsiteX657" fmla="*/ 443391 w 448920"/>
              <a:gd name="connsiteY657" fmla="*/ 60070 h 589020"/>
              <a:gd name="connsiteX658" fmla="*/ 443391 w 448920"/>
              <a:gd name="connsiteY658" fmla="*/ 61299 h 589020"/>
              <a:gd name="connsiteX659" fmla="*/ 446463 w 448920"/>
              <a:gd name="connsiteY659" fmla="*/ 66369 h 589020"/>
              <a:gd name="connsiteX660" fmla="*/ 445695 w 448920"/>
              <a:gd name="connsiteY660" fmla="*/ 70056 h 589020"/>
              <a:gd name="connsiteX661" fmla="*/ 448307 w 448920"/>
              <a:gd name="connsiteY661" fmla="*/ 73896 h 589020"/>
              <a:gd name="connsiteX662" fmla="*/ 446463 w 448920"/>
              <a:gd name="connsiteY662" fmla="*/ 76355 h 589020"/>
              <a:gd name="connsiteX663" fmla="*/ 446463 w 448920"/>
              <a:gd name="connsiteY663" fmla="*/ 79427 h 589020"/>
              <a:gd name="connsiteX664" fmla="*/ 444005 w 448920"/>
              <a:gd name="connsiteY664" fmla="*/ 82500 h 589020"/>
              <a:gd name="connsiteX665" fmla="*/ 445234 w 448920"/>
              <a:gd name="connsiteY665" fmla="*/ 87416 h 589020"/>
              <a:gd name="connsiteX666" fmla="*/ 445234 w 448920"/>
              <a:gd name="connsiteY666" fmla="*/ 91103 h 589020"/>
              <a:gd name="connsiteX667" fmla="*/ 442776 w 448920"/>
              <a:gd name="connsiteY667" fmla="*/ 91871 h 589020"/>
              <a:gd name="connsiteX668" fmla="*/ 442776 w 448920"/>
              <a:gd name="connsiteY668" fmla="*/ 95558 h 589020"/>
              <a:gd name="connsiteX669" fmla="*/ 441547 w 448920"/>
              <a:gd name="connsiteY669" fmla="*/ 98016 h 589020"/>
              <a:gd name="connsiteX670" fmla="*/ 442315 w 448920"/>
              <a:gd name="connsiteY670" fmla="*/ 101704 h 589020"/>
              <a:gd name="connsiteX671" fmla="*/ 437860 w 448920"/>
              <a:gd name="connsiteY671" fmla="*/ 106159 h 589020"/>
              <a:gd name="connsiteX672" fmla="*/ 440932 w 448920"/>
              <a:gd name="connsiteY672" fmla="*/ 109846 h 589020"/>
              <a:gd name="connsiteX673" fmla="*/ 439089 w 448920"/>
              <a:gd name="connsiteY673" fmla="*/ 111075 h 589020"/>
              <a:gd name="connsiteX674" fmla="*/ 436631 w 448920"/>
              <a:gd name="connsiteY674" fmla="*/ 111075 h 589020"/>
              <a:gd name="connsiteX675" fmla="*/ 436631 w 448920"/>
              <a:gd name="connsiteY675" fmla="*/ 113533 h 589020"/>
              <a:gd name="connsiteX676" fmla="*/ 431561 w 448920"/>
              <a:gd name="connsiteY676" fmla="*/ 120907 h 589020"/>
              <a:gd name="connsiteX677" fmla="*/ 428642 w 448920"/>
              <a:gd name="connsiteY677" fmla="*/ 129204 h 589020"/>
              <a:gd name="connsiteX678" fmla="*/ 428642 w 448920"/>
              <a:gd name="connsiteY678" fmla="*/ 130433 h 589020"/>
              <a:gd name="connsiteX679" fmla="*/ 421729 w 448920"/>
              <a:gd name="connsiteY679" fmla="*/ 143491 h 589020"/>
              <a:gd name="connsiteX680" fmla="*/ 418810 w 448920"/>
              <a:gd name="connsiteY680" fmla="*/ 150558 h 589020"/>
              <a:gd name="connsiteX681" fmla="*/ 414815 w 448920"/>
              <a:gd name="connsiteY681" fmla="*/ 156550 h 589020"/>
              <a:gd name="connsiteX682" fmla="*/ 414815 w 448920"/>
              <a:gd name="connsiteY682" fmla="*/ 160851 h 589020"/>
              <a:gd name="connsiteX683" fmla="*/ 411589 w 448920"/>
              <a:gd name="connsiteY683" fmla="*/ 164539 h 589020"/>
              <a:gd name="connsiteX684" fmla="*/ 408516 w 448920"/>
              <a:gd name="connsiteY684" fmla="*/ 164692 h 589020"/>
              <a:gd name="connsiteX685" fmla="*/ 396072 w 448920"/>
              <a:gd name="connsiteY685" fmla="*/ 179594 h 589020"/>
              <a:gd name="connsiteX686" fmla="*/ 396072 w 448920"/>
              <a:gd name="connsiteY686" fmla="*/ 181438 h 589020"/>
              <a:gd name="connsiteX687" fmla="*/ 391310 w 448920"/>
              <a:gd name="connsiteY687" fmla="*/ 187890 h 589020"/>
              <a:gd name="connsiteX688" fmla="*/ 388391 w 448920"/>
              <a:gd name="connsiteY688" fmla="*/ 195572 h 589020"/>
              <a:gd name="connsiteX689" fmla="*/ 383321 w 448920"/>
              <a:gd name="connsiteY689" fmla="*/ 201717 h 589020"/>
              <a:gd name="connsiteX690" fmla="*/ 379634 w 448920"/>
              <a:gd name="connsiteY690" fmla="*/ 208631 h 589020"/>
              <a:gd name="connsiteX691" fmla="*/ 357511 w 448920"/>
              <a:gd name="connsiteY691" fmla="*/ 229524 h 589020"/>
              <a:gd name="connsiteX692" fmla="*/ 348754 w 448920"/>
              <a:gd name="connsiteY692" fmla="*/ 233826 h 589020"/>
              <a:gd name="connsiteX693" fmla="*/ 345682 w 448920"/>
              <a:gd name="connsiteY693" fmla="*/ 233826 h 589020"/>
              <a:gd name="connsiteX694" fmla="*/ 340919 w 448920"/>
              <a:gd name="connsiteY694" fmla="*/ 239664 h 589020"/>
              <a:gd name="connsiteX695" fmla="*/ 337078 w 448920"/>
              <a:gd name="connsiteY695" fmla="*/ 245809 h 589020"/>
              <a:gd name="connsiteX696" fmla="*/ 331548 w 448920"/>
              <a:gd name="connsiteY696" fmla="*/ 250265 h 589020"/>
              <a:gd name="connsiteX697" fmla="*/ 326939 w 448920"/>
              <a:gd name="connsiteY697" fmla="*/ 255027 h 589020"/>
              <a:gd name="connsiteX698" fmla="*/ 320332 w 448920"/>
              <a:gd name="connsiteY698" fmla="*/ 257793 h 589020"/>
              <a:gd name="connsiteX699" fmla="*/ 313265 w 448920"/>
              <a:gd name="connsiteY699" fmla="*/ 260097 h 589020"/>
              <a:gd name="connsiteX700" fmla="*/ 311422 w 448920"/>
              <a:gd name="connsiteY700" fmla="*/ 261480 h 589020"/>
              <a:gd name="connsiteX701" fmla="*/ 308196 w 448920"/>
              <a:gd name="connsiteY701" fmla="*/ 261326 h 589020"/>
              <a:gd name="connsiteX702" fmla="*/ 295752 w 448920"/>
              <a:gd name="connsiteY702" fmla="*/ 268239 h 589020"/>
              <a:gd name="connsiteX703" fmla="*/ 284076 w 448920"/>
              <a:gd name="connsiteY703" fmla="*/ 275921 h 589020"/>
              <a:gd name="connsiteX704" fmla="*/ 257651 w 448920"/>
              <a:gd name="connsiteY704" fmla="*/ 287597 h 589020"/>
              <a:gd name="connsiteX705" fmla="*/ 243978 w 448920"/>
              <a:gd name="connsiteY705" fmla="*/ 287597 h 589020"/>
              <a:gd name="connsiteX706" fmla="*/ 232149 w 448920"/>
              <a:gd name="connsiteY706" fmla="*/ 286061 h 589020"/>
              <a:gd name="connsiteX707" fmla="*/ 232763 w 448920"/>
              <a:gd name="connsiteY707" fmla="*/ 290670 h 589020"/>
              <a:gd name="connsiteX708" fmla="*/ 230151 w 448920"/>
              <a:gd name="connsiteY708" fmla="*/ 305725 h 589020"/>
              <a:gd name="connsiteX709" fmla="*/ 230151 w 448920"/>
              <a:gd name="connsiteY709" fmla="*/ 306954 h 589020"/>
              <a:gd name="connsiteX710" fmla="*/ 210794 w 448920"/>
              <a:gd name="connsiteY710" fmla="*/ 314482 h 589020"/>
              <a:gd name="connsiteX711" fmla="*/ 212637 w 448920"/>
              <a:gd name="connsiteY711" fmla="*/ 319398 h 589020"/>
              <a:gd name="connsiteX712" fmla="*/ 198350 w 448920"/>
              <a:gd name="connsiteY712" fmla="*/ 330614 h 589020"/>
              <a:gd name="connsiteX713" fmla="*/ 198350 w 448920"/>
              <a:gd name="connsiteY713" fmla="*/ 336912 h 589020"/>
              <a:gd name="connsiteX714" fmla="*/ 194663 w 448920"/>
              <a:gd name="connsiteY714" fmla="*/ 343211 h 589020"/>
              <a:gd name="connsiteX715" fmla="*/ 198964 w 448920"/>
              <a:gd name="connsiteY715" fmla="*/ 346898 h 589020"/>
              <a:gd name="connsiteX716" fmla="*/ 199579 w 448920"/>
              <a:gd name="connsiteY716" fmla="*/ 351354 h 589020"/>
              <a:gd name="connsiteX717" fmla="*/ 189131 w 448920"/>
              <a:gd name="connsiteY717" fmla="*/ 361954 h 589020"/>
              <a:gd name="connsiteX718" fmla="*/ 183600 w 448920"/>
              <a:gd name="connsiteY718" fmla="*/ 367024 h 589020"/>
              <a:gd name="connsiteX719" fmla="*/ 180989 w 448920"/>
              <a:gd name="connsiteY719" fmla="*/ 375013 h 589020"/>
              <a:gd name="connsiteX720" fmla="*/ 182832 w 448920"/>
              <a:gd name="connsiteY720" fmla="*/ 376242 h 589020"/>
              <a:gd name="connsiteX721" fmla="*/ 184522 w 448920"/>
              <a:gd name="connsiteY721" fmla="*/ 376242 h 589020"/>
              <a:gd name="connsiteX722" fmla="*/ 199733 w 448920"/>
              <a:gd name="connsiteY722" fmla="*/ 369021 h 589020"/>
              <a:gd name="connsiteX723" fmla="*/ 211255 w 448920"/>
              <a:gd name="connsiteY723" fmla="*/ 358113 h 589020"/>
              <a:gd name="connsiteX724" fmla="*/ 208797 w 448920"/>
              <a:gd name="connsiteY724" fmla="*/ 355041 h 589020"/>
              <a:gd name="connsiteX725" fmla="*/ 212484 w 448920"/>
              <a:gd name="connsiteY725" fmla="*/ 349356 h 589020"/>
              <a:gd name="connsiteX726" fmla="*/ 218783 w 448920"/>
              <a:gd name="connsiteY726" fmla="*/ 355041 h 589020"/>
              <a:gd name="connsiteX727" fmla="*/ 222470 w 448920"/>
              <a:gd name="connsiteY727" fmla="*/ 367485 h 589020"/>
              <a:gd name="connsiteX728" fmla="*/ 222470 w 448920"/>
              <a:gd name="connsiteY728" fmla="*/ 369328 h 589020"/>
              <a:gd name="connsiteX729" fmla="*/ 214020 w 448920"/>
              <a:gd name="connsiteY729" fmla="*/ 380851 h 589020"/>
              <a:gd name="connsiteX730" fmla="*/ 201883 w 448920"/>
              <a:gd name="connsiteY730" fmla="*/ 388686 h 589020"/>
              <a:gd name="connsiteX731" fmla="*/ 197582 w 448920"/>
              <a:gd name="connsiteY731" fmla="*/ 388686 h 589020"/>
              <a:gd name="connsiteX732" fmla="*/ 168237 w 448920"/>
              <a:gd name="connsiteY732" fmla="*/ 406200 h 589020"/>
              <a:gd name="connsiteX733" fmla="*/ 161324 w 448920"/>
              <a:gd name="connsiteY733" fmla="*/ 408658 h 589020"/>
              <a:gd name="connsiteX734" fmla="*/ 161324 w 448920"/>
              <a:gd name="connsiteY734" fmla="*/ 412499 h 589020"/>
              <a:gd name="connsiteX735" fmla="*/ 159327 w 448920"/>
              <a:gd name="connsiteY735" fmla="*/ 414957 h 589020"/>
              <a:gd name="connsiteX736" fmla="*/ 159480 w 448920"/>
              <a:gd name="connsiteY736" fmla="*/ 420641 h 589020"/>
              <a:gd name="connsiteX737" fmla="*/ 152260 w 448920"/>
              <a:gd name="connsiteY737" fmla="*/ 432624 h 589020"/>
              <a:gd name="connsiteX738" fmla="*/ 141506 w 448920"/>
              <a:gd name="connsiteY738" fmla="*/ 468728 h 589020"/>
              <a:gd name="connsiteX739" fmla="*/ 139048 w 448920"/>
              <a:gd name="connsiteY739" fmla="*/ 475026 h 589020"/>
              <a:gd name="connsiteX740" fmla="*/ 134131 w 448920"/>
              <a:gd name="connsiteY740" fmla="*/ 483169 h 589020"/>
              <a:gd name="connsiteX741" fmla="*/ 127218 w 448920"/>
              <a:gd name="connsiteY741" fmla="*/ 499915 h 589020"/>
              <a:gd name="connsiteX742" fmla="*/ 127218 w 448920"/>
              <a:gd name="connsiteY742" fmla="*/ 497457 h 589020"/>
              <a:gd name="connsiteX743" fmla="*/ 122148 w 448920"/>
              <a:gd name="connsiteY743" fmla="*/ 493309 h 589020"/>
              <a:gd name="connsiteX744" fmla="*/ 118768 w 448920"/>
              <a:gd name="connsiteY744" fmla="*/ 487931 h 589020"/>
              <a:gd name="connsiteX745" fmla="*/ 116771 w 448920"/>
              <a:gd name="connsiteY745" fmla="*/ 472568 h 589020"/>
              <a:gd name="connsiteX746" fmla="*/ 112469 w 448920"/>
              <a:gd name="connsiteY746" fmla="*/ 461968 h 589020"/>
              <a:gd name="connsiteX747" fmla="*/ 112469 w 448920"/>
              <a:gd name="connsiteY747" fmla="*/ 461353 h 589020"/>
              <a:gd name="connsiteX748" fmla="*/ 115542 w 448920"/>
              <a:gd name="connsiteY748" fmla="*/ 459510 h 589020"/>
              <a:gd name="connsiteX749" fmla="*/ 116157 w 448920"/>
              <a:gd name="connsiteY749" fmla="*/ 456437 h 589020"/>
              <a:gd name="connsiteX750" fmla="*/ 116157 w 448920"/>
              <a:gd name="connsiteY750" fmla="*/ 455208 h 589020"/>
              <a:gd name="connsiteX751" fmla="*/ 114313 w 448920"/>
              <a:gd name="connsiteY751" fmla="*/ 452135 h 589020"/>
              <a:gd name="connsiteX752" fmla="*/ 118154 w 448920"/>
              <a:gd name="connsiteY752" fmla="*/ 447219 h 589020"/>
              <a:gd name="connsiteX753" fmla="*/ 123070 w 448920"/>
              <a:gd name="connsiteY753" fmla="*/ 447066 h 589020"/>
              <a:gd name="connsiteX754" fmla="*/ 130598 w 448920"/>
              <a:gd name="connsiteY754" fmla="*/ 431395 h 589020"/>
              <a:gd name="connsiteX755" fmla="*/ 131827 w 448920"/>
              <a:gd name="connsiteY755" fmla="*/ 423253 h 589020"/>
              <a:gd name="connsiteX756" fmla="*/ 129369 w 448920"/>
              <a:gd name="connsiteY756" fmla="*/ 422024 h 589020"/>
              <a:gd name="connsiteX757" fmla="*/ 119997 w 448920"/>
              <a:gd name="connsiteY757" fmla="*/ 424482 h 589020"/>
              <a:gd name="connsiteX758" fmla="*/ 112777 w 448920"/>
              <a:gd name="connsiteY758" fmla="*/ 413728 h 589020"/>
              <a:gd name="connsiteX759" fmla="*/ 107553 w 448920"/>
              <a:gd name="connsiteY759" fmla="*/ 401437 h 589020"/>
              <a:gd name="connsiteX760" fmla="*/ 107553 w 448920"/>
              <a:gd name="connsiteY760" fmla="*/ 400823 h 589020"/>
              <a:gd name="connsiteX761" fmla="*/ 118768 w 448920"/>
              <a:gd name="connsiteY761" fmla="*/ 389608 h 589020"/>
              <a:gd name="connsiteX762" fmla="*/ 118768 w 448920"/>
              <a:gd name="connsiteY762" fmla="*/ 388379 h 589020"/>
              <a:gd name="connsiteX763" fmla="*/ 116925 w 448920"/>
              <a:gd name="connsiteY763" fmla="*/ 386535 h 589020"/>
              <a:gd name="connsiteX764" fmla="*/ 115696 w 448920"/>
              <a:gd name="connsiteY764" fmla="*/ 386535 h 589020"/>
              <a:gd name="connsiteX765" fmla="*/ 112623 w 448920"/>
              <a:gd name="connsiteY765" fmla="*/ 387764 h 589020"/>
              <a:gd name="connsiteX766" fmla="*/ 110165 w 448920"/>
              <a:gd name="connsiteY766" fmla="*/ 387764 h 589020"/>
              <a:gd name="connsiteX767" fmla="*/ 109550 w 448920"/>
              <a:gd name="connsiteY767" fmla="*/ 382848 h 589020"/>
              <a:gd name="connsiteX768" fmla="*/ 107861 w 448920"/>
              <a:gd name="connsiteY768" fmla="*/ 379007 h 589020"/>
              <a:gd name="connsiteX769" fmla="*/ 105249 w 448920"/>
              <a:gd name="connsiteY769" fmla="*/ 371018 h 589020"/>
              <a:gd name="connsiteX770" fmla="*/ 105249 w 448920"/>
              <a:gd name="connsiteY770" fmla="*/ 365334 h 589020"/>
              <a:gd name="connsiteX771" fmla="*/ 107092 w 448920"/>
              <a:gd name="connsiteY771" fmla="*/ 361647 h 589020"/>
              <a:gd name="connsiteX772" fmla="*/ 122302 w 448920"/>
              <a:gd name="connsiteY772" fmla="*/ 359342 h 589020"/>
              <a:gd name="connsiteX773" fmla="*/ 136436 w 448920"/>
              <a:gd name="connsiteY773" fmla="*/ 356577 h 589020"/>
              <a:gd name="connsiteX774" fmla="*/ 168852 w 448920"/>
              <a:gd name="connsiteY774" fmla="*/ 339063 h 589020"/>
              <a:gd name="connsiteX775" fmla="*/ 141966 w 448920"/>
              <a:gd name="connsiteY775" fmla="*/ 347820 h 589020"/>
              <a:gd name="connsiteX776" fmla="*/ 133210 w 448920"/>
              <a:gd name="connsiteY776" fmla="*/ 347820 h 589020"/>
              <a:gd name="connsiteX777" fmla="*/ 124606 w 448920"/>
              <a:gd name="connsiteY777" fmla="*/ 338910 h 589020"/>
              <a:gd name="connsiteX778" fmla="*/ 117693 w 448920"/>
              <a:gd name="connsiteY778" fmla="*/ 328463 h 589020"/>
              <a:gd name="connsiteX779" fmla="*/ 117693 w 448920"/>
              <a:gd name="connsiteY779" fmla="*/ 326619 h 589020"/>
              <a:gd name="connsiteX780" fmla="*/ 127679 w 448920"/>
              <a:gd name="connsiteY780" fmla="*/ 319706 h 589020"/>
              <a:gd name="connsiteX781" fmla="*/ 137050 w 448920"/>
              <a:gd name="connsiteY781" fmla="*/ 312178 h 589020"/>
              <a:gd name="connsiteX782" fmla="*/ 143349 w 448920"/>
              <a:gd name="connsiteY782" fmla="*/ 311410 h 589020"/>
              <a:gd name="connsiteX783" fmla="*/ 150109 w 448920"/>
              <a:gd name="connsiteY783" fmla="*/ 306340 h 589020"/>
              <a:gd name="connsiteX784" fmla="*/ 150723 w 448920"/>
              <a:gd name="connsiteY784" fmla="*/ 306186 h 589020"/>
              <a:gd name="connsiteX785" fmla="*/ 148112 w 448920"/>
              <a:gd name="connsiteY785" fmla="*/ 301885 h 589020"/>
              <a:gd name="connsiteX786" fmla="*/ 145961 w 448920"/>
              <a:gd name="connsiteY786" fmla="*/ 294971 h 589020"/>
              <a:gd name="connsiteX787" fmla="*/ 145193 w 448920"/>
              <a:gd name="connsiteY787" fmla="*/ 295278 h 589020"/>
              <a:gd name="connsiteX788" fmla="*/ 143349 w 448920"/>
              <a:gd name="connsiteY788" fmla="*/ 291591 h 589020"/>
              <a:gd name="connsiteX789" fmla="*/ 134439 w 448920"/>
              <a:gd name="connsiteY789" fmla="*/ 298351 h 589020"/>
              <a:gd name="connsiteX790" fmla="*/ 125221 w 448920"/>
              <a:gd name="connsiteY790" fmla="*/ 304189 h 589020"/>
              <a:gd name="connsiteX791" fmla="*/ 110933 w 448920"/>
              <a:gd name="connsiteY791" fmla="*/ 307876 h 589020"/>
              <a:gd name="connsiteX792" fmla="*/ 110933 w 448920"/>
              <a:gd name="connsiteY792" fmla="*/ 311563 h 589020"/>
              <a:gd name="connsiteX793" fmla="*/ 108936 w 448920"/>
              <a:gd name="connsiteY793" fmla="*/ 314021 h 589020"/>
              <a:gd name="connsiteX794" fmla="*/ 99257 w 448920"/>
              <a:gd name="connsiteY794" fmla="*/ 317094 h 589020"/>
              <a:gd name="connsiteX795" fmla="*/ 98335 w 448920"/>
              <a:gd name="connsiteY795" fmla="*/ 319091 h 589020"/>
              <a:gd name="connsiteX796" fmla="*/ 94034 w 448920"/>
              <a:gd name="connsiteY796" fmla="*/ 319091 h 589020"/>
              <a:gd name="connsiteX797" fmla="*/ 74062 w 448920"/>
              <a:gd name="connsiteY797" fmla="*/ 319091 h 589020"/>
              <a:gd name="connsiteX798" fmla="*/ 56702 w 448920"/>
              <a:gd name="connsiteY798" fmla="*/ 315250 h 589020"/>
              <a:gd name="connsiteX799" fmla="*/ 30431 w 448920"/>
              <a:gd name="connsiteY799" fmla="*/ 299119 h 589020"/>
              <a:gd name="connsiteX800" fmla="*/ 27358 w 448920"/>
              <a:gd name="connsiteY800" fmla="*/ 299119 h 589020"/>
              <a:gd name="connsiteX801" fmla="*/ 20138 w 448920"/>
              <a:gd name="connsiteY801" fmla="*/ 292667 h 589020"/>
              <a:gd name="connsiteX802" fmla="*/ 13531 w 448920"/>
              <a:gd name="connsiteY802" fmla="*/ 286214 h 589020"/>
              <a:gd name="connsiteX803" fmla="*/ 7386 w 448920"/>
              <a:gd name="connsiteY803" fmla="*/ 266089 h 589020"/>
              <a:gd name="connsiteX804" fmla="*/ 4314 w 448920"/>
              <a:gd name="connsiteY804" fmla="*/ 271773 h 589020"/>
              <a:gd name="connsiteX805" fmla="*/ 473 w 448920"/>
              <a:gd name="connsiteY805" fmla="*/ 268239 h 589020"/>
              <a:gd name="connsiteX806" fmla="*/ 1241 w 448920"/>
              <a:gd name="connsiteY806" fmla="*/ 264399 h 589020"/>
              <a:gd name="connsiteX807" fmla="*/ 1241 w 448920"/>
              <a:gd name="connsiteY807" fmla="*/ 262555 h 589020"/>
              <a:gd name="connsiteX808" fmla="*/ 12 w 448920"/>
              <a:gd name="connsiteY808" fmla="*/ 258253 h 589020"/>
              <a:gd name="connsiteX809" fmla="*/ 1548 w 448920"/>
              <a:gd name="connsiteY809" fmla="*/ 243351 h 589020"/>
              <a:gd name="connsiteX810" fmla="*/ 4774 w 448920"/>
              <a:gd name="connsiteY810" fmla="*/ 235362 h 589020"/>
              <a:gd name="connsiteX811" fmla="*/ 8154 w 448920"/>
              <a:gd name="connsiteY811" fmla="*/ 219231 h 589020"/>
              <a:gd name="connsiteX812" fmla="*/ 14146 w 448920"/>
              <a:gd name="connsiteY812" fmla="*/ 212164 h 589020"/>
              <a:gd name="connsiteX813" fmla="*/ 19369 w 448920"/>
              <a:gd name="connsiteY813" fmla="*/ 204175 h 589020"/>
              <a:gd name="connsiteX814" fmla="*/ 31813 w 448920"/>
              <a:gd name="connsiteY814" fmla="*/ 191117 h 589020"/>
              <a:gd name="connsiteX815" fmla="*/ 36115 w 448920"/>
              <a:gd name="connsiteY815" fmla="*/ 191117 h 589020"/>
              <a:gd name="connsiteX816" fmla="*/ 41492 w 448920"/>
              <a:gd name="connsiteY816" fmla="*/ 178980 h 589020"/>
              <a:gd name="connsiteX817" fmla="*/ 47945 w 448920"/>
              <a:gd name="connsiteY817" fmla="*/ 167918 h 589020"/>
              <a:gd name="connsiteX818" fmla="*/ 56548 w 448920"/>
              <a:gd name="connsiteY818" fmla="*/ 160237 h 589020"/>
              <a:gd name="connsiteX819" fmla="*/ 61310 w 448920"/>
              <a:gd name="connsiteY819" fmla="*/ 156857 h 589020"/>
              <a:gd name="connsiteX820" fmla="*/ 64383 w 448920"/>
              <a:gd name="connsiteY820" fmla="*/ 152402 h 589020"/>
              <a:gd name="connsiteX821" fmla="*/ 73140 w 448920"/>
              <a:gd name="connsiteY821" fmla="*/ 144874 h 589020"/>
              <a:gd name="connsiteX822" fmla="*/ 82972 w 448920"/>
              <a:gd name="connsiteY822" fmla="*/ 139190 h 589020"/>
              <a:gd name="connsiteX823" fmla="*/ 92344 w 448920"/>
              <a:gd name="connsiteY823" fmla="*/ 127514 h 589020"/>
              <a:gd name="connsiteX824" fmla="*/ 102330 w 448920"/>
              <a:gd name="connsiteY824" fmla="*/ 117528 h 589020"/>
              <a:gd name="connsiteX825" fmla="*/ 111855 w 448920"/>
              <a:gd name="connsiteY825" fmla="*/ 106466 h 589020"/>
              <a:gd name="connsiteX826" fmla="*/ 122302 w 448920"/>
              <a:gd name="connsiteY826" fmla="*/ 96941 h 589020"/>
              <a:gd name="connsiteX827" fmla="*/ 145807 w 448920"/>
              <a:gd name="connsiteY827" fmla="*/ 79888 h 589020"/>
              <a:gd name="connsiteX828" fmla="*/ 152413 w 448920"/>
              <a:gd name="connsiteY828" fmla="*/ 75740 h 589020"/>
              <a:gd name="connsiteX829" fmla="*/ 159788 w 448920"/>
              <a:gd name="connsiteY829" fmla="*/ 73128 h 589020"/>
              <a:gd name="connsiteX830" fmla="*/ 173307 w 448920"/>
              <a:gd name="connsiteY830" fmla="*/ 66676 h 589020"/>
              <a:gd name="connsiteX831" fmla="*/ 187595 w 448920"/>
              <a:gd name="connsiteY831" fmla="*/ 57304 h 589020"/>
              <a:gd name="connsiteX832" fmla="*/ 204495 w 448920"/>
              <a:gd name="connsiteY832" fmla="*/ 51005 h 589020"/>
              <a:gd name="connsiteX833" fmla="*/ 206339 w 448920"/>
              <a:gd name="connsiteY833" fmla="*/ 49623 h 589020"/>
              <a:gd name="connsiteX834" fmla="*/ 212637 w 448920"/>
              <a:gd name="connsiteY834" fmla="*/ 49008 h 589020"/>
              <a:gd name="connsiteX835" fmla="*/ 215096 w 448920"/>
              <a:gd name="connsiteY835" fmla="*/ 50391 h 589020"/>
              <a:gd name="connsiteX836" fmla="*/ 218783 w 448920"/>
              <a:gd name="connsiteY836" fmla="*/ 50391 h 589020"/>
              <a:gd name="connsiteX837" fmla="*/ 201422 w 448920"/>
              <a:gd name="connsiteY837" fmla="*/ 66215 h 589020"/>
              <a:gd name="connsiteX838" fmla="*/ 184983 w 448920"/>
              <a:gd name="connsiteY838" fmla="*/ 82346 h 589020"/>
              <a:gd name="connsiteX839" fmla="*/ 182525 w 448920"/>
              <a:gd name="connsiteY839" fmla="*/ 81578 h 589020"/>
              <a:gd name="connsiteX840" fmla="*/ 173153 w 448920"/>
              <a:gd name="connsiteY840" fmla="*/ 90335 h 589020"/>
              <a:gd name="connsiteX841" fmla="*/ 163167 w 448920"/>
              <a:gd name="connsiteY841" fmla="*/ 97863 h 589020"/>
              <a:gd name="connsiteX842" fmla="*/ 153182 w 448920"/>
              <a:gd name="connsiteY842" fmla="*/ 104776 h 589020"/>
              <a:gd name="connsiteX843" fmla="*/ 145500 w 448920"/>
              <a:gd name="connsiteY843" fmla="*/ 114609 h 589020"/>
              <a:gd name="connsiteX844" fmla="*/ 137665 w 448920"/>
              <a:gd name="connsiteY844" fmla="*/ 123519 h 589020"/>
              <a:gd name="connsiteX845" fmla="*/ 131520 w 448920"/>
              <a:gd name="connsiteY845" fmla="*/ 127974 h 589020"/>
              <a:gd name="connsiteX846" fmla="*/ 127832 w 448920"/>
              <a:gd name="connsiteY846" fmla="*/ 134273 h 589020"/>
              <a:gd name="connsiteX847" fmla="*/ 117539 w 448920"/>
              <a:gd name="connsiteY847" fmla="*/ 143952 h 589020"/>
              <a:gd name="connsiteX848" fmla="*/ 113238 w 448920"/>
              <a:gd name="connsiteY848" fmla="*/ 150251 h 589020"/>
              <a:gd name="connsiteX849" fmla="*/ 107861 w 448920"/>
              <a:gd name="connsiteY849" fmla="*/ 154860 h 589020"/>
              <a:gd name="connsiteX850" fmla="*/ 98182 w 448920"/>
              <a:gd name="connsiteY850" fmla="*/ 165153 h 589020"/>
              <a:gd name="connsiteX851" fmla="*/ 82819 w 448920"/>
              <a:gd name="connsiteY851" fmla="*/ 190349 h 589020"/>
              <a:gd name="connsiteX852" fmla="*/ 79439 w 448920"/>
              <a:gd name="connsiteY852" fmla="*/ 197569 h 589020"/>
              <a:gd name="connsiteX853" fmla="*/ 74523 w 448920"/>
              <a:gd name="connsiteY853" fmla="*/ 202639 h 589020"/>
              <a:gd name="connsiteX854" fmla="*/ 70836 w 448920"/>
              <a:gd name="connsiteY854" fmla="*/ 208938 h 589020"/>
              <a:gd name="connsiteX855" fmla="*/ 66534 w 448920"/>
              <a:gd name="connsiteY855" fmla="*/ 214622 h 589020"/>
              <a:gd name="connsiteX856" fmla="*/ 67302 w 448920"/>
              <a:gd name="connsiteY856" fmla="*/ 218309 h 589020"/>
              <a:gd name="connsiteX857" fmla="*/ 61464 w 448920"/>
              <a:gd name="connsiteY857" fmla="*/ 229524 h 589020"/>
              <a:gd name="connsiteX858" fmla="*/ 59006 w 448920"/>
              <a:gd name="connsiteY858" fmla="*/ 243966 h 589020"/>
              <a:gd name="connsiteX859" fmla="*/ 59006 w 448920"/>
              <a:gd name="connsiteY859" fmla="*/ 245809 h 589020"/>
              <a:gd name="connsiteX860" fmla="*/ 68531 w 448920"/>
              <a:gd name="connsiteY860" fmla="*/ 254413 h 589020"/>
              <a:gd name="connsiteX861" fmla="*/ 77749 w 448920"/>
              <a:gd name="connsiteY861" fmla="*/ 254566 h 589020"/>
              <a:gd name="connsiteX862" fmla="*/ 84662 w 448920"/>
              <a:gd name="connsiteY862" fmla="*/ 256256 h 589020"/>
              <a:gd name="connsiteX863" fmla="*/ 84662 w 448920"/>
              <a:gd name="connsiteY863" fmla="*/ 254413 h 589020"/>
              <a:gd name="connsiteX864" fmla="*/ 92651 w 448920"/>
              <a:gd name="connsiteY864" fmla="*/ 251801 h 589020"/>
              <a:gd name="connsiteX865" fmla="*/ 99411 w 448920"/>
              <a:gd name="connsiteY865" fmla="*/ 248575 h 589020"/>
              <a:gd name="connsiteX866" fmla="*/ 113238 w 448920"/>
              <a:gd name="connsiteY866" fmla="*/ 242429 h 589020"/>
              <a:gd name="connsiteX867" fmla="*/ 119383 w 448920"/>
              <a:gd name="connsiteY867" fmla="*/ 235977 h 589020"/>
              <a:gd name="connsiteX868" fmla="*/ 124453 w 448920"/>
              <a:gd name="connsiteY868" fmla="*/ 229217 h 589020"/>
              <a:gd name="connsiteX869" fmla="*/ 136436 w 448920"/>
              <a:gd name="connsiteY869" fmla="*/ 216927 h 589020"/>
              <a:gd name="connsiteX870" fmla="*/ 123684 w 448920"/>
              <a:gd name="connsiteY870" fmla="*/ 209092 h 589020"/>
              <a:gd name="connsiteX871" fmla="*/ 121073 w 448920"/>
              <a:gd name="connsiteY871" fmla="*/ 201717 h 589020"/>
              <a:gd name="connsiteX872" fmla="*/ 118307 w 448920"/>
              <a:gd name="connsiteY872" fmla="*/ 194497 h 589020"/>
              <a:gd name="connsiteX873" fmla="*/ 119076 w 448920"/>
              <a:gd name="connsiteY873" fmla="*/ 188198 h 589020"/>
              <a:gd name="connsiteX874" fmla="*/ 120305 w 448920"/>
              <a:gd name="connsiteY874" fmla="*/ 187122 h 589020"/>
              <a:gd name="connsiteX875" fmla="*/ 123992 w 448920"/>
              <a:gd name="connsiteY875" fmla="*/ 186969 h 589020"/>
              <a:gd name="connsiteX876" fmla="*/ 125682 w 448920"/>
              <a:gd name="connsiteY876" fmla="*/ 184972 h 589020"/>
              <a:gd name="connsiteX877" fmla="*/ 135821 w 448920"/>
              <a:gd name="connsiteY877" fmla="*/ 184050 h 589020"/>
              <a:gd name="connsiteX878" fmla="*/ 136436 w 448920"/>
              <a:gd name="connsiteY878" fmla="*/ 183742 h 589020"/>
              <a:gd name="connsiteX879" fmla="*/ 139508 w 448920"/>
              <a:gd name="connsiteY879" fmla="*/ 184972 h 589020"/>
              <a:gd name="connsiteX880" fmla="*/ 140737 w 448920"/>
              <a:gd name="connsiteY880" fmla="*/ 184972 h 589020"/>
              <a:gd name="connsiteX881" fmla="*/ 143196 w 448920"/>
              <a:gd name="connsiteY881" fmla="*/ 183742 h 589020"/>
              <a:gd name="connsiteX882" fmla="*/ 161478 w 448920"/>
              <a:gd name="connsiteY882" fmla="*/ 182667 h 589020"/>
              <a:gd name="connsiteX883" fmla="*/ 168698 w 448920"/>
              <a:gd name="connsiteY883" fmla="*/ 179902 h 589020"/>
              <a:gd name="connsiteX884" fmla="*/ 174383 w 448920"/>
              <a:gd name="connsiteY884" fmla="*/ 176215 h 589020"/>
              <a:gd name="connsiteX885" fmla="*/ 190975 w 448920"/>
              <a:gd name="connsiteY885" fmla="*/ 173449 h 589020"/>
              <a:gd name="connsiteX886" fmla="*/ 206800 w 448920"/>
              <a:gd name="connsiteY886" fmla="*/ 169916 h 589020"/>
              <a:gd name="connsiteX887" fmla="*/ 219858 w 448920"/>
              <a:gd name="connsiteY887" fmla="*/ 164846 h 589020"/>
              <a:gd name="connsiteX888" fmla="*/ 228922 w 448920"/>
              <a:gd name="connsiteY888" fmla="*/ 171298 h 589020"/>
              <a:gd name="connsiteX889" fmla="*/ 238601 w 448920"/>
              <a:gd name="connsiteY889" fmla="*/ 177290 h 589020"/>
              <a:gd name="connsiteX890" fmla="*/ 237526 w 448920"/>
              <a:gd name="connsiteY890" fmla="*/ 186661 h 589020"/>
              <a:gd name="connsiteX891" fmla="*/ 240598 w 448920"/>
              <a:gd name="connsiteY891" fmla="*/ 190195 h 589020"/>
              <a:gd name="connsiteX892" fmla="*/ 239830 w 448920"/>
              <a:gd name="connsiteY892" fmla="*/ 190349 h 589020"/>
              <a:gd name="connsiteX893" fmla="*/ 239676 w 448920"/>
              <a:gd name="connsiteY893" fmla="*/ 199106 h 589020"/>
              <a:gd name="connsiteX894" fmla="*/ 239830 w 448920"/>
              <a:gd name="connsiteY894" fmla="*/ 204175 h 589020"/>
              <a:gd name="connsiteX895" fmla="*/ 241674 w 448920"/>
              <a:gd name="connsiteY895" fmla="*/ 204175 h 589020"/>
              <a:gd name="connsiteX896" fmla="*/ 241674 w 448920"/>
              <a:gd name="connsiteY896" fmla="*/ 202332 h 589020"/>
              <a:gd name="connsiteX897" fmla="*/ 245822 w 448920"/>
              <a:gd name="connsiteY897" fmla="*/ 197108 h 589020"/>
              <a:gd name="connsiteX898" fmla="*/ 248280 w 448920"/>
              <a:gd name="connsiteY898" fmla="*/ 190809 h 589020"/>
              <a:gd name="connsiteX899" fmla="*/ 255500 w 448920"/>
              <a:gd name="connsiteY899" fmla="*/ 179902 h 589020"/>
              <a:gd name="connsiteX900" fmla="*/ 255500 w 448920"/>
              <a:gd name="connsiteY900" fmla="*/ 176829 h 589020"/>
              <a:gd name="connsiteX901" fmla="*/ 262107 w 448920"/>
              <a:gd name="connsiteY901" fmla="*/ 167918 h 589020"/>
              <a:gd name="connsiteX902" fmla="*/ 264718 w 448920"/>
              <a:gd name="connsiteY902" fmla="*/ 162388 h 589020"/>
              <a:gd name="connsiteX903" fmla="*/ 268252 w 448920"/>
              <a:gd name="connsiteY903" fmla="*/ 158547 h 589020"/>
              <a:gd name="connsiteX904" fmla="*/ 279774 w 448920"/>
              <a:gd name="connsiteY904" fmla="*/ 138882 h 589020"/>
              <a:gd name="connsiteX905" fmla="*/ 286227 w 448920"/>
              <a:gd name="connsiteY905" fmla="*/ 133505 h 589020"/>
              <a:gd name="connsiteX906" fmla="*/ 289760 w 448920"/>
              <a:gd name="connsiteY906" fmla="*/ 133198 h 589020"/>
              <a:gd name="connsiteX907" fmla="*/ 294215 w 448920"/>
              <a:gd name="connsiteY907" fmla="*/ 127667 h 589020"/>
              <a:gd name="connsiteX908" fmla="*/ 297288 w 448920"/>
              <a:gd name="connsiteY908" fmla="*/ 120754 h 589020"/>
              <a:gd name="connsiteX909" fmla="*/ 296520 w 448920"/>
              <a:gd name="connsiteY909" fmla="*/ 117067 h 589020"/>
              <a:gd name="connsiteX910" fmla="*/ 299285 w 448920"/>
              <a:gd name="connsiteY910" fmla="*/ 114148 h 589020"/>
              <a:gd name="connsiteX911" fmla="*/ 300821 w 448920"/>
              <a:gd name="connsiteY911" fmla="*/ 110768 h 589020"/>
              <a:gd name="connsiteX912" fmla="*/ 309117 w 448920"/>
              <a:gd name="connsiteY912" fmla="*/ 108463 h 589020"/>
              <a:gd name="connsiteX913" fmla="*/ 311576 w 448920"/>
              <a:gd name="connsiteY913" fmla="*/ 107234 h 589020"/>
              <a:gd name="connsiteX914" fmla="*/ 313419 w 448920"/>
              <a:gd name="connsiteY914" fmla="*/ 107234 h 589020"/>
              <a:gd name="connsiteX915" fmla="*/ 324634 w 448920"/>
              <a:gd name="connsiteY915" fmla="*/ 119064 h 589020"/>
              <a:gd name="connsiteX916" fmla="*/ 320332 w 448920"/>
              <a:gd name="connsiteY916" fmla="*/ 124748 h 589020"/>
              <a:gd name="connsiteX917" fmla="*/ 322176 w 448920"/>
              <a:gd name="connsiteY917" fmla="*/ 128435 h 589020"/>
              <a:gd name="connsiteX918" fmla="*/ 322176 w 448920"/>
              <a:gd name="connsiteY918" fmla="*/ 130279 h 589020"/>
              <a:gd name="connsiteX919" fmla="*/ 321869 w 448920"/>
              <a:gd name="connsiteY919" fmla="*/ 139036 h 589020"/>
              <a:gd name="connsiteX920" fmla="*/ 319411 w 448920"/>
              <a:gd name="connsiteY920" fmla="*/ 142416 h 589020"/>
              <a:gd name="connsiteX921" fmla="*/ 319103 w 448920"/>
              <a:gd name="connsiteY921" fmla="*/ 147793 h 589020"/>
              <a:gd name="connsiteX922" fmla="*/ 314187 w 448920"/>
              <a:gd name="connsiteY922" fmla="*/ 160237 h 589020"/>
              <a:gd name="connsiteX923" fmla="*/ 308349 w 448920"/>
              <a:gd name="connsiteY923" fmla="*/ 165614 h 589020"/>
              <a:gd name="connsiteX924" fmla="*/ 304816 w 448920"/>
              <a:gd name="connsiteY924" fmla="*/ 172681 h 589020"/>
              <a:gd name="connsiteX925" fmla="*/ 304816 w 448920"/>
              <a:gd name="connsiteY925" fmla="*/ 174525 h 589020"/>
              <a:gd name="connsiteX926" fmla="*/ 298517 w 448920"/>
              <a:gd name="connsiteY926" fmla="*/ 184511 h 589020"/>
              <a:gd name="connsiteX927" fmla="*/ 292833 w 448920"/>
              <a:gd name="connsiteY927" fmla="*/ 189427 h 589020"/>
              <a:gd name="connsiteX928" fmla="*/ 292833 w 448920"/>
              <a:gd name="connsiteY928" fmla="*/ 192499 h 589020"/>
              <a:gd name="connsiteX929" fmla="*/ 294676 w 448920"/>
              <a:gd name="connsiteY929" fmla="*/ 200642 h 589020"/>
              <a:gd name="connsiteX930" fmla="*/ 296059 w 448920"/>
              <a:gd name="connsiteY930" fmla="*/ 201717 h 589020"/>
              <a:gd name="connsiteX931" fmla="*/ 307735 w 448920"/>
              <a:gd name="connsiteY931" fmla="*/ 201103 h 589020"/>
              <a:gd name="connsiteX932" fmla="*/ 314341 w 448920"/>
              <a:gd name="connsiteY932" fmla="*/ 196033 h 589020"/>
              <a:gd name="connsiteX933" fmla="*/ 320025 w 448920"/>
              <a:gd name="connsiteY933" fmla="*/ 190502 h 589020"/>
              <a:gd name="connsiteX934" fmla="*/ 326017 w 448920"/>
              <a:gd name="connsiteY934" fmla="*/ 185279 h 589020"/>
              <a:gd name="connsiteX935" fmla="*/ 333084 w 448920"/>
              <a:gd name="connsiteY935" fmla="*/ 181131 h 589020"/>
              <a:gd name="connsiteX936" fmla="*/ 340458 w 448920"/>
              <a:gd name="connsiteY936" fmla="*/ 176675 h 589020"/>
              <a:gd name="connsiteX937" fmla="*/ 347218 w 448920"/>
              <a:gd name="connsiteY937" fmla="*/ 172220 h 589020"/>
              <a:gd name="connsiteX938" fmla="*/ 353670 w 448920"/>
              <a:gd name="connsiteY938" fmla="*/ 167458 h 589020"/>
              <a:gd name="connsiteX939" fmla="*/ 359508 w 448920"/>
              <a:gd name="connsiteY939" fmla="*/ 162081 h 589020"/>
              <a:gd name="connsiteX940" fmla="*/ 365500 w 448920"/>
              <a:gd name="connsiteY940" fmla="*/ 156243 h 589020"/>
              <a:gd name="connsiteX941" fmla="*/ 370416 w 448920"/>
              <a:gd name="connsiteY941" fmla="*/ 149944 h 589020"/>
              <a:gd name="connsiteX942" fmla="*/ 379173 w 448920"/>
              <a:gd name="connsiteY942" fmla="*/ 136271 h 589020"/>
              <a:gd name="connsiteX943" fmla="*/ 384396 w 448920"/>
              <a:gd name="connsiteY943" fmla="*/ 129664 h 589020"/>
              <a:gd name="connsiteX944" fmla="*/ 387776 w 448920"/>
              <a:gd name="connsiteY944" fmla="*/ 127514 h 589020"/>
              <a:gd name="connsiteX945" fmla="*/ 390081 w 448920"/>
              <a:gd name="connsiteY945" fmla="*/ 124134 h 589020"/>
              <a:gd name="connsiteX946" fmla="*/ 400528 w 448920"/>
              <a:gd name="connsiteY946" fmla="*/ 112150 h 589020"/>
              <a:gd name="connsiteX947" fmla="*/ 403600 w 448920"/>
              <a:gd name="connsiteY947" fmla="*/ 107849 h 589020"/>
              <a:gd name="connsiteX948" fmla="*/ 412972 w 448920"/>
              <a:gd name="connsiteY948" fmla="*/ 84804 h 589020"/>
              <a:gd name="connsiteX949" fmla="*/ 412972 w 448920"/>
              <a:gd name="connsiteY949" fmla="*/ 81732 h 589020"/>
              <a:gd name="connsiteX950" fmla="*/ 417427 w 448920"/>
              <a:gd name="connsiteY950" fmla="*/ 66829 h 589020"/>
              <a:gd name="connsiteX951" fmla="*/ 421268 w 448920"/>
              <a:gd name="connsiteY951" fmla="*/ 51313 h 589020"/>
              <a:gd name="connsiteX952" fmla="*/ 424801 w 448920"/>
              <a:gd name="connsiteY952" fmla="*/ 16131 h 589020"/>
              <a:gd name="connsiteX953" fmla="*/ 426491 w 448920"/>
              <a:gd name="connsiteY953" fmla="*/ 13673 h 58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Lst>
            <a:rect l="l" t="t" r="r" b="b"/>
            <a:pathLst>
              <a:path w="448920" h="589020">
                <a:moveTo>
                  <a:pt x="176073" y="552764"/>
                </a:moveTo>
                <a:lnTo>
                  <a:pt x="202651" y="554915"/>
                </a:lnTo>
                <a:lnTo>
                  <a:pt x="180221" y="585180"/>
                </a:lnTo>
                <a:lnTo>
                  <a:pt x="186673" y="585641"/>
                </a:lnTo>
                <a:cubicBezTo>
                  <a:pt x="189746" y="585948"/>
                  <a:pt x="191897" y="585795"/>
                  <a:pt x="193126" y="585641"/>
                </a:cubicBezTo>
                <a:cubicBezTo>
                  <a:pt x="195123" y="585180"/>
                  <a:pt x="196967" y="584258"/>
                  <a:pt x="198503" y="582722"/>
                </a:cubicBezTo>
                <a:cubicBezTo>
                  <a:pt x="200039" y="581186"/>
                  <a:pt x="201268" y="579189"/>
                  <a:pt x="202036" y="576577"/>
                </a:cubicBezTo>
                <a:lnTo>
                  <a:pt x="202958" y="576577"/>
                </a:lnTo>
                <a:lnTo>
                  <a:pt x="200654" y="588714"/>
                </a:lnTo>
                <a:lnTo>
                  <a:pt x="169774" y="586256"/>
                </a:lnTo>
                <a:lnTo>
                  <a:pt x="192204" y="555990"/>
                </a:lnTo>
                <a:lnTo>
                  <a:pt x="187134" y="555529"/>
                </a:lnTo>
                <a:cubicBezTo>
                  <a:pt x="185137" y="555376"/>
                  <a:pt x="183908" y="555376"/>
                  <a:pt x="183293" y="555376"/>
                </a:cubicBezTo>
                <a:cubicBezTo>
                  <a:pt x="182064" y="555529"/>
                  <a:pt x="180989" y="555837"/>
                  <a:pt x="179914" y="556451"/>
                </a:cubicBezTo>
                <a:cubicBezTo>
                  <a:pt x="178838" y="557066"/>
                  <a:pt x="177916" y="557834"/>
                  <a:pt x="177148" y="558756"/>
                </a:cubicBezTo>
                <a:cubicBezTo>
                  <a:pt x="176380" y="559831"/>
                  <a:pt x="175766" y="561060"/>
                  <a:pt x="175305" y="562596"/>
                </a:cubicBezTo>
                <a:lnTo>
                  <a:pt x="174383" y="562596"/>
                </a:lnTo>
                <a:close/>
                <a:moveTo>
                  <a:pt x="241520" y="552456"/>
                </a:moveTo>
                <a:lnTo>
                  <a:pt x="241520" y="553378"/>
                </a:lnTo>
                <a:lnTo>
                  <a:pt x="240444" y="553531"/>
                </a:lnTo>
                <a:cubicBezTo>
                  <a:pt x="239523" y="553531"/>
                  <a:pt x="238601" y="553839"/>
                  <a:pt x="238140" y="554300"/>
                </a:cubicBezTo>
                <a:cubicBezTo>
                  <a:pt x="237679" y="554607"/>
                  <a:pt x="237372" y="554914"/>
                  <a:pt x="237218" y="555529"/>
                </a:cubicBezTo>
                <a:cubicBezTo>
                  <a:pt x="237064" y="555989"/>
                  <a:pt x="237064" y="557065"/>
                  <a:pt x="237218" y="558755"/>
                </a:cubicBezTo>
                <a:lnTo>
                  <a:pt x="238908" y="580878"/>
                </a:lnTo>
                <a:cubicBezTo>
                  <a:pt x="239062" y="582568"/>
                  <a:pt x="239215" y="583643"/>
                  <a:pt x="239369" y="584104"/>
                </a:cubicBezTo>
                <a:cubicBezTo>
                  <a:pt x="239523" y="584565"/>
                  <a:pt x="239983" y="584872"/>
                  <a:pt x="240598" y="585179"/>
                </a:cubicBezTo>
                <a:cubicBezTo>
                  <a:pt x="241212" y="585487"/>
                  <a:pt x="241981" y="585640"/>
                  <a:pt x="242902" y="585487"/>
                </a:cubicBezTo>
                <a:lnTo>
                  <a:pt x="243978" y="585333"/>
                </a:lnTo>
                <a:lnTo>
                  <a:pt x="243978" y="586255"/>
                </a:lnTo>
                <a:lnTo>
                  <a:pt x="226310" y="587637"/>
                </a:lnTo>
                <a:lnTo>
                  <a:pt x="226310" y="586716"/>
                </a:lnTo>
                <a:lnTo>
                  <a:pt x="227386" y="586562"/>
                </a:lnTo>
                <a:cubicBezTo>
                  <a:pt x="228308" y="586562"/>
                  <a:pt x="229229" y="586255"/>
                  <a:pt x="229690" y="585794"/>
                </a:cubicBezTo>
                <a:cubicBezTo>
                  <a:pt x="230151" y="585487"/>
                  <a:pt x="230458" y="585179"/>
                  <a:pt x="230612" y="584565"/>
                </a:cubicBezTo>
                <a:cubicBezTo>
                  <a:pt x="230766" y="584104"/>
                  <a:pt x="230766" y="583182"/>
                  <a:pt x="230612" y="581339"/>
                </a:cubicBezTo>
                <a:lnTo>
                  <a:pt x="229844" y="570892"/>
                </a:lnTo>
                <a:lnTo>
                  <a:pt x="217860" y="571813"/>
                </a:lnTo>
                <a:lnTo>
                  <a:pt x="218628" y="582260"/>
                </a:lnTo>
                <a:cubicBezTo>
                  <a:pt x="218781" y="583950"/>
                  <a:pt x="218935" y="585026"/>
                  <a:pt x="219089" y="585487"/>
                </a:cubicBezTo>
                <a:cubicBezTo>
                  <a:pt x="219242" y="585947"/>
                  <a:pt x="219703" y="586255"/>
                  <a:pt x="220318" y="586562"/>
                </a:cubicBezTo>
                <a:cubicBezTo>
                  <a:pt x="220932" y="586869"/>
                  <a:pt x="221701" y="587023"/>
                  <a:pt x="222623" y="586869"/>
                </a:cubicBezTo>
                <a:lnTo>
                  <a:pt x="223699" y="586716"/>
                </a:lnTo>
                <a:lnTo>
                  <a:pt x="223699" y="587637"/>
                </a:lnTo>
                <a:lnTo>
                  <a:pt x="206030" y="589020"/>
                </a:lnTo>
                <a:lnTo>
                  <a:pt x="206030" y="588098"/>
                </a:lnTo>
                <a:lnTo>
                  <a:pt x="207106" y="587945"/>
                </a:lnTo>
                <a:cubicBezTo>
                  <a:pt x="208027" y="587945"/>
                  <a:pt x="208795" y="587637"/>
                  <a:pt x="209410" y="587177"/>
                </a:cubicBezTo>
                <a:cubicBezTo>
                  <a:pt x="209871" y="586869"/>
                  <a:pt x="210178" y="586562"/>
                  <a:pt x="210332" y="585947"/>
                </a:cubicBezTo>
                <a:cubicBezTo>
                  <a:pt x="210485" y="585487"/>
                  <a:pt x="210485" y="584565"/>
                  <a:pt x="210332" y="582721"/>
                </a:cubicBezTo>
                <a:lnTo>
                  <a:pt x="208642" y="560598"/>
                </a:lnTo>
                <a:cubicBezTo>
                  <a:pt x="208488" y="558908"/>
                  <a:pt x="208335" y="557833"/>
                  <a:pt x="208181" y="557372"/>
                </a:cubicBezTo>
                <a:cubicBezTo>
                  <a:pt x="208027" y="556911"/>
                  <a:pt x="207566" y="556604"/>
                  <a:pt x="206952" y="556297"/>
                </a:cubicBezTo>
                <a:cubicBezTo>
                  <a:pt x="206337" y="555989"/>
                  <a:pt x="205569" y="555989"/>
                  <a:pt x="204647" y="555989"/>
                </a:cubicBezTo>
                <a:lnTo>
                  <a:pt x="203572" y="556143"/>
                </a:lnTo>
                <a:lnTo>
                  <a:pt x="203572" y="555221"/>
                </a:lnTo>
                <a:lnTo>
                  <a:pt x="221241" y="553839"/>
                </a:lnTo>
                <a:lnTo>
                  <a:pt x="221241" y="554760"/>
                </a:lnTo>
                <a:lnTo>
                  <a:pt x="220164" y="554914"/>
                </a:lnTo>
                <a:cubicBezTo>
                  <a:pt x="219242" y="554914"/>
                  <a:pt x="218474" y="555221"/>
                  <a:pt x="217860" y="555682"/>
                </a:cubicBezTo>
                <a:cubicBezTo>
                  <a:pt x="217399" y="555989"/>
                  <a:pt x="217091" y="556297"/>
                  <a:pt x="216938" y="556911"/>
                </a:cubicBezTo>
                <a:cubicBezTo>
                  <a:pt x="216784" y="557372"/>
                  <a:pt x="216784" y="558448"/>
                  <a:pt x="216938" y="560138"/>
                </a:cubicBezTo>
                <a:lnTo>
                  <a:pt x="217706" y="569663"/>
                </a:lnTo>
                <a:lnTo>
                  <a:pt x="229690" y="568741"/>
                </a:lnTo>
                <a:lnTo>
                  <a:pt x="228922" y="559216"/>
                </a:lnTo>
                <a:cubicBezTo>
                  <a:pt x="228768" y="557526"/>
                  <a:pt x="228615" y="556450"/>
                  <a:pt x="228461" y="555989"/>
                </a:cubicBezTo>
                <a:cubicBezTo>
                  <a:pt x="228308" y="555529"/>
                  <a:pt x="227847" y="555221"/>
                  <a:pt x="227232" y="554914"/>
                </a:cubicBezTo>
                <a:cubicBezTo>
                  <a:pt x="226618" y="554607"/>
                  <a:pt x="225849" y="554453"/>
                  <a:pt x="224928" y="554607"/>
                </a:cubicBezTo>
                <a:lnTo>
                  <a:pt x="223852" y="554760"/>
                </a:lnTo>
                <a:lnTo>
                  <a:pt x="223852" y="553839"/>
                </a:lnTo>
                <a:close/>
                <a:moveTo>
                  <a:pt x="257189" y="549384"/>
                </a:moveTo>
                <a:cubicBezTo>
                  <a:pt x="254116" y="550306"/>
                  <a:pt x="252427" y="552456"/>
                  <a:pt x="251812" y="555990"/>
                </a:cubicBezTo>
                <a:cubicBezTo>
                  <a:pt x="251197" y="558755"/>
                  <a:pt x="251812" y="562596"/>
                  <a:pt x="253195" y="567205"/>
                </a:cubicBezTo>
                <a:cubicBezTo>
                  <a:pt x="254885" y="572736"/>
                  <a:pt x="257189" y="576576"/>
                  <a:pt x="259954" y="578574"/>
                </a:cubicBezTo>
                <a:cubicBezTo>
                  <a:pt x="261952" y="579956"/>
                  <a:pt x="264102" y="580264"/>
                  <a:pt x="266561" y="579495"/>
                </a:cubicBezTo>
                <a:cubicBezTo>
                  <a:pt x="268097" y="579034"/>
                  <a:pt x="269326" y="578113"/>
                  <a:pt x="270248" y="577037"/>
                </a:cubicBezTo>
                <a:cubicBezTo>
                  <a:pt x="271323" y="575655"/>
                  <a:pt x="271938" y="573657"/>
                  <a:pt x="271938" y="571199"/>
                </a:cubicBezTo>
                <a:cubicBezTo>
                  <a:pt x="272091" y="568741"/>
                  <a:pt x="271477" y="565669"/>
                  <a:pt x="270401" y="562135"/>
                </a:cubicBezTo>
                <a:cubicBezTo>
                  <a:pt x="269172" y="557833"/>
                  <a:pt x="267636" y="554761"/>
                  <a:pt x="266253" y="552917"/>
                </a:cubicBezTo>
                <a:cubicBezTo>
                  <a:pt x="264717" y="551074"/>
                  <a:pt x="263334" y="549845"/>
                  <a:pt x="261798" y="549384"/>
                </a:cubicBezTo>
                <a:cubicBezTo>
                  <a:pt x="260415" y="548923"/>
                  <a:pt x="258725" y="548923"/>
                  <a:pt x="257189" y="549384"/>
                </a:cubicBezTo>
                <a:close/>
                <a:moveTo>
                  <a:pt x="256267" y="547847"/>
                </a:moveTo>
                <a:cubicBezTo>
                  <a:pt x="261337" y="546158"/>
                  <a:pt x="266100" y="546311"/>
                  <a:pt x="270248" y="548462"/>
                </a:cubicBezTo>
                <a:cubicBezTo>
                  <a:pt x="274549" y="550613"/>
                  <a:pt x="277315" y="554146"/>
                  <a:pt x="278851" y="558909"/>
                </a:cubicBezTo>
                <a:cubicBezTo>
                  <a:pt x="280080" y="563057"/>
                  <a:pt x="280080" y="567051"/>
                  <a:pt x="278697" y="570738"/>
                </a:cubicBezTo>
                <a:cubicBezTo>
                  <a:pt x="276854" y="575962"/>
                  <a:pt x="273013" y="579342"/>
                  <a:pt x="267175" y="581185"/>
                </a:cubicBezTo>
                <a:cubicBezTo>
                  <a:pt x="261337" y="583029"/>
                  <a:pt x="256267" y="582414"/>
                  <a:pt x="251812" y="579495"/>
                </a:cubicBezTo>
                <a:cubicBezTo>
                  <a:pt x="248279" y="577191"/>
                  <a:pt x="245974" y="573965"/>
                  <a:pt x="244591" y="569663"/>
                </a:cubicBezTo>
                <a:cubicBezTo>
                  <a:pt x="243055" y="564900"/>
                  <a:pt x="243362" y="560292"/>
                  <a:pt x="245667" y="556144"/>
                </a:cubicBezTo>
                <a:cubicBezTo>
                  <a:pt x="247971" y="551842"/>
                  <a:pt x="251505" y="549076"/>
                  <a:pt x="256267" y="547847"/>
                </a:cubicBezTo>
                <a:close/>
                <a:moveTo>
                  <a:pt x="156408" y="547694"/>
                </a:moveTo>
                <a:cubicBezTo>
                  <a:pt x="158098" y="548155"/>
                  <a:pt x="159481" y="548616"/>
                  <a:pt x="160710" y="549077"/>
                </a:cubicBezTo>
                <a:cubicBezTo>
                  <a:pt x="161324" y="549384"/>
                  <a:pt x="162400" y="549998"/>
                  <a:pt x="163936" y="551074"/>
                </a:cubicBezTo>
                <a:cubicBezTo>
                  <a:pt x="165319" y="551996"/>
                  <a:pt x="166241" y="552610"/>
                  <a:pt x="166548" y="552610"/>
                </a:cubicBezTo>
                <a:cubicBezTo>
                  <a:pt x="167009" y="552764"/>
                  <a:pt x="167470" y="552610"/>
                  <a:pt x="167931" y="552457"/>
                </a:cubicBezTo>
                <a:cubicBezTo>
                  <a:pt x="168391" y="552149"/>
                  <a:pt x="168852" y="551688"/>
                  <a:pt x="169467" y="550767"/>
                </a:cubicBezTo>
                <a:lnTo>
                  <a:pt x="170081" y="551227"/>
                </a:lnTo>
                <a:lnTo>
                  <a:pt x="167316" y="562750"/>
                </a:lnTo>
                <a:lnTo>
                  <a:pt x="166394" y="562596"/>
                </a:lnTo>
                <a:cubicBezTo>
                  <a:pt x="166087" y="559216"/>
                  <a:pt x="165012" y="556297"/>
                  <a:pt x="163322" y="554146"/>
                </a:cubicBezTo>
                <a:cubicBezTo>
                  <a:pt x="161632" y="551996"/>
                  <a:pt x="159327" y="550613"/>
                  <a:pt x="156869" y="549998"/>
                </a:cubicBezTo>
                <a:cubicBezTo>
                  <a:pt x="154411" y="549384"/>
                  <a:pt x="152260" y="549538"/>
                  <a:pt x="150263" y="550613"/>
                </a:cubicBezTo>
                <a:cubicBezTo>
                  <a:pt x="148266" y="551535"/>
                  <a:pt x="146730" y="553225"/>
                  <a:pt x="145347" y="555529"/>
                </a:cubicBezTo>
                <a:cubicBezTo>
                  <a:pt x="144118" y="557834"/>
                  <a:pt x="143042" y="560292"/>
                  <a:pt x="142428" y="562903"/>
                </a:cubicBezTo>
                <a:cubicBezTo>
                  <a:pt x="141660" y="566130"/>
                  <a:pt x="141352" y="568895"/>
                  <a:pt x="141506" y="571507"/>
                </a:cubicBezTo>
                <a:cubicBezTo>
                  <a:pt x="141660" y="574118"/>
                  <a:pt x="142428" y="576116"/>
                  <a:pt x="143811" y="577652"/>
                </a:cubicBezTo>
                <a:cubicBezTo>
                  <a:pt x="145193" y="579188"/>
                  <a:pt x="147037" y="580264"/>
                  <a:pt x="149341" y="580725"/>
                </a:cubicBezTo>
                <a:cubicBezTo>
                  <a:pt x="150109" y="580878"/>
                  <a:pt x="151031" y="581032"/>
                  <a:pt x="151799" y="581032"/>
                </a:cubicBezTo>
                <a:cubicBezTo>
                  <a:pt x="152721" y="581032"/>
                  <a:pt x="153643" y="581032"/>
                  <a:pt x="154565" y="580878"/>
                </a:cubicBezTo>
                <a:lnTo>
                  <a:pt x="156255" y="573965"/>
                </a:lnTo>
                <a:cubicBezTo>
                  <a:pt x="156562" y="572736"/>
                  <a:pt x="156715" y="571814"/>
                  <a:pt x="156562" y="571353"/>
                </a:cubicBezTo>
                <a:cubicBezTo>
                  <a:pt x="156408" y="570892"/>
                  <a:pt x="156255" y="570431"/>
                  <a:pt x="155640" y="570124"/>
                </a:cubicBezTo>
                <a:cubicBezTo>
                  <a:pt x="155179" y="569663"/>
                  <a:pt x="154565" y="569356"/>
                  <a:pt x="153797" y="569202"/>
                </a:cubicBezTo>
                <a:lnTo>
                  <a:pt x="153028" y="569049"/>
                </a:lnTo>
                <a:lnTo>
                  <a:pt x="153182" y="568127"/>
                </a:lnTo>
                <a:lnTo>
                  <a:pt x="169160" y="571968"/>
                </a:lnTo>
                <a:lnTo>
                  <a:pt x="169006" y="572889"/>
                </a:lnTo>
                <a:cubicBezTo>
                  <a:pt x="167777" y="572736"/>
                  <a:pt x="166855" y="572582"/>
                  <a:pt x="166394" y="572736"/>
                </a:cubicBezTo>
                <a:cubicBezTo>
                  <a:pt x="165933" y="572889"/>
                  <a:pt x="165319" y="573197"/>
                  <a:pt x="165012" y="573658"/>
                </a:cubicBezTo>
                <a:cubicBezTo>
                  <a:pt x="164858" y="573965"/>
                  <a:pt x="164551" y="574733"/>
                  <a:pt x="164243" y="575808"/>
                </a:cubicBezTo>
                <a:lnTo>
                  <a:pt x="162553" y="582722"/>
                </a:lnTo>
                <a:cubicBezTo>
                  <a:pt x="160249" y="583183"/>
                  <a:pt x="157791" y="583336"/>
                  <a:pt x="155486" y="583183"/>
                </a:cubicBezTo>
                <a:cubicBezTo>
                  <a:pt x="153028" y="583183"/>
                  <a:pt x="150724" y="582722"/>
                  <a:pt x="148266" y="582261"/>
                </a:cubicBezTo>
                <a:cubicBezTo>
                  <a:pt x="145193" y="581493"/>
                  <a:pt x="142735" y="580417"/>
                  <a:pt x="140738" y="579035"/>
                </a:cubicBezTo>
                <a:cubicBezTo>
                  <a:pt x="138894" y="577652"/>
                  <a:pt x="137358" y="576116"/>
                  <a:pt x="136129" y="574426"/>
                </a:cubicBezTo>
                <a:cubicBezTo>
                  <a:pt x="134900" y="572736"/>
                  <a:pt x="133978" y="570739"/>
                  <a:pt x="133517" y="568895"/>
                </a:cubicBezTo>
                <a:cubicBezTo>
                  <a:pt x="132903" y="566437"/>
                  <a:pt x="132903" y="563672"/>
                  <a:pt x="133671" y="560906"/>
                </a:cubicBezTo>
                <a:cubicBezTo>
                  <a:pt x="134900" y="555990"/>
                  <a:pt x="137665" y="552149"/>
                  <a:pt x="141967" y="549691"/>
                </a:cubicBezTo>
                <a:cubicBezTo>
                  <a:pt x="146269" y="547079"/>
                  <a:pt x="151031" y="546465"/>
                  <a:pt x="156408" y="547694"/>
                </a:cubicBezTo>
                <a:close/>
                <a:moveTo>
                  <a:pt x="105556" y="529258"/>
                </a:moveTo>
                <a:lnTo>
                  <a:pt x="116618" y="534328"/>
                </a:lnTo>
                <a:lnTo>
                  <a:pt x="123532" y="560292"/>
                </a:lnTo>
                <a:lnTo>
                  <a:pt x="129370" y="546927"/>
                </a:lnTo>
                <a:cubicBezTo>
                  <a:pt x="130138" y="545082"/>
                  <a:pt x="130445" y="543699"/>
                  <a:pt x="130291" y="542777"/>
                </a:cubicBezTo>
                <a:cubicBezTo>
                  <a:pt x="129984" y="541548"/>
                  <a:pt x="128909" y="540627"/>
                  <a:pt x="127219" y="539859"/>
                </a:cubicBezTo>
                <a:lnTo>
                  <a:pt x="127526" y="538937"/>
                </a:lnTo>
                <a:lnTo>
                  <a:pt x="137819" y="543392"/>
                </a:lnTo>
                <a:lnTo>
                  <a:pt x="137512" y="544314"/>
                </a:lnTo>
                <a:cubicBezTo>
                  <a:pt x="136129" y="543853"/>
                  <a:pt x="135208" y="543699"/>
                  <a:pt x="134593" y="543853"/>
                </a:cubicBezTo>
                <a:cubicBezTo>
                  <a:pt x="133978" y="543853"/>
                  <a:pt x="133518" y="544160"/>
                  <a:pt x="132903" y="544621"/>
                </a:cubicBezTo>
                <a:cubicBezTo>
                  <a:pt x="132442" y="545082"/>
                  <a:pt x="131828" y="546158"/>
                  <a:pt x="131213" y="547541"/>
                </a:cubicBezTo>
                <a:lnTo>
                  <a:pt x="119844" y="573351"/>
                </a:lnTo>
                <a:lnTo>
                  <a:pt x="119076" y="573044"/>
                </a:lnTo>
                <a:lnTo>
                  <a:pt x="109397" y="538015"/>
                </a:lnTo>
                <a:lnTo>
                  <a:pt x="100793" y="557681"/>
                </a:lnTo>
                <a:cubicBezTo>
                  <a:pt x="100025" y="559524"/>
                  <a:pt x="99872" y="560907"/>
                  <a:pt x="100486" y="561829"/>
                </a:cubicBezTo>
                <a:cubicBezTo>
                  <a:pt x="100947" y="562750"/>
                  <a:pt x="101869" y="563519"/>
                  <a:pt x="102791" y="563980"/>
                </a:cubicBezTo>
                <a:lnTo>
                  <a:pt x="103559" y="564287"/>
                </a:lnTo>
                <a:lnTo>
                  <a:pt x="103251" y="565055"/>
                </a:lnTo>
                <a:lnTo>
                  <a:pt x="92190" y="560292"/>
                </a:lnTo>
                <a:lnTo>
                  <a:pt x="92497" y="559524"/>
                </a:lnTo>
                <a:cubicBezTo>
                  <a:pt x="94187" y="560292"/>
                  <a:pt x="95570" y="560446"/>
                  <a:pt x="96492" y="559985"/>
                </a:cubicBezTo>
                <a:cubicBezTo>
                  <a:pt x="97413" y="559524"/>
                  <a:pt x="98335" y="558602"/>
                  <a:pt x="99103" y="556913"/>
                </a:cubicBezTo>
                <a:lnTo>
                  <a:pt x="108628" y="535096"/>
                </a:lnTo>
                <a:lnTo>
                  <a:pt x="108321" y="534021"/>
                </a:lnTo>
                <a:cubicBezTo>
                  <a:pt x="108014" y="532945"/>
                  <a:pt x="107707" y="532177"/>
                  <a:pt x="107246" y="531562"/>
                </a:cubicBezTo>
                <a:cubicBezTo>
                  <a:pt x="106785" y="531102"/>
                  <a:pt x="106170" y="530641"/>
                  <a:pt x="105249" y="530180"/>
                </a:cubicBezTo>
                <a:close/>
                <a:moveTo>
                  <a:pt x="82666" y="528643"/>
                </a:moveTo>
                <a:lnTo>
                  <a:pt x="72065" y="535865"/>
                </a:lnTo>
                <a:lnTo>
                  <a:pt x="80823" y="541242"/>
                </a:lnTo>
                <a:close/>
                <a:moveTo>
                  <a:pt x="308041" y="528336"/>
                </a:moveTo>
                <a:lnTo>
                  <a:pt x="308348" y="529258"/>
                </a:lnTo>
                <a:lnTo>
                  <a:pt x="307734" y="529565"/>
                </a:lnTo>
                <a:cubicBezTo>
                  <a:pt x="306812" y="529872"/>
                  <a:pt x="306198" y="530487"/>
                  <a:pt x="305737" y="531101"/>
                </a:cubicBezTo>
                <a:cubicBezTo>
                  <a:pt x="305276" y="531716"/>
                  <a:pt x="305122" y="532484"/>
                  <a:pt x="305122" y="533252"/>
                </a:cubicBezTo>
                <a:cubicBezTo>
                  <a:pt x="305122" y="533867"/>
                  <a:pt x="305429" y="534789"/>
                  <a:pt x="305890" y="536018"/>
                </a:cubicBezTo>
                <a:lnTo>
                  <a:pt x="310960" y="547847"/>
                </a:lnTo>
                <a:cubicBezTo>
                  <a:pt x="312496" y="551534"/>
                  <a:pt x="313418" y="554300"/>
                  <a:pt x="313725" y="555990"/>
                </a:cubicBezTo>
                <a:cubicBezTo>
                  <a:pt x="313879" y="557833"/>
                  <a:pt x="313418" y="559830"/>
                  <a:pt x="312189" y="561981"/>
                </a:cubicBezTo>
                <a:cubicBezTo>
                  <a:pt x="310960" y="564132"/>
                  <a:pt x="308656" y="565976"/>
                  <a:pt x="305429" y="567358"/>
                </a:cubicBezTo>
                <a:cubicBezTo>
                  <a:pt x="302818" y="568587"/>
                  <a:pt x="300513" y="569048"/>
                  <a:pt x="298670" y="569048"/>
                </a:cubicBezTo>
                <a:cubicBezTo>
                  <a:pt x="296212" y="568895"/>
                  <a:pt x="294368" y="568280"/>
                  <a:pt x="292832" y="567051"/>
                </a:cubicBezTo>
                <a:cubicBezTo>
                  <a:pt x="291295" y="565822"/>
                  <a:pt x="290066" y="563978"/>
                  <a:pt x="288991" y="561367"/>
                </a:cubicBezTo>
                <a:lnTo>
                  <a:pt x="282385" y="546157"/>
                </a:lnTo>
                <a:cubicBezTo>
                  <a:pt x="281617" y="544314"/>
                  <a:pt x="281002" y="543238"/>
                  <a:pt x="280695" y="542931"/>
                </a:cubicBezTo>
                <a:cubicBezTo>
                  <a:pt x="280234" y="542624"/>
                  <a:pt x="279773" y="542316"/>
                  <a:pt x="279159" y="542316"/>
                </a:cubicBezTo>
                <a:cubicBezTo>
                  <a:pt x="278544" y="542316"/>
                  <a:pt x="277622" y="542470"/>
                  <a:pt x="276240" y="543085"/>
                </a:cubicBezTo>
                <a:lnTo>
                  <a:pt x="276086" y="542163"/>
                </a:lnTo>
                <a:lnTo>
                  <a:pt x="292064" y="535249"/>
                </a:lnTo>
                <a:lnTo>
                  <a:pt x="292371" y="536171"/>
                </a:lnTo>
                <a:lnTo>
                  <a:pt x="291603" y="536478"/>
                </a:lnTo>
                <a:cubicBezTo>
                  <a:pt x="290374" y="536939"/>
                  <a:pt x="289605" y="537554"/>
                  <a:pt x="289298" y="537861"/>
                </a:cubicBezTo>
                <a:cubicBezTo>
                  <a:pt x="288991" y="538322"/>
                  <a:pt x="288837" y="538783"/>
                  <a:pt x="288837" y="539244"/>
                </a:cubicBezTo>
                <a:cubicBezTo>
                  <a:pt x="288837" y="539705"/>
                  <a:pt x="289145" y="540934"/>
                  <a:pt x="289913" y="542624"/>
                </a:cubicBezTo>
                <a:lnTo>
                  <a:pt x="296519" y="557833"/>
                </a:lnTo>
                <a:cubicBezTo>
                  <a:pt x="297748" y="560598"/>
                  <a:pt x="298670" y="562288"/>
                  <a:pt x="299591" y="563057"/>
                </a:cubicBezTo>
                <a:cubicBezTo>
                  <a:pt x="300360" y="563825"/>
                  <a:pt x="301435" y="564286"/>
                  <a:pt x="302664" y="564439"/>
                </a:cubicBezTo>
                <a:cubicBezTo>
                  <a:pt x="303893" y="564593"/>
                  <a:pt x="305276" y="564439"/>
                  <a:pt x="306658" y="563825"/>
                </a:cubicBezTo>
                <a:cubicBezTo>
                  <a:pt x="308348" y="563057"/>
                  <a:pt x="309577" y="562135"/>
                  <a:pt x="310499" y="560906"/>
                </a:cubicBezTo>
                <a:cubicBezTo>
                  <a:pt x="311421" y="559677"/>
                  <a:pt x="311728" y="558140"/>
                  <a:pt x="311728" y="556604"/>
                </a:cubicBezTo>
                <a:cubicBezTo>
                  <a:pt x="311728" y="555068"/>
                  <a:pt x="311114" y="552610"/>
                  <a:pt x="309577" y="549230"/>
                </a:cubicBezTo>
                <a:lnTo>
                  <a:pt x="304047" y="536632"/>
                </a:lnTo>
                <a:cubicBezTo>
                  <a:pt x="303432" y="535249"/>
                  <a:pt x="302818" y="534328"/>
                  <a:pt x="302357" y="533867"/>
                </a:cubicBezTo>
                <a:cubicBezTo>
                  <a:pt x="301742" y="533406"/>
                  <a:pt x="301281" y="533099"/>
                  <a:pt x="300667" y="533099"/>
                </a:cubicBezTo>
                <a:cubicBezTo>
                  <a:pt x="299899" y="533099"/>
                  <a:pt x="298823" y="533252"/>
                  <a:pt x="297594" y="533867"/>
                </a:cubicBezTo>
                <a:lnTo>
                  <a:pt x="297287" y="532945"/>
                </a:lnTo>
                <a:close/>
                <a:moveTo>
                  <a:pt x="91116" y="520501"/>
                </a:moveTo>
                <a:lnTo>
                  <a:pt x="91577" y="520808"/>
                </a:lnTo>
                <a:lnTo>
                  <a:pt x="87429" y="550767"/>
                </a:lnTo>
                <a:cubicBezTo>
                  <a:pt x="87121" y="553533"/>
                  <a:pt x="86968" y="555530"/>
                  <a:pt x="87275" y="556452"/>
                </a:cubicBezTo>
                <a:cubicBezTo>
                  <a:pt x="87582" y="557220"/>
                  <a:pt x="88043" y="557988"/>
                  <a:pt x="88965" y="558449"/>
                </a:cubicBezTo>
                <a:lnTo>
                  <a:pt x="88504" y="559217"/>
                </a:lnTo>
                <a:lnTo>
                  <a:pt x="74524" y="550614"/>
                </a:lnTo>
                <a:lnTo>
                  <a:pt x="74985" y="549845"/>
                </a:lnTo>
                <a:lnTo>
                  <a:pt x="75599" y="550153"/>
                </a:lnTo>
                <a:cubicBezTo>
                  <a:pt x="76675" y="550767"/>
                  <a:pt x="77596" y="551075"/>
                  <a:pt x="78211" y="551075"/>
                </a:cubicBezTo>
                <a:cubicBezTo>
                  <a:pt x="78672" y="551075"/>
                  <a:pt x="78979" y="550921"/>
                  <a:pt x="79286" y="550460"/>
                </a:cubicBezTo>
                <a:cubicBezTo>
                  <a:pt x="79440" y="550153"/>
                  <a:pt x="79440" y="549845"/>
                  <a:pt x="79594" y="549538"/>
                </a:cubicBezTo>
                <a:cubicBezTo>
                  <a:pt x="79594" y="549385"/>
                  <a:pt x="79747" y="548770"/>
                  <a:pt x="79901" y="547541"/>
                </a:cubicBezTo>
                <a:lnTo>
                  <a:pt x="80515" y="542932"/>
                </a:lnTo>
                <a:lnTo>
                  <a:pt x="70375" y="536633"/>
                </a:lnTo>
                <a:lnTo>
                  <a:pt x="67456" y="538630"/>
                </a:lnTo>
                <a:cubicBezTo>
                  <a:pt x="66534" y="539399"/>
                  <a:pt x="65766" y="540013"/>
                  <a:pt x="65459" y="540628"/>
                </a:cubicBezTo>
                <a:cubicBezTo>
                  <a:pt x="64998" y="541549"/>
                  <a:pt x="64844" y="542318"/>
                  <a:pt x="65305" y="543086"/>
                </a:cubicBezTo>
                <a:cubicBezTo>
                  <a:pt x="65459" y="543547"/>
                  <a:pt x="66380" y="544315"/>
                  <a:pt x="67763" y="545390"/>
                </a:cubicBezTo>
                <a:lnTo>
                  <a:pt x="67302" y="546158"/>
                </a:lnTo>
                <a:lnTo>
                  <a:pt x="57777" y="540320"/>
                </a:lnTo>
                <a:lnTo>
                  <a:pt x="58238" y="539552"/>
                </a:lnTo>
                <a:cubicBezTo>
                  <a:pt x="59467" y="540013"/>
                  <a:pt x="60542" y="540167"/>
                  <a:pt x="61618" y="539859"/>
                </a:cubicBezTo>
                <a:cubicBezTo>
                  <a:pt x="62693" y="539706"/>
                  <a:pt x="64383" y="538630"/>
                  <a:pt x="66688" y="537094"/>
                </a:cubicBezTo>
                <a:close/>
                <a:moveTo>
                  <a:pt x="352288" y="494384"/>
                </a:moveTo>
                <a:lnTo>
                  <a:pt x="352902" y="495152"/>
                </a:lnTo>
                <a:lnTo>
                  <a:pt x="352288" y="495613"/>
                </a:lnTo>
                <a:cubicBezTo>
                  <a:pt x="351520" y="496228"/>
                  <a:pt x="351059" y="496842"/>
                  <a:pt x="350752" y="497457"/>
                </a:cubicBezTo>
                <a:cubicBezTo>
                  <a:pt x="350444" y="498071"/>
                  <a:pt x="350444" y="498839"/>
                  <a:pt x="350752" y="499607"/>
                </a:cubicBezTo>
                <a:cubicBezTo>
                  <a:pt x="350905" y="500222"/>
                  <a:pt x="351366" y="500990"/>
                  <a:pt x="352288" y="502066"/>
                </a:cubicBezTo>
                <a:lnTo>
                  <a:pt x="360277" y="512205"/>
                </a:lnTo>
                <a:cubicBezTo>
                  <a:pt x="362735" y="515278"/>
                  <a:pt x="364271" y="517736"/>
                  <a:pt x="365039" y="519426"/>
                </a:cubicBezTo>
                <a:cubicBezTo>
                  <a:pt x="365654" y="521116"/>
                  <a:pt x="365654" y="523267"/>
                  <a:pt x="365039" y="525571"/>
                </a:cubicBezTo>
                <a:cubicBezTo>
                  <a:pt x="364425" y="528029"/>
                  <a:pt x="362581" y="530334"/>
                  <a:pt x="359969" y="532484"/>
                </a:cubicBezTo>
                <a:cubicBezTo>
                  <a:pt x="357665" y="534328"/>
                  <a:pt x="355668" y="535403"/>
                  <a:pt x="353978" y="535711"/>
                </a:cubicBezTo>
                <a:cubicBezTo>
                  <a:pt x="351673" y="536172"/>
                  <a:pt x="349523" y="536172"/>
                  <a:pt x="347833" y="535403"/>
                </a:cubicBezTo>
                <a:cubicBezTo>
                  <a:pt x="346143" y="534635"/>
                  <a:pt x="344299" y="533253"/>
                  <a:pt x="342608" y="530948"/>
                </a:cubicBezTo>
                <a:lnTo>
                  <a:pt x="332315" y="517890"/>
                </a:lnTo>
                <a:cubicBezTo>
                  <a:pt x="331086" y="516353"/>
                  <a:pt x="330318" y="515431"/>
                  <a:pt x="329857" y="515278"/>
                </a:cubicBezTo>
                <a:cubicBezTo>
                  <a:pt x="329396" y="514971"/>
                  <a:pt x="328935" y="514971"/>
                  <a:pt x="328321" y="515124"/>
                </a:cubicBezTo>
                <a:cubicBezTo>
                  <a:pt x="327706" y="515278"/>
                  <a:pt x="326938" y="515739"/>
                  <a:pt x="325709" y="516660"/>
                </a:cubicBezTo>
                <a:lnTo>
                  <a:pt x="325248" y="515892"/>
                </a:lnTo>
                <a:lnTo>
                  <a:pt x="338921" y="504985"/>
                </a:lnTo>
                <a:lnTo>
                  <a:pt x="339536" y="505753"/>
                </a:lnTo>
                <a:lnTo>
                  <a:pt x="338921" y="506367"/>
                </a:lnTo>
                <a:cubicBezTo>
                  <a:pt x="337846" y="507135"/>
                  <a:pt x="337231" y="507904"/>
                  <a:pt x="337078" y="508364"/>
                </a:cubicBezTo>
                <a:cubicBezTo>
                  <a:pt x="336924" y="508825"/>
                  <a:pt x="336770" y="509440"/>
                  <a:pt x="336924" y="509901"/>
                </a:cubicBezTo>
                <a:cubicBezTo>
                  <a:pt x="337078" y="510362"/>
                  <a:pt x="337692" y="511437"/>
                  <a:pt x="338921" y="512973"/>
                </a:cubicBezTo>
                <a:lnTo>
                  <a:pt x="349215" y="526032"/>
                </a:lnTo>
                <a:cubicBezTo>
                  <a:pt x="351059" y="528336"/>
                  <a:pt x="352595" y="529873"/>
                  <a:pt x="353517" y="530334"/>
                </a:cubicBezTo>
                <a:cubicBezTo>
                  <a:pt x="354439" y="530795"/>
                  <a:pt x="355514" y="530948"/>
                  <a:pt x="356743" y="530795"/>
                </a:cubicBezTo>
                <a:cubicBezTo>
                  <a:pt x="357972" y="530641"/>
                  <a:pt x="359201" y="530026"/>
                  <a:pt x="360430" y="529105"/>
                </a:cubicBezTo>
                <a:cubicBezTo>
                  <a:pt x="361813" y="528029"/>
                  <a:pt x="362888" y="526646"/>
                  <a:pt x="363349" y="525264"/>
                </a:cubicBezTo>
                <a:cubicBezTo>
                  <a:pt x="363810" y="523881"/>
                  <a:pt x="363964" y="522345"/>
                  <a:pt x="363503" y="520809"/>
                </a:cubicBezTo>
                <a:cubicBezTo>
                  <a:pt x="363042" y="519272"/>
                  <a:pt x="361813" y="517121"/>
                  <a:pt x="359509" y="514202"/>
                </a:cubicBezTo>
                <a:lnTo>
                  <a:pt x="350905" y="503448"/>
                </a:lnTo>
                <a:cubicBezTo>
                  <a:pt x="349984" y="502219"/>
                  <a:pt x="349215" y="501451"/>
                  <a:pt x="348447" y="501144"/>
                </a:cubicBezTo>
                <a:cubicBezTo>
                  <a:pt x="347833" y="500837"/>
                  <a:pt x="347218" y="500683"/>
                  <a:pt x="346604" y="500837"/>
                </a:cubicBezTo>
                <a:cubicBezTo>
                  <a:pt x="345835" y="500990"/>
                  <a:pt x="344760" y="501451"/>
                  <a:pt x="343685" y="502373"/>
                </a:cubicBezTo>
                <a:lnTo>
                  <a:pt x="343070" y="501605"/>
                </a:lnTo>
                <a:close/>
                <a:moveTo>
                  <a:pt x="51018" y="489621"/>
                </a:moveTo>
                <a:lnTo>
                  <a:pt x="64076" y="501297"/>
                </a:lnTo>
                <a:lnTo>
                  <a:pt x="63462" y="502065"/>
                </a:lnTo>
                <a:lnTo>
                  <a:pt x="62847" y="501451"/>
                </a:lnTo>
                <a:cubicBezTo>
                  <a:pt x="61926" y="500529"/>
                  <a:pt x="61157" y="500068"/>
                  <a:pt x="60543" y="499914"/>
                </a:cubicBezTo>
                <a:cubicBezTo>
                  <a:pt x="59928" y="499761"/>
                  <a:pt x="59467" y="499914"/>
                  <a:pt x="59007" y="500068"/>
                </a:cubicBezTo>
                <a:cubicBezTo>
                  <a:pt x="58546" y="500222"/>
                  <a:pt x="57624" y="501143"/>
                  <a:pt x="56395" y="502526"/>
                </a:cubicBezTo>
                <a:lnTo>
                  <a:pt x="45333" y="514970"/>
                </a:lnTo>
                <a:cubicBezTo>
                  <a:pt x="43336" y="517275"/>
                  <a:pt x="42107" y="518811"/>
                  <a:pt x="41800" y="519886"/>
                </a:cubicBezTo>
                <a:cubicBezTo>
                  <a:pt x="41493" y="520962"/>
                  <a:pt x="41493" y="522037"/>
                  <a:pt x="41800" y="523266"/>
                </a:cubicBezTo>
                <a:cubicBezTo>
                  <a:pt x="42107" y="524495"/>
                  <a:pt x="42875" y="525571"/>
                  <a:pt x="44104" y="526646"/>
                </a:cubicBezTo>
                <a:cubicBezTo>
                  <a:pt x="45487" y="527875"/>
                  <a:pt x="46870" y="528643"/>
                  <a:pt x="48406" y="528797"/>
                </a:cubicBezTo>
                <a:cubicBezTo>
                  <a:pt x="49942" y="529104"/>
                  <a:pt x="51325" y="528797"/>
                  <a:pt x="52861" y="528182"/>
                </a:cubicBezTo>
                <a:cubicBezTo>
                  <a:pt x="54244" y="527568"/>
                  <a:pt x="56241" y="525878"/>
                  <a:pt x="58546" y="523112"/>
                </a:cubicBezTo>
                <a:lnTo>
                  <a:pt x="67764" y="512819"/>
                </a:lnTo>
                <a:cubicBezTo>
                  <a:pt x="68839" y="511744"/>
                  <a:pt x="69300" y="510822"/>
                  <a:pt x="69607" y="510054"/>
                </a:cubicBezTo>
                <a:cubicBezTo>
                  <a:pt x="69761" y="509286"/>
                  <a:pt x="69761" y="508825"/>
                  <a:pt x="69607" y="508210"/>
                </a:cubicBezTo>
                <a:cubicBezTo>
                  <a:pt x="69300" y="507442"/>
                  <a:pt x="68685" y="506520"/>
                  <a:pt x="67610" y="505599"/>
                </a:cubicBezTo>
                <a:lnTo>
                  <a:pt x="68224" y="504830"/>
                </a:lnTo>
                <a:lnTo>
                  <a:pt x="76981" y="512666"/>
                </a:lnTo>
                <a:lnTo>
                  <a:pt x="76367" y="513434"/>
                </a:lnTo>
                <a:lnTo>
                  <a:pt x="75906" y="512973"/>
                </a:lnTo>
                <a:cubicBezTo>
                  <a:pt x="75138" y="512358"/>
                  <a:pt x="74523" y="511897"/>
                  <a:pt x="73755" y="511897"/>
                </a:cubicBezTo>
                <a:cubicBezTo>
                  <a:pt x="72987" y="511744"/>
                  <a:pt x="72372" y="511897"/>
                  <a:pt x="71604" y="512205"/>
                </a:cubicBezTo>
                <a:cubicBezTo>
                  <a:pt x="71143" y="512512"/>
                  <a:pt x="70375" y="513126"/>
                  <a:pt x="69453" y="514202"/>
                </a:cubicBezTo>
                <a:lnTo>
                  <a:pt x="60850" y="523881"/>
                </a:lnTo>
                <a:cubicBezTo>
                  <a:pt x="58238" y="526800"/>
                  <a:pt x="56088" y="528797"/>
                  <a:pt x="54551" y="529872"/>
                </a:cubicBezTo>
                <a:cubicBezTo>
                  <a:pt x="53015" y="530794"/>
                  <a:pt x="51018" y="531255"/>
                  <a:pt x="48406" y="530948"/>
                </a:cubicBezTo>
                <a:cubicBezTo>
                  <a:pt x="45948" y="530640"/>
                  <a:pt x="43336" y="529411"/>
                  <a:pt x="40725" y="527107"/>
                </a:cubicBezTo>
                <a:cubicBezTo>
                  <a:pt x="38574" y="525110"/>
                  <a:pt x="37037" y="523420"/>
                  <a:pt x="36423" y="521730"/>
                </a:cubicBezTo>
                <a:cubicBezTo>
                  <a:pt x="35501" y="519425"/>
                  <a:pt x="35194" y="517428"/>
                  <a:pt x="35655" y="515585"/>
                </a:cubicBezTo>
                <a:cubicBezTo>
                  <a:pt x="36116" y="513741"/>
                  <a:pt x="37191" y="511744"/>
                  <a:pt x="39188" y="509593"/>
                </a:cubicBezTo>
                <a:lnTo>
                  <a:pt x="50250" y="497149"/>
                </a:lnTo>
                <a:cubicBezTo>
                  <a:pt x="51479" y="495766"/>
                  <a:pt x="52247" y="494691"/>
                  <a:pt x="52400" y="494230"/>
                </a:cubicBezTo>
                <a:cubicBezTo>
                  <a:pt x="52554" y="493769"/>
                  <a:pt x="52554" y="493154"/>
                  <a:pt x="52247" y="492694"/>
                </a:cubicBezTo>
                <a:cubicBezTo>
                  <a:pt x="52093" y="492079"/>
                  <a:pt x="51325" y="491311"/>
                  <a:pt x="50250" y="490389"/>
                </a:cubicBezTo>
                <a:close/>
                <a:moveTo>
                  <a:pt x="27512" y="468881"/>
                </a:moveTo>
                <a:cubicBezTo>
                  <a:pt x="32429" y="469342"/>
                  <a:pt x="36730" y="471647"/>
                  <a:pt x="40264" y="475795"/>
                </a:cubicBezTo>
                <a:cubicBezTo>
                  <a:pt x="41339" y="477024"/>
                  <a:pt x="42261" y="478253"/>
                  <a:pt x="42875" y="479482"/>
                </a:cubicBezTo>
                <a:cubicBezTo>
                  <a:pt x="43183" y="480096"/>
                  <a:pt x="43797" y="481325"/>
                  <a:pt x="44258" y="482862"/>
                </a:cubicBezTo>
                <a:cubicBezTo>
                  <a:pt x="44873" y="484553"/>
                  <a:pt x="45180" y="485474"/>
                  <a:pt x="45487" y="485628"/>
                </a:cubicBezTo>
                <a:cubicBezTo>
                  <a:pt x="45794" y="485935"/>
                  <a:pt x="46255" y="486243"/>
                  <a:pt x="46716" y="486243"/>
                </a:cubicBezTo>
                <a:cubicBezTo>
                  <a:pt x="47177" y="486396"/>
                  <a:pt x="47945" y="486243"/>
                  <a:pt x="48867" y="485782"/>
                </a:cubicBezTo>
                <a:lnTo>
                  <a:pt x="49021" y="486396"/>
                </a:lnTo>
                <a:lnTo>
                  <a:pt x="39957" y="494078"/>
                </a:lnTo>
                <a:lnTo>
                  <a:pt x="39342" y="493310"/>
                </a:lnTo>
                <a:cubicBezTo>
                  <a:pt x="41032" y="490391"/>
                  <a:pt x="41954" y="487472"/>
                  <a:pt x="41800" y="484706"/>
                </a:cubicBezTo>
                <a:cubicBezTo>
                  <a:pt x="41646" y="481940"/>
                  <a:pt x="40725" y="479482"/>
                  <a:pt x="39035" y="477485"/>
                </a:cubicBezTo>
                <a:cubicBezTo>
                  <a:pt x="37345" y="475487"/>
                  <a:pt x="35501" y="474412"/>
                  <a:pt x="33350" y="474105"/>
                </a:cubicBezTo>
                <a:cubicBezTo>
                  <a:pt x="31200" y="473797"/>
                  <a:pt x="28895" y="474105"/>
                  <a:pt x="26437" y="475180"/>
                </a:cubicBezTo>
                <a:cubicBezTo>
                  <a:pt x="23978" y="476256"/>
                  <a:pt x="21827" y="477792"/>
                  <a:pt x="19830" y="479482"/>
                </a:cubicBezTo>
                <a:cubicBezTo>
                  <a:pt x="17372" y="481633"/>
                  <a:pt x="15375" y="483784"/>
                  <a:pt x="14146" y="485935"/>
                </a:cubicBezTo>
                <a:cubicBezTo>
                  <a:pt x="12763" y="488086"/>
                  <a:pt x="12148" y="490237"/>
                  <a:pt x="12456" y="492234"/>
                </a:cubicBezTo>
                <a:cubicBezTo>
                  <a:pt x="12609" y="494231"/>
                  <a:pt x="13531" y="496229"/>
                  <a:pt x="15067" y="497918"/>
                </a:cubicBezTo>
                <a:cubicBezTo>
                  <a:pt x="15528" y="498533"/>
                  <a:pt x="16143" y="499147"/>
                  <a:pt x="16911" y="499608"/>
                </a:cubicBezTo>
                <a:cubicBezTo>
                  <a:pt x="17525" y="500223"/>
                  <a:pt x="18294" y="500684"/>
                  <a:pt x="19215" y="501145"/>
                </a:cubicBezTo>
                <a:lnTo>
                  <a:pt x="24592" y="496536"/>
                </a:lnTo>
                <a:cubicBezTo>
                  <a:pt x="25669" y="495614"/>
                  <a:pt x="26130" y="494999"/>
                  <a:pt x="26437" y="494692"/>
                </a:cubicBezTo>
                <a:cubicBezTo>
                  <a:pt x="26591" y="494231"/>
                  <a:pt x="26591" y="493770"/>
                  <a:pt x="26591" y="493156"/>
                </a:cubicBezTo>
                <a:cubicBezTo>
                  <a:pt x="26437" y="492541"/>
                  <a:pt x="26130" y="491927"/>
                  <a:pt x="25669" y="491312"/>
                </a:cubicBezTo>
                <a:lnTo>
                  <a:pt x="25053" y="490698"/>
                </a:lnTo>
                <a:lnTo>
                  <a:pt x="25823" y="490083"/>
                </a:lnTo>
                <a:lnTo>
                  <a:pt x="36423" y="502681"/>
                </a:lnTo>
                <a:lnTo>
                  <a:pt x="35655" y="503296"/>
                </a:lnTo>
                <a:cubicBezTo>
                  <a:pt x="34733" y="502374"/>
                  <a:pt x="34119" y="501913"/>
                  <a:pt x="33504" y="501606"/>
                </a:cubicBezTo>
                <a:cubicBezTo>
                  <a:pt x="33043" y="501452"/>
                  <a:pt x="32429" y="501452"/>
                  <a:pt x="31814" y="501606"/>
                </a:cubicBezTo>
                <a:cubicBezTo>
                  <a:pt x="31507" y="501759"/>
                  <a:pt x="30892" y="502220"/>
                  <a:pt x="29971" y="502988"/>
                </a:cubicBezTo>
                <a:lnTo>
                  <a:pt x="24592" y="507597"/>
                </a:lnTo>
                <a:cubicBezTo>
                  <a:pt x="22442" y="506522"/>
                  <a:pt x="20444" y="505293"/>
                  <a:pt x="18601" y="503910"/>
                </a:cubicBezTo>
                <a:cubicBezTo>
                  <a:pt x="16757" y="502527"/>
                  <a:pt x="14914" y="500837"/>
                  <a:pt x="13377" y="498840"/>
                </a:cubicBezTo>
                <a:cubicBezTo>
                  <a:pt x="11227" y="496382"/>
                  <a:pt x="9844" y="494078"/>
                  <a:pt x="9229" y="491927"/>
                </a:cubicBezTo>
                <a:cubicBezTo>
                  <a:pt x="8461" y="489776"/>
                  <a:pt x="8154" y="487625"/>
                  <a:pt x="8154" y="485474"/>
                </a:cubicBezTo>
                <a:cubicBezTo>
                  <a:pt x="8154" y="483324"/>
                  <a:pt x="8615" y="481325"/>
                  <a:pt x="9383" y="479482"/>
                </a:cubicBezTo>
                <a:cubicBezTo>
                  <a:pt x="10458" y="477177"/>
                  <a:pt x="11995" y="475026"/>
                  <a:pt x="14146" y="473183"/>
                </a:cubicBezTo>
                <a:cubicBezTo>
                  <a:pt x="17986" y="469957"/>
                  <a:pt x="22442" y="468420"/>
                  <a:pt x="27512" y="468881"/>
                </a:cubicBezTo>
                <a:close/>
                <a:moveTo>
                  <a:pt x="376099" y="467652"/>
                </a:moveTo>
                <a:lnTo>
                  <a:pt x="376868" y="468267"/>
                </a:lnTo>
                <a:cubicBezTo>
                  <a:pt x="376099" y="469496"/>
                  <a:pt x="375639" y="470264"/>
                  <a:pt x="375485" y="470878"/>
                </a:cubicBezTo>
                <a:cubicBezTo>
                  <a:pt x="375331" y="471493"/>
                  <a:pt x="375485" y="472107"/>
                  <a:pt x="375792" y="472722"/>
                </a:cubicBezTo>
                <a:cubicBezTo>
                  <a:pt x="376099" y="473336"/>
                  <a:pt x="376868" y="474258"/>
                  <a:pt x="378097" y="475334"/>
                </a:cubicBezTo>
                <a:lnTo>
                  <a:pt x="399144" y="494078"/>
                </a:lnTo>
                <a:lnTo>
                  <a:pt x="398530" y="494692"/>
                </a:lnTo>
                <a:lnTo>
                  <a:pt x="362273" y="493002"/>
                </a:lnTo>
                <a:lnTo>
                  <a:pt x="378404" y="507290"/>
                </a:lnTo>
                <a:cubicBezTo>
                  <a:pt x="379787" y="508519"/>
                  <a:pt x="381169" y="509133"/>
                  <a:pt x="382245" y="508980"/>
                </a:cubicBezTo>
                <a:cubicBezTo>
                  <a:pt x="383320" y="508826"/>
                  <a:pt x="384242" y="508212"/>
                  <a:pt x="385010" y="507443"/>
                </a:cubicBezTo>
                <a:lnTo>
                  <a:pt x="385471" y="506829"/>
                </a:lnTo>
                <a:lnTo>
                  <a:pt x="386085" y="507443"/>
                </a:lnTo>
                <a:lnTo>
                  <a:pt x="378097" y="516354"/>
                </a:lnTo>
                <a:lnTo>
                  <a:pt x="377482" y="515739"/>
                </a:lnTo>
                <a:cubicBezTo>
                  <a:pt x="378711" y="514357"/>
                  <a:pt x="379326" y="513128"/>
                  <a:pt x="379172" y="512052"/>
                </a:cubicBezTo>
                <a:cubicBezTo>
                  <a:pt x="379172" y="510977"/>
                  <a:pt x="378404" y="509901"/>
                  <a:pt x="377021" y="508672"/>
                </a:cubicBezTo>
                <a:lnTo>
                  <a:pt x="359200" y="492848"/>
                </a:lnTo>
                <a:lnTo>
                  <a:pt x="357971" y="492848"/>
                </a:lnTo>
                <a:cubicBezTo>
                  <a:pt x="356896" y="492848"/>
                  <a:pt x="355974" y="492848"/>
                  <a:pt x="355359" y="493156"/>
                </a:cubicBezTo>
                <a:cubicBezTo>
                  <a:pt x="354745" y="493309"/>
                  <a:pt x="354130" y="493924"/>
                  <a:pt x="353362" y="494692"/>
                </a:cubicBezTo>
                <a:lnTo>
                  <a:pt x="352594" y="494078"/>
                </a:lnTo>
                <a:lnTo>
                  <a:pt x="361044" y="484705"/>
                </a:lnTo>
                <a:lnTo>
                  <a:pt x="387775" y="486242"/>
                </a:lnTo>
                <a:lnTo>
                  <a:pt x="376868" y="476563"/>
                </a:lnTo>
                <a:cubicBezTo>
                  <a:pt x="375331" y="475180"/>
                  <a:pt x="374102" y="474565"/>
                  <a:pt x="373180" y="474412"/>
                </a:cubicBezTo>
                <a:cubicBezTo>
                  <a:pt x="371951" y="474412"/>
                  <a:pt x="370722" y="475026"/>
                  <a:pt x="369493" y="476563"/>
                </a:cubicBezTo>
                <a:lnTo>
                  <a:pt x="368725" y="475948"/>
                </a:lnTo>
                <a:close/>
                <a:moveTo>
                  <a:pt x="387468" y="448602"/>
                </a:moveTo>
                <a:lnTo>
                  <a:pt x="388236" y="449063"/>
                </a:lnTo>
                <a:lnTo>
                  <a:pt x="387621" y="449985"/>
                </a:lnTo>
                <a:cubicBezTo>
                  <a:pt x="387161" y="450753"/>
                  <a:pt x="386853" y="451675"/>
                  <a:pt x="386853" y="452289"/>
                </a:cubicBezTo>
                <a:cubicBezTo>
                  <a:pt x="386853" y="452750"/>
                  <a:pt x="387007" y="453365"/>
                  <a:pt x="387314" y="453825"/>
                </a:cubicBezTo>
                <a:cubicBezTo>
                  <a:pt x="387468" y="454133"/>
                  <a:pt x="388390" y="454747"/>
                  <a:pt x="389772" y="455669"/>
                </a:cubicBezTo>
                <a:lnTo>
                  <a:pt x="399605" y="461814"/>
                </a:lnTo>
                <a:lnTo>
                  <a:pt x="408669" y="467345"/>
                </a:lnTo>
                <a:cubicBezTo>
                  <a:pt x="410205" y="468267"/>
                  <a:pt x="411127" y="468881"/>
                  <a:pt x="411588" y="468881"/>
                </a:cubicBezTo>
                <a:cubicBezTo>
                  <a:pt x="412049" y="469035"/>
                  <a:pt x="412510" y="468881"/>
                  <a:pt x="413124" y="468574"/>
                </a:cubicBezTo>
                <a:cubicBezTo>
                  <a:pt x="413739" y="468267"/>
                  <a:pt x="414353" y="467652"/>
                  <a:pt x="414814" y="466884"/>
                </a:cubicBezTo>
                <a:lnTo>
                  <a:pt x="415429" y="465962"/>
                </a:lnTo>
                <a:lnTo>
                  <a:pt x="416197" y="466423"/>
                </a:lnTo>
                <a:lnTo>
                  <a:pt x="406979" y="481479"/>
                </a:lnTo>
                <a:lnTo>
                  <a:pt x="406211" y="481018"/>
                </a:lnTo>
                <a:lnTo>
                  <a:pt x="406825" y="480096"/>
                </a:lnTo>
                <a:cubicBezTo>
                  <a:pt x="407286" y="479328"/>
                  <a:pt x="407593" y="478406"/>
                  <a:pt x="407593" y="477792"/>
                </a:cubicBezTo>
                <a:cubicBezTo>
                  <a:pt x="407593" y="477331"/>
                  <a:pt x="407440" y="476716"/>
                  <a:pt x="407133" y="476256"/>
                </a:cubicBezTo>
                <a:cubicBezTo>
                  <a:pt x="406979" y="475948"/>
                  <a:pt x="406057" y="475334"/>
                  <a:pt x="404674" y="474412"/>
                </a:cubicBezTo>
                <a:lnTo>
                  <a:pt x="395610" y="468881"/>
                </a:lnTo>
                <a:lnTo>
                  <a:pt x="385778" y="462736"/>
                </a:lnTo>
                <a:cubicBezTo>
                  <a:pt x="384242" y="461814"/>
                  <a:pt x="383320" y="461200"/>
                  <a:pt x="382859" y="461200"/>
                </a:cubicBezTo>
                <a:cubicBezTo>
                  <a:pt x="382398" y="461046"/>
                  <a:pt x="381937" y="461200"/>
                  <a:pt x="381323" y="461507"/>
                </a:cubicBezTo>
                <a:cubicBezTo>
                  <a:pt x="380708" y="461814"/>
                  <a:pt x="380094" y="462429"/>
                  <a:pt x="379633" y="463197"/>
                </a:cubicBezTo>
                <a:lnTo>
                  <a:pt x="379018" y="464119"/>
                </a:lnTo>
                <a:lnTo>
                  <a:pt x="378250" y="463658"/>
                </a:lnTo>
                <a:close/>
                <a:moveTo>
                  <a:pt x="403139" y="412499"/>
                </a:moveTo>
                <a:lnTo>
                  <a:pt x="404061" y="412806"/>
                </a:lnTo>
                <a:cubicBezTo>
                  <a:pt x="403753" y="414035"/>
                  <a:pt x="403907" y="415264"/>
                  <a:pt x="404675" y="416647"/>
                </a:cubicBezTo>
                <a:cubicBezTo>
                  <a:pt x="405136" y="417569"/>
                  <a:pt x="406520" y="419259"/>
                  <a:pt x="408824" y="421717"/>
                </a:cubicBezTo>
                <a:lnTo>
                  <a:pt x="428182" y="442457"/>
                </a:lnTo>
                <a:lnTo>
                  <a:pt x="427874" y="443225"/>
                </a:lnTo>
                <a:lnTo>
                  <a:pt x="398530" y="443532"/>
                </a:lnTo>
                <a:cubicBezTo>
                  <a:pt x="394996" y="443532"/>
                  <a:pt x="392846" y="443686"/>
                  <a:pt x="392231" y="443993"/>
                </a:cubicBezTo>
                <a:cubicBezTo>
                  <a:pt x="391463" y="444147"/>
                  <a:pt x="390848" y="444915"/>
                  <a:pt x="390234" y="445990"/>
                </a:cubicBezTo>
                <a:lnTo>
                  <a:pt x="389312" y="445683"/>
                </a:lnTo>
                <a:lnTo>
                  <a:pt x="395611" y="430781"/>
                </a:lnTo>
                <a:lnTo>
                  <a:pt x="396533" y="431088"/>
                </a:lnTo>
                <a:lnTo>
                  <a:pt x="396379" y="431549"/>
                </a:lnTo>
                <a:cubicBezTo>
                  <a:pt x="395764" y="432932"/>
                  <a:pt x="395611" y="433854"/>
                  <a:pt x="395764" y="434468"/>
                </a:cubicBezTo>
                <a:cubicBezTo>
                  <a:pt x="395918" y="434929"/>
                  <a:pt x="396072" y="435236"/>
                  <a:pt x="396533" y="435390"/>
                </a:cubicBezTo>
                <a:cubicBezTo>
                  <a:pt x="396840" y="435544"/>
                  <a:pt x="397147" y="435544"/>
                  <a:pt x="397608" y="435544"/>
                </a:cubicBezTo>
                <a:cubicBezTo>
                  <a:pt x="398069" y="435544"/>
                  <a:pt x="399144" y="435544"/>
                  <a:pt x="401142" y="435544"/>
                </a:cubicBezTo>
                <a:lnTo>
                  <a:pt x="419425" y="435390"/>
                </a:lnTo>
                <a:lnTo>
                  <a:pt x="408210" y="423407"/>
                </a:lnTo>
                <a:cubicBezTo>
                  <a:pt x="406827" y="422024"/>
                  <a:pt x="405904" y="421102"/>
                  <a:pt x="405443" y="420641"/>
                </a:cubicBezTo>
                <a:cubicBezTo>
                  <a:pt x="404982" y="420181"/>
                  <a:pt x="404521" y="419873"/>
                  <a:pt x="404061" y="419720"/>
                </a:cubicBezTo>
                <a:cubicBezTo>
                  <a:pt x="403600" y="419566"/>
                  <a:pt x="403139" y="419412"/>
                  <a:pt x="402678" y="419566"/>
                </a:cubicBezTo>
                <a:cubicBezTo>
                  <a:pt x="402217" y="419720"/>
                  <a:pt x="401756" y="419873"/>
                  <a:pt x="401449" y="420334"/>
                </a:cubicBezTo>
                <a:cubicBezTo>
                  <a:pt x="400834" y="420949"/>
                  <a:pt x="400373" y="421717"/>
                  <a:pt x="399912" y="422792"/>
                </a:cubicBezTo>
                <a:lnTo>
                  <a:pt x="398991" y="422485"/>
                </a:lnTo>
                <a:close/>
                <a:moveTo>
                  <a:pt x="410820" y="381926"/>
                </a:moveTo>
                <a:lnTo>
                  <a:pt x="420499" y="384230"/>
                </a:lnTo>
                <a:lnTo>
                  <a:pt x="420345" y="385152"/>
                </a:lnTo>
                <a:cubicBezTo>
                  <a:pt x="417887" y="384999"/>
                  <a:pt x="416044" y="385306"/>
                  <a:pt x="414814" y="385920"/>
                </a:cubicBezTo>
                <a:cubicBezTo>
                  <a:pt x="413585" y="386535"/>
                  <a:pt x="412510" y="387457"/>
                  <a:pt x="411588" y="388993"/>
                </a:cubicBezTo>
                <a:cubicBezTo>
                  <a:pt x="411127" y="389761"/>
                  <a:pt x="410513" y="391451"/>
                  <a:pt x="409898" y="393909"/>
                </a:cubicBezTo>
                <a:lnTo>
                  <a:pt x="409284" y="397443"/>
                </a:lnTo>
                <a:lnTo>
                  <a:pt x="422651" y="400669"/>
                </a:lnTo>
                <a:lnTo>
                  <a:pt x="422804" y="400054"/>
                </a:lnTo>
                <a:cubicBezTo>
                  <a:pt x="423265" y="397904"/>
                  <a:pt x="422958" y="396367"/>
                  <a:pt x="421883" y="394985"/>
                </a:cubicBezTo>
                <a:cubicBezTo>
                  <a:pt x="420806" y="393756"/>
                  <a:pt x="418963" y="392680"/>
                  <a:pt x="416504" y="391758"/>
                </a:cubicBezTo>
                <a:lnTo>
                  <a:pt x="416658" y="390837"/>
                </a:lnTo>
                <a:lnTo>
                  <a:pt x="433866" y="394985"/>
                </a:lnTo>
                <a:lnTo>
                  <a:pt x="433712" y="395906"/>
                </a:lnTo>
                <a:cubicBezTo>
                  <a:pt x="431715" y="395599"/>
                  <a:pt x="430179" y="395753"/>
                  <a:pt x="428796" y="396060"/>
                </a:cubicBezTo>
                <a:cubicBezTo>
                  <a:pt x="427413" y="396367"/>
                  <a:pt x="426491" y="396982"/>
                  <a:pt x="425877" y="397596"/>
                </a:cubicBezTo>
                <a:cubicBezTo>
                  <a:pt x="425262" y="398364"/>
                  <a:pt x="424801" y="399440"/>
                  <a:pt x="424341" y="400976"/>
                </a:cubicBezTo>
                <a:lnTo>
                  <a:pt x="433558" y="403281"/>
                </a:lnTo>
                <a:cubicBezTo>
                  <a:pt x="435402" y="403742"/>
                  <a:pt x="436477" y="403895"/>
                  <a:pt x="436938" y="403895"/>
                </a:cubicBezTo>
                <a:cubicBezTo>
                  <a:pt x="437399" y="403895"/>
                  <a:pt x="437706" y="403588"/>
                  <a:pt x="438167" y="403281"/>
                </a:cubicBezTo>
                <a:cubicBezTo>
                  <a:pt x="438475" y="402973"/>
                  <a:pt x="438782" y="402359"/>
                  <a:pt x="439089" y="401283"/>
                </a:cubicBezTo>
                <a:lnTo>
                  <a:pt x="439550" y="399286"/>
                </a:lnTo>
                <a:cubicBezTo>
                  <a:pt x="440318" y="396214"/>
                  <a:pt x="440165" y="393602"/>
                  <a:pt x="439243" y="391451"/>
                </a:cubicBezTo>
                <a:cubicBezTo>
                  <a:pt x="438321" y="389300"/>
                  <a:pt x="436477" y="387457"/>
                  <a:pt x="433712" y="385920"/>
                </a:cubicBezTo>
                <a:lnTo>
                  <a:pt x="433866" y="384999"/>
                </a:lnTo>
                <a:lnTo>
                  <a:pt x="444005" y="388993"/>
                </a:lnTo>
                <a:lnTo>
                  <a:pt x="437092" y="417415"/>
                </a:lnTo>
                <a:lnTo>
                  <a:pt x="436170" y="417261"/>
                </a:lnTo>
                <a:lnTo>
                  <a:pt x="436477" y="416186"/>
                </a:lnTo>
                <a:cubicBezTo>
                  <a:pt x="436785" y="415264"/>
                  <a:pt x="436785" y="414496"/>
                  <a:pt x="436477" y="413728"/>
                </a:cubicBezTo>
                <a:cubicBezTo>
                  <a:pt x="436324" y="413267"/>
                  <a:pt x="436016" y="412806"/>
                  <a:pt x="435556" y="412499"/>
                </a:cubicBezTo>
                <a:cubicBezTo>
                  <a:pt x="435248" y="412191"/>
                  <a:pt x="434173" y="411884"/>
                  <a:pt x="432637" y="411423"/>
                </a:cubicBezTo>
                <a:lnTo>
                  <a:pt x="410974" y="406200"/>
                </a:lnTo>
                <a:cubicBezTo>
                  <a:pt x="409437" y="405892"/>
                  <a:pt x="408516" y="405585"/>
                  <a:pt x="408208" y="405585"/>
                </a:cubicBezTo>
                <a:cubicBezTo>
                  <a:pt x="407594" y="405585"/>
                  <a:pt x="407133" y="405739"/>
                  <a:pt x="406672" y="406200"/>
                </a:cubicBezTo>
                <a:cubicBezTo>
                  <a:pt x="406058" y="406661"/>
                  <a:pt x="405597" y="407429"/>
                  <a:pt x="405443" y="408504"/>
                </a:cubicBezTo>
                <a:lnTo>
                  <a:pt x="405136" y="409580"/>
                </a:lnTo>
                <a:lnTo>
                  <a:pt x="404214" y="409426"/>
                </a:lnTo>
                <a:close/>
                <a:moveTo>
                  <a:pt x="157790" y="369636"/>
                </a:moveTo>
                <a:cubicBezTo>
                  <a:pt x="150723" y="370097"/>
                  <a:pt x="152721" y="373937"/>
                  <a:pt x="147190" y="373937"/>
                </a:cubicBezTo>
                <a:cubicBezTo>
                  <a:pt x="145654" y="373937"/>
                  <a:pt x="146575" y="373477"/>
                  <a:pt x="144117" y="373323"/>
                </a:cubicBezTo>
                <a:lnTo>
                  <a:pt x="141966" y="374859"/>
                </a:lnTo>
                <a:lnTo>
                  <a:pt x="140430" y="375166"/>
                </a:lnTo>
                <a:cubicBezTo>
                  <a:pt x="132902" y="375166"/>
                  <a:pt x="129830" y="380236"/>
                  <a:pt x="129830" y="387611"/>
                </a:cubicBezTo>
                <a:lnTo>
                  <a:pt x="129830" y="389454"/>
                </a:lnTo>
                <a:cubicBezTo>
                  <a:pt x="129830" y="391605"/>
                  <a:pt x="132595" y="391912"/>
                  <a:pt x="134746" y="391912"/>
                </a:cubicBezTo>
                <a:lnTo>
                  <a:pt x="135360" y="391912"/>
                </a:lnTo>
                <a:cubicBezTo>
                  <a:pt x="139816" y="391912"/>
                  <a:pt x="141966" y="390530"/>
                  <a:pt x="144885" y="388840"/>
                </a:cubicBezTo>
                <a:cubicBezTo>
                  <a:pt x="147036" y="387611"/>
                  <a:pt x="151952" y="386842"/>
                  <a:pt x="154718" y="386228"/>
                </a:cubicBezTo>
                <a:lnTo>
                  <a:pt x="155332" y="379314"/>
                </a:lnTo>
                <a:cubicBezTo>
                  <a:pt x="156100" y="378085"/>
                  <a:pt x="159634" y="374091"/>
                  <a:pt x="159634" y="373323"/>
                </a:cubicBezTo>
                <a:lnTo>
                  <a:pt x="159634" y="372094"/>
                </a:lnTo>
                <a:cubicBezTo>
                  <a:pt x="159634" y="370404"/>
                  <a:pt x="158712" y="370250"/>
                  <a:pt x="157790" y="369636"/>
                </a:cubicBezTo>
                <a:close/>
                <a:moveTo>
                  <a:pt x="423264" y="356730"/>
                </a:moveTo>
                <a:cubicBezTo>
                  <a:pt x="420652" y="356423"/>
                  <a:pt x="418808" y="356884"/>
                  <a:pt x="417426" y="357959"/>
                </a:cubicBezTo>
                <a:cubicBezTo>
                  <a:pt x="416043" y="359035"/>
                  <a:pt x="415275" y="361032"/>
                  <a:pt x="414968" y="363644"/>
                </a:cubicBezTo>
                <a:lnTo>
                  <a:pt x="414660" y="366256"/>
                </a:lnTo>
                <a:lnTo>
                  <a:pt x="429409" y="367638"/>
                </a:lnTo>
                <a:lnTo>
                  <a:pt x="429563" y="366256"/>
                </a:lnTo>
                <a:cubicBezTo>
                  <a:pt x="429716" y="363951"/>
                  <a:pt x="429716" y="362261"/>
                  <a:pt x="429409" y="361032"/>
                </a:cubicBezTo>
                <a:cubicBezTo>
                  <a:pt x="429102" y="359803"/>
                  <a:pt x="428487" y="358881"/>
                  <a:pt x="427412" y="358113"/>
                </a:cubicBezTo>
                <a:cubicBezTo>
                  <a:pt x="426490" y="357345"/>
                  <a:pt x="425107" y="356884"/>
                  <a:pt x="423264" y="356730"/>
                </a:cubicBezTo>
                <a:close/>
                <a:moveTo>
                  <a:pt x="447998" y="345669"/>
                </a:moveTo>
                <a:lnTo>
                  <a:pt x="448920" y="345823"/>
                </a:lnTo>
                <a:lnTo>
                  <a:pt x="447845" y="356423"/>
                </a:lnTo>
                <a:lnTo>
                  <a:pt x="431713" y="365795"/>
                </a:lnTo>
                <a:lnTo>
                  <a:pt x="431560" y="367945"/>
                </a:lnTo>
                <a:lnTo>
                  <a:pt x="440931" y="368867"/>
                </a:lnTo>
                <a:cubicBezTo>
                  <a:pt x="442775" y="369021"/>
                  <a:pt x="444004" y="369021"/>
                  <a:pt x="444465" y="368867"/>
                </a:cubicBezTo>
                <a:cubicBezTo>
                  <a:pt x="444926" y="368714"/>
                  <a:pt x="445386" y="368253"/>
                  <a:pt x="445694" y="367792"/>
                </a:cubicBezTo>
                <a:cubicBezTo>
                  <a:pt x="446001" y="367331"/>
                  <a:pt x="446308" y="366256"/>
                  <a:pt x="446462" y="364719"/>
                </a:cubicBezTo>
                <a:lnTo>
                  <a:pt x="447384" y="364873"/>
                </a:lnTo>
                <a:lnTo>
                  <a:pt x="445694" y="382079"/>
                </a:lnTo>
                <a:lnTo>
                  <a:pt x="444772" y="381926"/>
                </a:lnTo>
                <a:cubicBezTo>
                  <a:pt x="444926" y="380390"/>
                  <a:pt x="444926" y="379314"/>
                  <a:pt x="444618" y="378700"/>
                </a:cubicBezTo>
                <a:cubicBezTo>
                  <a:pt x="444311" y="378239"/>
                  <a:pt x="444004" y="377778"/>
                  <a:pt x="443543" y="377471"/>
                </a:cubicBezTo>
                <a:cubicBezTo>
                  <a:pt x="443082" y="377317"/>
                  <a:pt x="442007" y="377010"/>
                  <a:pt x="440163" y="376856"/>
                </a:cubicBezTo>
                <a:lnTo>
                  <a:pt x="418347" y="374705"/>
                </a:lnTo>
                <a:cubicBezTo>
                  <a:pt x="416504" y="374552"/>
                  <a:pt x="415275" y="374552"/>
                  <a:pt x="414814" y="374705"/>
                </a:cubicBezTo>
                <a:cubicBezTo>
                  <a:pt x="414353" y="374859"/>
                  <a:pt x="413892" y="375166"/>
                  <a:pt x="413585" y="375781"/>
                </a:cubicBezTo>
                <a:cubicBezTo>
                  <a:pt x="413278" y="376242"/>
                  <a:pt x="412970" y="377317"/>
                  <a:pt x="412817" y="378853"/>
                </a:cubicBezTo>
                <a:lnTo>
                  <a:pt x="411895" y="378700"/>
                </a:lnTo>
                <a:lnTo>
                  <a:pt x="413431" y="363029"/>
                </a:lnTo>
                <a:cubicBezTo>
                  <a:pt x="413739" y="358881"/>
                  <a:pt x="414353" y="355962"/>
                  <a:pt x="415121" y="354119"/>
                </a:cubicBezTo>
                <a:cubicBezTo>
                  <a:pt x="415889" y="352275"/>
                  <a:pt x="416965" y="350892"/>
                  <a:pt x="418655" y="349817"/>
                </a:cubicBezTo>
                <a:cubicBezTo>
                  <a:pt x="420345" y="348742"/>
                  <a:pt x="422188" y="348434"/>
                  <a:pt x="424185" y="348588"/>
                </a:cubicBezTo>
                <a:cubicBezTo>
                  <a:pt x="426644" y="348742"/>
                  <a:pt x="428641" y="349817"/>
                  <a:pt x="430023" y="351814"/>
                </a:cubicBezTo>
                <a:cubicBezTo>
                  <a:pt x="430945" y="353043"/>
                  <a:pt x="431560" y="354733"/>
                  <a:pt x="431867" y="356884"/>
                </a:cubicBezTo>
                <a:lnTo>
                  <a:pt x="444004" y="349971"/>
                </a:lnTo>
                <a:cubicBezTo>
                  <a:pt x="445540" y="349049"/>
                  <a:pt x="446462" y="348434"/>
                  <a:pt x="446923" y="347973"/>
                </a:cubicBezTo>
                <a:cubicBezTo>
                  <a:pt x="447537" y="347359"/>
                  <a:pt x="447845" y="346591"/>
                  <a:pt x="447998" y="345669"/>
                </a:cubicBezTo>
                <a:close/>
                <a:moveTo>
                  <a:pt x="437858" y="317094"/>
                </a:moveTo>
                <a:cubicBezTo>
                  <a:pt x="440624" y="317094"/>
                  <a:pt x="443082" y="318016"/>
                  <a:pt x="445233" y="320167"/>
                </a:cubicBezTo>
                <a:cubicBezTo>
                  <a:pt x="447383" y="322317"/>
                  <a:pt x="448459" y="325083"/>
                  <a:pt x="448459" y="328464"/>
                </a:cubicBezTo>
                <a:cubicBezTo>
                  <a:pt x="448459" y="329539"/>
                  <a:pt x="448459" y="330615"/>
                  <a:pt x="448152" y="331536"/>
                </a:cubicBezTo>
                <a:cubicBezTo>
                  <a:pt x="447998" y="332458"/>
                  <a:pt x="447537" y="333687"/>
                  <a:pt x="447076" y="335070"/>
                </a:cubicBezTo>
                <a:cubicBezTo>
                  <a:pt x="446769" y="335838"/>
                  <a:pt x="446615" y="336606"/>
                  <a:pt x="446615" y="337067"/>
                </a:cubicBezTo>
                <a:cubicBezTo>
                  <a:pt x="446615" y="337528"/>
                  <a:pt x="446769" y="337989"/>
                  <a:pt x="447076" y="338450"/>
                </a:cubicBezTo>
                <a:cubicBezTo>
                  <a:pt x="447383" y="338911"/>
                  <a:pt x="447998" y="339371"/>
                  <a:pt x="448613" y="339525"/>
                </a:cubicBezTo>
                <a:lnTo>
                  <a:pt x="448613" y="340447"/>
                </a:lnTo>
                <a:lnTo>
                  <a:pt x="435861" y="340754"/>
                </a:lnTo>
                <a:lnTo>
                  <a:pt x="435861" y="339832"/>
                </a:lnTo>
                <a:cubicBezTo>
                  <a:pt x="439395" y="339064"/>
                  <a:pt x="442160" y="337528"/>
                  <a:pt x="444004" y="335377"/>
                </a:cubicBezTo>
                <a:cubicBezTo>
                  <a:pt x="445847" y="333226"/>
                  <a:pt x="446769" y="330922"/>
                  <a:pt x="446615" y="328617"/>
                </a:cubicBezTo>
                <a:cubicBezTo>
                  <a:pt x="446615" y="326774"/>
                  <a:pt x="446001" y="325236"/>
                  <a:pt x="444925" y="324161"/>
                </a:cubicBezTo>
                <a:cubicBezTo>
                  <a:pt x="443850" y="323086"/>
                  <a:pt x="442621" y="322625"/>
                  <a:pt x="441392" y="322625"/>
                </a:cubicBezTo>
                <a:cubicBezTo>
                  <a:pt x="440624" y="322625"/>
                  <a:pt x="439856" y="322932"/>
                  <a:pt x="439087" y="323393"/>
                </a:cubicBezTo>
                <a:cubicBezTo>
                  <a:pt x="438319" y="323854"/>
                  <a:pt x="437705" y="324468"/>
                  <a:pt x="436937" y="325390"/>
                </a:cubicBezTo>
                <a:cubicBezTo>
                  <a:pt x="436322" y="326313"/>
                  <a:pt x="435400" y="327849"/>
                  <a:pt x="434479" y="330000"/>
                </a:cubicBezTo>
                <a:cubicBezTo>
                  <a:pt x="433096" y="333073"/>
                  <a:pt x="431867" y="335377"/>
                  <a:pt x="430791" y="336760"/>
                </a:cubicBezTo>
                <a:cubicBezTo>
                  <a:pt x="429716" y="338142"/>
                  <a:pt x="428641" y="339218"/>
                  <a:pt x="427258" y="339986"/>
                </a:cubicBezTo>
                <a:cubicBezTo>
                  <a:pt x="426029" y="340754"/>
                  <a:pt x="424493" y="341215"/>
                  <a:pt x="422956" y="341215"/>
                </a:cubicBezTo>
                <a:cubicBezTo>
                  <a:pt x="420191" y="341215"/>
                  <a:pt x="417886" y="340293"/>
                  <a:pt x="416043" y="338450"/>
                </a:cubicBezTo>
                <a:cubicBezTo>
                  <a:pt x="414046" y="336452"/>
                  <a:pt x="413124" y="333994"/>
                  <a:pt x="412970" y="331075"/>
                </a:cubicBezTo>
                <a:cubicBezTo>
                  <a:pt x="412970" y="330000"/>
                  <a:pt x="412970" y="328925"/>
                  <a:pt x="413278" y="327849"/>
                </a:cubicBezTo>
                <a:cubicBezTo>
                  <a:pt x="413431" y="327081"/>
                  <a:pt x="413738" y="326159"/>
                  <a:pt x="414353" y="324929"/>
                </a:cubicBezTo>
                <a:cubicBezTo>
                  <a:pt x="414814" y="323854"/>
                  <a:pt x="415121" y="322932"/>
                  <a:pt x="415121" y="322625"/>
                </a:cubicBezTo>
                <a:cubicBezTo>
                  <a:pt x="415121" y="322164"/>
                  <a:pt x="414967" y="321857"/>
                  <a:pt x="414660" y="321549"/>
                </a:cubicBezTo>
                <a:cubicBezTo>
                  <a:pt x="414353" y="321242"/>
                  <a:pt x="413738" y="321088"/>
                  <a:pt x="412663" y="320935"/>
                </a:cubicBezTo>
                <a:lnTo>
                  <a:pt x="412970" y="320167"/>
                </a:lnTo>
                <a:lnTo>
                  <a:pt x="424185" y="319552"/>
                </a:lnTo>
                <a:lnTo>
                  <a:pt x="424185" y="320628"/>
                </a:lnTo>
                <a:cubicBezTo>
                  <a:pt x="421420" y="321242"/>
                  <a:pt x="419115" y="322471"/>
                  <a:pt x="417426" y="324315"/>
                </a:cubicBezTo>
                <a:cubicBezTo>
                  <a:pt x="415736" y="326313"/>
                  <a:pt x="414967" y="328310"/>
                  <a:pt x="414967" y="330461"/>
                </a:cubicBezTo>
                <a:cubicBezTo>
                  <a:pt x="414967" y="332151"/>
                  <a:pt x="415428" y="333534"/>
                  <a:pt x="416350" y="334455"/>
                </a:cubicBezTo>
                <a:cubicBezTo>
                  <a:pt x="417272" y="335377"/>
                  <a:pt x="418347" y="335838"/>
                  <a:pt x="419576" y="335838"/>
                </a:cubicBezTo>
                <a:cubicBezTo>
                  <a:pt x="420345" y="335838"/>
                  <a:pt x="420959" y="335684"/>
                  <a:pt x="421574" y="335223"/>
                </a:cubicBezTo>
                <a:cubicBezTo>
                  <a:pt x="422342" y="334763"/>
                  <a:pt x="423110" y="333994"/>
                  <a:pt x="423878" y="332919"/>
                </a:cubicBezTo>
                <a:cubicBezTo>
                  <a:pt x="424339" y="332151"/>
                  <a:pt x="425414" y="330307"/>
                  <a:pt x="426643" y="327388"/>
                </a:cubicBezTo>
                <a:cubicBezTo>
                  <a:pt x="428487" y="323393"/>
                  <a:pt x="430331" y="320628"/>
                  <a:pt x="432020" y="319245"/>
                </a:cubicBezTo>
                <a:cubicBezTo>
                  <a:pt x="433710" y="317862"/>
                  <a:pt x="435708" y="317094"/>
                  <a:pt x="437858" y="317094"/>
                </a:cubicBezTo>
                <a:close/>
                <a:moveTo>
                  <a:pt x="443236" y="293742"/>
                </a:moveTo>
                <a:lnTo>
                  <a:pt x="446155" y="311257"/>
                </a:lnTo>
                <a:lnTo>
                  <a:pt x="445234" y="311411"/>
                </a:lnTo>
                <a:lnTo>
                  <a:pt x="445080" y="310335"/>
                </a:lnTo>
                <a:cubicBezTo>
                  <a:pt x="444926" y="309413"/>
                  <a:pt x="444619" y="308645"/>
                  <a:pt x="444158" y="308031"/>
                </a:cubicBezTo>
                <a:cubicBezTo>
                  <a:pt x="443851" y="307570"/>
                  <a:pt x="443390" y="307416"/>
                  <a:pt x="442776" y="307263"/>
                </a:cubicBezTo>
                <a:cubicBezTo>
                  <a:pt x="442315" y="307109"/>
                  <a:pt x="441239" y="307263"/>
                  <a:pt x="439703" y="307570"/>
                </a:cubicBezTo>
                <a:lnTo>
                  <a:pt x="417734" y="311257"/>
                </a:lnTo>
                <a:cubicBezTo>
                  <a:pt x="416044" y="311564"/>
                  <a:pt x="414968" y="311871"/>
                  <a:pt x="414508" y="312025"/>
                </a:cubicBezTo>
                <a:cubicBezTo>
                  <a:pt x="414047" y="312332"/>
                  <a:pt x="413739" y="312640"/>
                  <a:pt x="413586" y="313254"/>
                </a:cubicBezTo>
                <a:cubicBezTo>
                  <a:pt x="413432" y="313869"/>
                  <a:pt x="413278" y="314637"/>
                  <a:pt x="413432" y="315559"/>
                </a:cubicBezTo>
                <a:lnTo>
                  <a:pt x="413586" y="316634"/>
                </a:lnTo>
                <a:lnTo>
                  <a:pt x="412664" y="316788"/>
                </a:lnTo>
                <a:lnTo>
                  <a:pt x="409745" y="299273"/>
                </a:lnTo>
                <a:lnTo>
                  <a:pt x="410667" y="299119"/>
                </a:lnTo>
                <a:lnTo>
                  <a:pt x="410820" y="300194"/>
                </a:lnTo>
                <a:cubicBezTo>
                  <a:pt x="410974" y="301116"/>
                  <a:pt x="411281" y="301884"/>
                  <a:pt x="411742" y="302500"/>
                </a:cubicBezTo>
                <a:cubicBezTo>
                  <a:pt x="412049" y="302961"/>
                  <a:pt x="412510" y="303114"/>
                  <a:pt x="413125" y="303268"/>
                </a:cubicBezTo>
                <a:cubicBezTo>
                  <a:pt x="413586" y="303422"/>
                  <a:pt x="414661" y="303268"/>
                  <a:pt x="416197" y="302961"/>
                </a:cubicBezTo>
                <a:lnTo>
                  <a:pt x="438167" y="299273"/>
                </a:lnTo>
                <a:cubicBezTo>
                  <a:pt x="439857" y="298965"/>
                  <a:pt x="440932" y="298658"/>
                  <a:pt x="441393" y="298505"/>
                </a:cubicBezTo>
                <a:cubicBezTo>
                  <a:pt x="441854" y="298197"/>
                  <a:pt x="442161" y="297736"/>
                  <a:pt x="442315" y="297276"/>
                </a:cubicBezTo>
                <a:cubicBezTo>
                  <a:pt x="442622" y="296661"/>
                  <a:pt x="442622" y="295893"/>
                  <a:pt x="442468" y="294971"/>
                </a:cubicBezTo>
                <a:lnTo>
                  <a:pt x="442315" y="293896"/>
                </a:lnTo>
                <a:close/>
                <a:moveTo>
                  <a:pt x="421574" y="229371"/>
                </a:moveTo>
                <a:lnTo>
                  <a:pt x="429409" y="246732"/>
                </a:lnTo>
                <a:lnTo>
                  <a:pt x="428641" y="247040"/>
                </a:lnTo>
                <a:lnTo>
                  <a:pt x="427873" y="245503"/>
                </a:lnTo>
                <a:cubicBezTo>
                  <a:pt x="427412" y="244581"/>
                  <a:pt x="426951" y="243967"/>
                  <a:pt x="426490" y="243505"/>
                </a:cubicBezTo>
                <a:cubicBezTo>
                  <a:pt x="426029" y="243198"/>
                  <a:pt x="425569" y="243044"/>
                  <a:pt x="424954" y="243044"/>
                </a:cubicBezTo>
                <a:cubicBezTo>
                  <a:pt x="424493" y="243044"/>
                  <a:pt x="423571" y="243351"/>
                  <a:pt x="422035" y="244121"/>
                </a:cubicBezTo>
                <a:lnTo>
                  <a:pt x="415890" y="246886"/>
                </a:lnTo>
                <a:lnTo>
                  <a:pt x="405904" y="260098"/>
                </a:lnTo>
                <a:cubicBezTo>
                  <a:pt x="403907" y="262710"/>
                  <a:pt x="402831" y="264400"/>
                  <a:pt x="402678" y="265168"/>
                </a:cubicBezTo>
                <a:lnTo>
                  <a:pt x="402887" y="266945"/>
                </a:lnTo>
                <a:lnTo>
                  <a:pt x="410359" y="265013"/>
                </a:lnTo>
                <a:lnTo>
                  <a:pt x="410512" y="265935"/>
                </a:lnTo>
                <a:cubicBezTo>
                  <a:pt x="408515" y="267010"/>
                  <a:pt x="407286" y="267932"/>
                  <a:pt x="406518" y="268854"/>
                </a:cubicBezTo>
                <a:cubicBezTo>
                  <a:pt x="405750" y="269776"/>
                  <a:pt x="405289" y="270697"/>
                  <a:pt x="404982" y="271926"/>
                </a:cubicBezTo>
                <a:cubicBezTo>
                  <a:pt x="404828" y="272541"/>
                  <a:pt x="404982" y="273770"/>
                  <a:pt x="405442" y="275306"/>
                </a:cubicBezTo>
                <a:lnTo>
                  <a:pt x="406057" y="277764"/>
                </a:lnTo>
                <a:lnTo>
                  <a:pt x="431407" y="271312"/>
                </a:lnTo>
                <a:cubicBezTo>
                  <a:pt x="433097" y="270851"/>
                  <a:pt x="434172" y="270544"/>
                  <a:pt x="434480" y="270236"/>
                </a:cubicBezTo>
                <a:cubicBezTo>
                  <a:pt x="434787" y="269929"/>
                  <a:pt x="435094" y="269468"/>
                  <a:pt x="435248" y="268854"/>
                </a:cubicBezTo>
                <a:cubicBezTo>
                  <a:pt x="435401" y="268239"/>
                  <a:pt x="435401" y="267471"/>
                  <a:pt x="435094" y="266549"/>
                </a:cubicBezTo>
                <a:lnTo>
                  <a:pt x="434787" y="265474"/>
                </a:lnTo>
                <a:lnTo>
                  <a:pt x="435709" y="265320"/>
                </a:lnTo>
                <a:lnTo>
                  <a:pt x="440164" y="282527"/>
                </a:lnTo>
                <a:lnTo>
                  <a:pt x="439242" y="282681"/>
                </a:lnTo>
                <a:lnTo>
                  <a:pt x="438935" y="281605"/>
                </a:lnTo>
                <a:cubicBezTo>
                  <a:pt x="438628" y="280683"/>
                  <a:pt x="438320" y="279915"/>
                  <a:pt x="437859" y="279454"/>
                </a:cubicBezTo>
                <a:cubicBezTo>
                  <a:pt x="437552" y="279147"/>
                  <a:pt x="437091" y="278840"/>
                  <a:pt x="436477" y="278686"/>
                </a:cubicBezTo>
                <a:cubicBezTo>
                  <a:pt x="436016" y="278533"/>
                  <a:pt x="434940" y="278840"/>
                  <a:pt x="433404" y="279147"/>
                </a:cubicBezTo>
                <a:lnTo>
                  <a:pt x="408054" y="285600"/>
                </a:lnTo>
                <a:lnTo>
                  <a:pt x="408669" y="287904"/>
                </a:lnTo>
                <a:cubicBezTo>
                  <a:pt x="409283" y="290055"/>
                  <a:pt x="410051" y="291591"/>
                  <a:pt x="411280" y="292359"/>
                </a:cubicBezTo>
                <a:cubicBezTo>
                  <a:pt x="412970" y="293435"/>
                  <a:pt x="414968" y="293896"/>
                  <a:pt x="417579" y="293588"/>
                </a:cubicBezTo>
                <a:lnTo>
                  <a:pt x="417886" y="294510"/>
                </a:lnTo>
                <a:lnTo>
                  <a:pt x="408976" y="296815"/>
                </a:lnTo>
                <a:lnTo>
                  <a:pt x="401448" y="267317"/>
                </a:lnTo>
                <a:lnTo>
                  <a:pt x="401682" y="267257"/>
                </a:lnTo>
                <a:lnTo>
                  <a:pt x="395303" y="253338"/>
                </a:lnTo>
                <a:lnTo>
                  <a:pt x="396225" y="253031"/>
                </a:lnTo>
                <a:lnTo>
                  <a:pt x="396532" y="253646"/>
                </a:lnTo>
                <a:cubicBezTo>
                  <a:pt x="396993" y="254567"/>
                  <a:pt x="397301" y="255182"/>
                  <a:pt x="397761" y="255336"/>
                </a:cubicBezTo>
                <a:cubicBezTo>
                  <a:pt x="398222" y="255643"/>
                  <a:pt x="398530" y="255643"/>
                  <a:pt x="398837" y="255489"/>
                </a:cubicBezTo>
                <a:cubicBezTo>
                  <a:pt x="399451" y="255182"/>
                  <a:pt x="400527" y="253953"/>
                  <a:pt x="402063" y="251802"/>
                </a:cubicBezTo>
                <a:lnTo>
                  <a:pt x="409745" y="241661"/>
                </a:lnTo>
                <a:lnTo>
                  <a:pt x="397915" y="240279"/>
                </a:lnTo>
                <a:cubicBezTo>
                  <a:pt x="394996" y="239972"/>
                  <a:pt x="393153" y="239972"/>
                  <a:pt x="392384" y="240279"/>
                </a:cubicBezTo>
                <a:cubicBezTo>
                  <a:pt x="391924" y="240432"/>
                  <a:pt x="391770" y="240740"/>
                  <a:pt x="391616" y="241354"/>
                </a:cubicBezTo>
                <a:cubicBezTo>
                  <a:pt x="391463" y="241969"/>
                  <a:pt x="391616" y="243044"/>
                  <a:pt x="392231" y="244581"/>
                </a:cubicBezTo>
                <a:lnTo>
                  <a:pt x="391309" y="245042"/>
                </a:lnTo>
                <a:lnTo>
                  <a:pt x="387161" y="235363"/>
                </a:lnTo>
                <a:lnTo>
                  <a:pt x="388083" y="234902"/>
                </a:lnTo>
                <a:cubicBezTo>
                  <a:pt x="388697" y="235823"/>
                  <a:pt x="389312" y="236438"/>
                  <a:pt x="390080" y="236899"/>
                </a:cubicBezTo>
                <a:cubicBezTo>
                  <a:pt x="391002" y="237360"/>
                  <a:pt x="393306" y="237821"/>
                  <a:pt x="396840" y="238128"/>
                </a:cubicBezTo>
                <a:lnTo>
                  <a:pt x="410974" y="239818"/>
                </a:lnTo>
                <a:lnTo>
                  <a:pt x="418502" y="236438"/>
                </a:lnTo>
                <a:cubicBezTo>
                  <a:pt x="420038" y="235670"/>
                  <a:pt x="421113" y="235209"/>
                  <a:pt x="421421" y="234902"/>
                </a:cubicBezTo>
                <a:cubicBezTo>
                  <a:pt x="421728" y="234594"/>
                  <a:pt x="421881" y="234134"/>
                  <a:pt x="422035" y="233519"/>
                </a:cubicBezTo>
                <a:cubicBezTo>
                  <a:pt x="422189" y="232905"/>
                  <a:pt x="422035" y="232136"/>
                  <a:pt x="421574" y="231368"/>
                </a:cubicBezTo>
                <a:lnTo>
                  <a:pt x="420806" y="229678"/>
                </a:lnTo>
                <a:close/>
                <a:moveTo>
                  <a:pt x="224160" y="208016"/>
                </a:moveTo>
                <a:cubicBezTo>
                  <a:pt x="222931" y="208016"/>
                  <a:pt x="216939" y="210321"/>
                  <a:pt x="215096" y="210935"/>
                </a:cubicBezTo>
                <a:cubicBezTo>
                  <a:pt x="210794" y="212318"/>
                  <a:pt x="212791" y="214469"/>
                  <a:pt x="210333" y="218002"/>
                </a:cubicBezTo>
                <a:lnTo>
                  <a:pt x="206031" y="218002"/>
                </a:lnTo>
                <a:cubicBezTo>
                  <a:pt x="205417" y="219231"/>
                  <a:pt x="204802" y="219846"/>
                  <a:pt x="204802" y="221689"/>
                </a:cubicBezTo>
                <a:lnTo>
                  <a:pt x="204802" y="230446"/>
                </a:lnTo>
                <a:lnTo>
                  <a:pt x="205571" y="239818"/>
                </a:lnTo>
                <a:cubicBezTo>
                  <a:pt x="201422" y="239971"/>
                  <a:pt x="201115" y="243812"/>
                  <a:pt x="199272" y="247346"/>
                </a:cubicBezTo>
                <a:cubicBezTo>
                  <a:pt x="197582" y="250725"/>
                  <a:pt x="195431" y="253184"/>
                  <a:pt x="193895" y="255795"/>
                </a:cubicBezTo>
                <a:cubicBezTo>
                  <a:pt x="190821" y="261019"/>
                  <a:pt x="186212" y="266857"/>
                  <a:pt x="182986" y="271773"/>
                </a:cubicBezTo>
                <a:cubicBezTo>
                  <a:pt x="183139" y="273616"/>
                  <a:pt x="183600" y="273924"/>
                  <a:pt x="183600" y="276075"/>
                </a:cubicBezTo>
                <a:cubicBezTo>
                  <a:pt x="183600" y="276535"/>
                  <a:pt x="179299" y="282681"/>
                  <a:pt x="179299" y="283602"/>
                </a:cubicBezTo>
                <a:lnTo>
                  <a:pt x="179299" y="287290"/>
                </a:lnTo>
                <a:lnTo>
                  <a:pt x="182986" y="287290"/>
                </a:lnTo>
                <a:cubicBezTo>
                  <a:pt x="185444" y="287290"/>
                  <a:pt x="184522" y="284832"/>
                  <a:pt x="186366" y="282527"/>
                </a:cubicBezTo>
                <a:cubicBezTo>
                  <a:pt x="187134" y="281452"/>
                  <a:pt x="189592" y="279762"/>
                  <a:pt x="190514" y="279147"/>
                </a:cubicBezTo>
                <a:cubicBezTo>
                  <a:pt x="200347" y="279147"/>
                  <a:pt x="197121" y="272541"/>
                  <a:pt x="204802" y="270390"/>
                </a:cubicBezTo>
                <a:cubicBezTo>
                  <a:pt x="209872" y="269008"/>
                  <a:pt x="206185" y="266396"/>
                  <a:pt x="210794" y="264552"/>
                </a:cubicBezTo>
                <a:cubicBezTo>
                  <a:pt x="210948" y="264399"/>
                  <a:pt x="219551" y="262248"/>
                  <a:pt x="219705" y="262248"/>
                </a:cubicBezTo>
                <a:cubicBezTo>
                  <a:pt x="219705" y="259022"/>
                  <a:pt x="218629" y="256871"/>
                  <a:pt x="219090" y="254105"/>
                </a:cubicBezTo>
                <a:lnTo>
                  <a:pt x="220626" y="244734"/>
                </a:lnTo>
                <a:lnTo>
                  <a:pt x="225235" y="240893"/>
                </a:lnTo>
                <a:cubicBezTo>
                  <a:pt x="225235" y="237974"/>
                  <a:pt x="229998" y="227374"/>
                  <a:pt x="231534" y="225991"/>
                </a:cubicBezTo>
                <a:cubicBezTo>
                  <a:pt x="235068" y="221382"/>
                  <a:pt x="238447" y="220614"/>
                  <a:pt x="238447" y="211703"/>
                </a:cubicBezTo>
                <a:lnTo>
                  <a:pt x="238447" y="208631"/>
                </a:lnTo>
                <a:lnTo>
                  <a:pt x="233992" y="209706"/>
                </a:lnTo>
                <a:cubicBezTo>
                  <a:pt x="233224" y="209706"/>
                  <a:pt x="225542" y="208016"/>
                  <a:pt x="225389" y="208016"/>
                </a:cubicBezTo>
                <a:close/>
                <a:moveTo>
                  <a:pt x="425877" y="0"/>
                </a:moveTo>
                <a:lnTo>
                  <a:pt x="428488" y="1690"/>
                </a:lnTo>
                <a:lnTo>
                  <a:pt x="431715" y="1075"/>
                </a:lnTo>
                <a:cubicBezTo>
                  <a:pt x="432329" y="3380"/>
                  <a:pt x="438321" y="8296"/>
                  <a:pt x="439396" y="13059"/>
                </a:cubicBezTo>
                <a:cubicBezTo>
                  <a:pt x="440472" y="17668"/>
                  <a:pt x="444773" y="26425"/>
                  <a:pt x="444773" y="27039"/>
                </a:cubicBezTo>
                <a:cubicBezTo>
                  <a:pt x="444773" y="36103"/>
                  <a:pt x="443544" y="29958"/>
                  <a:pt x="447231" y="37025"/>
                </a:cubicBezTo>
                <a:lnTo>
                  <a:pt x="445080" y="57612"/>
                </a:lnTo>
                <a:cubicBezTo>
                  <a:pt x="444312" y="58226"/>
                  <a:pt x="443391" y="58380"/>
                  <a:pt x="443391" y="60070"/>
                </a:cubicBezTo>
                <a:lnTo>
                  <a:pt x="443391" y="61299"/>
                </a:lnTo>
                <a:cubicBezTo>
                  <a:pt x="443391" y="62374"/>
                  <a:pt x="445849" y="65447"/>
                  <a:pt x="446463" y="66369"/>
                </a:cubicBezTo>
                <a:lnTo>
                  <a:pt x="445695" y="70056"/>
                </a:lnTo>
                <a:cubicBezTo>
                  <a:pt x="447078" y="72514"/>
                  <a:pt x="448307" y="72053"/>
                  <a:pt x="448307" y="73896"/>
                </a:cubicBezTo>
                <a:cubicBezTo>
                  <a:pt x="448307" y="75586"/>
                  <a:pt x="447385" y="75740"/>
                  <a:pt x="446463" y="76355"/>
                </a:cubicBezTo>
                <a:lnTo>
                  <a:pt x="446463" y="79427"/>
                </a:lnTo>
                <a:cubicBezTo>
                  <a:pt x="445388" y="80042"/>
                  <a:pt x="444005" y="80810"/>
                  <a:pt x="444005" y="82500"/>
                </a:cubicBezTo>
                <a:cubicBezTo>
                  <a:pt x="444005" y="85111"/>
                  <a:pt x="445234" y="84651"/>
                  <a:pt x="445234" y="87416"/>
                </a:cubicBezTo>
                <a:lnTo>
                  <a:pt x="445234" y="91103"/>
                </a:lnTo>
                <a:lnTo>
                  <a:pt x="442776" y="91871"/>
                </a:lnTo>
                <a:lnTo>
                  <a:pt x="442776" y="95558"/>
                </a:lnTo>
                <a:cubicBezTo>
                  <a:pt x="442776" y="96941"/>
                  <a:pt x="442315" y="96941"/>
                  <a:pt x="441547" y="98016"/>
                </a:cubicBezTo>
                <a:lnTo>
                  <a:pt x="442315" y="101704"/>
                </a:lnTo>
                <a:cubicBezTo>
                  <a:pt x="440472" y="104469"/>
                  <a:pt x="437860" y="103701"/>
                  <a:pt x="437860" y="106159"/>
                </a:cubicBezTo>
                <a:cubicBezTo>
                  <a:pt x="437860" y="107695"/>
                  <a:pt x="440932" y="107081"/>
                  <a:pt x="440932" y="109846"/>
                </a:cubicBezTo>
                <a:cubicBezTo>
                  <a:pt x="440932" y="110768"/>
                  <a:pt x="440164" y="111075"/>
                  <a:pt x="439089" y="111075"/>
                </a:cubicBezTo>
                <a:lnTo>
                  <a:pt x="436631" y="111075"/>
                </a:lnTo>
                <a:lnTo>
                  <a:pt x="436631" y="113533"/>
                </a:lnTo>
                <a:cubicBezTo>
                  <a:pt x="436631" y="117067"/>
                  <a:pt x="433865" y="119371"/>
                  <a:pt x="431561" y="120907"/>
                </a:cubicBezTo>
                <a:cubicBezTo>
                  <a:pt x="426798" y="124134"/>
                  <a:pt x="428642" y="123980"/>
                  <a:pt x="428642" y="129204"/>
                </a:cubicBezTo>
                <a:lnTo>
                  <a:pt x="428642" y="130433"/>
                </a:lnTo>
                <a:cubicBezTo>
                  <a:pt x="428642" y="131662"/>
                  <a:pt x="422804" y="141494"/>
                  <a:pt x="421729" y="143491"/>
                </a:cubicBezTo>
                <a:cubicBezTo>
                  <a:pt x="420192" y="146410"/>
                  <a:pt x="419885" y="146717"/>
                  <a:pt x="418810" y="150558"/>
                </a:cubicBezTo>
                <a:cubicBezTo>
                  <a:pt x="417581" y="154860"/>
                  <a:pt x="416812" y="153477"/>
                  <a:pt x="414815" y="156550"/>
                </a:cubicBezTo>
                <a:lnTo>
                  <a:pt x="414815" y="160851"/>
                </a:lnTo>
                <a:lnTo>
                  <a:pt x="411589" y="164539"/>
                </a:lnTo>
                <a:lnTo>
                  <a:pt x="408516" y="164692"/>
                </a:lnTo>
                <a:cubicBezTo>
                  <a:pt x="406058" y="168379"/>
                  <a:pt x="401449" y="179441"/>
                  <a:pt x="396072" y="179594"/>
                </a:cubicBezTo>
                <a:lnTo>
                  <a:pt x="396072" y="181438"/>
                </a:lnTo>
                <a:cubicBezTo>
                  <a:pt x="396072" y="185279"/>
                  <a:pt x="393461" y="186047"/>
                  <a:pt x="391310" y="187890"/>
                </a:cubicBezTo>
                <a:cubicBezTo>
                  <a:pt x="387776" y="190963"/>
                  <a:pt x="389620" y="191117"/>
                  <a:pt x="388391" y="195572"/>
                </a:cubicBezTo>
                <a:cubicBezTo>
                  <a:pt x="387469" y="198491"/>
                  <a:pt x="385011" y="199413"/>
                  <a:pt x="383321" y="201717"/>
                </a:cubicBezTo>
                <a:cubicBezTo>
                  <a:pt x="381938" y="203714"/>
                  <a:pt x="381170" y="206173"/>
                  <a:pt x="379634" y="208631"/>
                </a:cubicBezTo>
                <a:cubicBezTo>
                  <a:pt x="375179" y="215851"/>
                  <a:pt x="362274" y="222457"/>
                  <a:pt x="357511" y="229524"/>
                </a:cubicBezTo>
                <a:cubicBezTo>
                  <a:pt x="353363" y="229524"/>
                  <a:pt x="350444" y="231368"/>
                  <a:pt x="348754" y="233826"/>
                </a:cubicBezTo>
                <a:lnTo>
                  <a:pt x="345682" y="233826"/>
                </a:lnTo>
                <a:cubicBezTo>
                  <a:pt x="345067" y="234902"/>
                  <a:pt x="341994" y="238589"/>
                  <a:pt x="340919" y="239664"/>
                </a:cubicBezTo>
                <a:cubicBezTo>
                  <a:pt x="338000" y="242890"/>
                  <a:pt x="337078" y="237974"/>
                  <a:pt x="337078" y="245809"/>
                </a:cubicBezTo>
                <a:cubicBezTo>
                  <a:pt x="335235" y="247038"/>
                  <a:pt x="332469" y="248421"/>
                  <a:pt x="331548" y="250265"/>
                </a:cubicBezTo>
                <a:cubicBezTo>
                  <a:pt x="329704" y="253952"/>
                  <a:pt x="330626" y="253030"/>
                  <a:pt x="326939" y="255027"/>
                </a:cubicBezTo>
                <a:cubicBezTo>
                  <a:pt x="324480" y="256410"/>
                  <a:pt x="322637" y="255795"/>
                  <a:pt x="320332" y="257793"/>
                </a:cubicBezTo>
                <a:cubicBezTo>
                  <a:pt x="317721" y="259943"/>
                  <a:pt x="317721" y="260097"/>
                  <a:pt x="313265" y="260097"/>
                </a:cubicBezTo>
                <a:lnTo>
                  <a:pt x="311422" y="261480"/>
                </a:lnTo>
                <a:lnTo>
                  <a:pt x="308196" y="261326"/>
                </a:lnTo>
                <a:cubicBezTo>
                  <a:pt x="304509" y="263938"/>
                  <a:pt x="300668" y="266857"/>
                  <a:pt x="295752" y="268239"/>
                </a:cubicBezTo>
                <a:cubicBezTo>
                  <a:pt x="289606" y="269776"/>
                  <a:pt x="287456" y="271312"/>
                  <a:pt x="284076" y="275921"/>
                </a:cubicBezTo>
                <a:cubicBezTo>
                  <a:pt x="281618" y="279301"/>
                  <a:pt x="263643" y="287597"/>
                  <a:pt x="257651" y="287597"/>
                </a:cubicBezTo>
                <a:lnTo>
                  <a:pt x="243978" y="287597"/>
                </a:lnTo>
                <a:lnTo>
                  <a:pt x="232149" y="286061"/>
                </a:lnTo>
                <a:lnTo>
                  <a:pt x="232763" y="290670"/>
                </a:lnTo>
                <a:cubicBezTo>
                  <a:pt x="226772" y="299580"/>
                  <a:pt x="230151" y="296507"/>
                  <a:pt x="230151" y="305725"/>
                </a:cubicBezTo>
                <a:lnTo>
                  <a:pt x="230151" y="306954"/>
                </a:lnTo>
                <a:cubicBezTo>
                  <a:pt x="230151" y="310334"/>
                  <a:pt x="214635" y="313561"/>
                  <a:pt x="210794" y="314482"/>
                </a:cubicBezTo>
                <a:cubicBezTo>
                  <a:pt x="211101" y="317555"/>
                  <a:pt x="212637" y="317094"/>
                  <a:pt x="212637" y="319398"/>
                </a:cubicBezTo>
                <a:cubicBezTo>
                  <a:pt x="212637" y="321088"/>
                  <a:pt x="200962" y="326619"/>
                  <a:pt x="198350" y="330614"/>
                </a:cubicBezTo>
                <a:lnTo>
                  <a:pt x="198350" y="336912"/>
                </a:lnTo>
                <a:cubicBezTo>
                  <a:pt x="196967" y="339217"/>
                  <a:pt x="194663" y="339831"/>
                  <a:pt x="194663" y="343211"/>
                </a:cubicBezTo>
                <a:cubicBezTo>
                  <a:pt x="194663" y="344440"/>
                  <a:pt x="197889" y="346284"/>
                  <a:pt x="198964" y="346898"/>
                </a:cubicBezTo>
                <a:lnTo>
                  <a:pt x="199579" y="351354"/>
                </a:lnTo>
                <a:cubicBezTo>
                  <a:pt x="199579" y="351661"/>
                  <a:pt x="189131" y="361954"/>
                  <a:pt x="189131" y="361954"/>
                </a:cubicBezTo>
                <a:cubicBezTo>
                  <a:pt x="185905" y="363491"/>
                  <a:pt x="184829" y="361954"/>
                  <a:pt x="183600" y="367024"/>
                </a:cubicBezTo>
                <a:cubicBezTo>
                  <a:pt x="183139" y="369021"/>
                  <a:pt x="180989" y="374706"/>
                  <a:pt x="180989" y="375013"/>
                </a:cubicBezTo>
                <a:cubicBezTo>
                  <a:pt x="180989" y="375935"/>
                  <a:pt x="181757" y="376242"/>
                  <a:pt x="182832" y="376242"/>
                </a:cubicBezTo>
                <a:lnTo>
                  <a:pt x="184522" y="376242"/>
                </a:lnTo>
                <a:cubicBezTo>
                  <a:pt x="184522" y="376242"/>
                  <a:pt x="197735" y="369943"/>
                  <a:pt x="199733" y="369021"/>
                </a:cubicBezTo>
                <a:cubicBezTo>
                  <a:pt x="202805" y="367639"/>
                  <a:pt x="211255" y="361647"/>
                  <a:pt x="211255" y="358113"/>
                </a:cubicBezTo>
                <a:cubicBezTo>
                  <a:pt x="211255" y="357192"/>
                  <a:pt x="208797" y="355963"/>
                  <a:pt x="208797" y="355041"/>
                </a:cubicBezTo>
                <a:cubicBezTo>
                  <a:pt x="208797" y="352583"/>
                  <a:pt x="210179" y="349356"/>
                  <a:pt x="212484" y="349356"/>
                </a:cubicBezTo>
                <a:cubicBezTo>
                  <a:pt x="213713" y="349356"/>
                  <a:pt x="218015" y="353965"/>
                  <a:pt x="218783" y="355041"/>
                </a:cubicBezTo>
                <a:cubicBezTo>
                  <a:pt x="218783" y="362261"/>
                  <a:pt x="222470" y="361186"/>
                  <a:pt x="222470" y="367485"/>
                </a:cubicBezTo>
                <a:lnTo>
                  <a:pt x="222470" y="369328"/>
                </a:lnTo>
                <a:cubicBezTo>
                  <a:pt x="222470" y="371940"/>
                  <a:pt x="216171" y="379622"/>
                  <a:pt x="214020" y="380851"/>
                </a:cubicBezTo>
                <a:cubicBezTo>
                  <a:pt x="210948" y="382387"/>
                  <a:pt x="203266" y="388686"/>
                  <a:pt x="201883" y="388686"/>
                </a:cubicBezTo>
                <a:lnTo>
                  <a:pt x="197582" y="388686"/>
                </a:lnTo>
                <a:cubicBezTo>
                  <a:pt x="195431" y="397904"/>
                  <a:pt x="170234" y="397597"/>
                  <a:pt x="168237" y="406200"/>
                </a:cubicBezTo>
                <a:lnTo>
                  <a:pt x="161324" y="408658"/>
                </a:lnTo>
                <a:lnTo>
                  <a:pt x="161324" y="412499"/>
                </a:lnTo>
                <a:lnTo>
                  <a:pt x="159327" y="414957"/>
                </a:lnTo>
                <a:lnTo>
                  <a:pt x="159480" y="420641"/>
                </a:lnTo>
                <a:lnTo>
                  <a:pt x="152260" y="432624"/>
                </a:lnTo>
                <a:cubicBezTo>
                  <a:pt x="152106" y="447987"/>
                  <a:pt x="141506" y="455054"/>
                  <a:pt x="141506" y="468728"/>
                </a:cubicBezTo>
                <a:cubicBezTo>
                  <a:pt x="141506" y="469957"/>
                  <a:pt x="139048" y="469649"/>
                  <a:pt x="139048" y="475026"/>
                </a:cubicBezTo>
                <a:lnTo>
                  <a:pt x="134131" y="483169"/>
                </a:lnTo>
                <a:cubicBezTo>
                  <a:pt x="134131" y="488700"/>
                  <a:pt x="131059" y="498839"/>
                  <a:pt x="127218" y="499915"/>
                </a:cubicBezTo>
                <a:lnTo>
                  <a:pt x="127218" y="497457"/>
                </a:lnTo>
                <a:cubicBezTo>
                  <a:pt x="127218" y="494538"/>
                  <a:pt x="123838" y="495152"/>
                  <a:pt x="122148" y="493309"/>
                </a:cubicBezTo>
                <a:cubicBezTo>
                  <a:pt x="121534" y="492694"/>
                  <a:pt x="119229" y="488853"/>
                  <a:pt x="118768" y="487931"/>
                </a:cubicBezTo>
                <a:cubicBezTo>
                  <a:pt x="117386" y="485012"/>
                  <a:pt x="116771" y="476716"/>
                  <a:pt x="116771" y="472568"/>
                </a:cubicBezTo>
                <a:cubicBezTo>
                  <a:pt x="114467" y="468881"/>
                  <a:pt x="112469" y="468881"/>
                  <a:pt x="112469" y="461968"/>
                </a:cubicBezTo>
                <a:lnTo>
                  <a:pt x="112469" y="461353"/>
                </a:lnTo>
                <a:cubicBezTo>
                  <a:pt x="112469" y="459356"/>
                  <a:pt x="113545" y="459510"/>
                  <a:pt x="115542" y="459510"/>
                </a:cubicBezTo>
                <a:cubicBezTo>
                  <a:pt x="115849" y="458127"/>
                  <a:pt x="116157" y="458127"/>
                  <a:pt x="116157" y="456437"/>
                </a:cubicBezTo>
                <a:lnTo>
                  <a:pt x="116157" y="455208"/>
                </a:lnTo>
                <a:cubicBezTo>
                  <a:pt x="116157" y="453825"/>
                  <a:pt x="115235" y="453365"/>
                  <a:pt x="114313" y="452135"/>
                </a:cubicBezTo>
                <a:lnTo>
                  <a:pt x="118154" y="447219"/>
                </a:lnTo>
                <a:lnTo>
                  <a:pt x="123070" y="447066"/>
                </a:lnTo>
                <a:cubicBezTo>
                  <a:pt x="128293" y="443532"/>
                  <a:pt x="130598" y="439845"/>
                  <a:pt x="130598" y="431395"/>
                </a:cubicBezTo>
                <a:cubicBezTo>
                  <a:pt x="133824" y="426479"/>
                  <a:pt x="131827" y="428937"/>
                  <a:pt x="131827" y="423253"/>
                </a:cubicBezTo>
                <a:cubicBezTo>
                  <a:pt x="130751" y="422485"/>
                  <a:pt x="130751" y="422024"/>
                  <a:pt x="129369" y="422024"/>
                </a:cubicBezTo>
                <a:cubicBezTo>
                  <a:pt x="124760" y="422024"/>
                  <a:pt x="122916" y="424482"/>
                  <a:pt x="119997" y="424482"/>
                </a:cubicBezTo>
                <a:cubicBezTo>
                  <a:pt x="114620" y="424482"/>
                  <a:pt x="115081" y="418337"/>
                  <a:pt x="112777" y="413728"/>
                </a:cubicBezTo>
                <a:cubicBezTo>
                  <a:pt x="111855" y="412038"/>
                  <a:pt x="107553" y="402820"/>
                  <a:pt x="107553" y="401437"/>
                </a:cubicBezTo>
                <a:lnTo>
                  <a:pt x="107553" y="400823"/>
                </a:lnTo>
                <a:cubicBezTo>
                  <a:pt x="107553" y="398826"/>
                  <a:pt x="118768" y="392988"/>
                  <a:pt x="118768" y="389608"/>
                </a:cubicBezTo>
                <a:lnTo>
                  <a:pt x="118768" y="388379"/>
                </a:lnTo>
                <a:cubicBezTo>
                  <a:pt x="118768" y="386996"/>
                  <a:pt x="118307" y="386535"/>
                  <a:pt x="116925" y="386535"/>
                </a:cubicBezTo>
                <a:lnTo>
                  <a:pt x="115696" y="386535"/>
                </a:lnTo>
                <a:cubicBezTo>
                  <a:pt x="113545" y="386535"/>
                  <a:pt x="114774" y="387764"/>
                  <a:pt x="112623" y="387764"/>
                </a:cubicBezTo>
                <a:lnTo>
                  <a:pt x="110165" y="387764"/>
                </a:lnTo>
                <a:cubicBezTo>
                  <a:pt x="109704" y="385613"/>
                  <a:pt x="109858" y="385460"/>
                  <a:pt x="109550" y="382848"/>
                </a:cubicBezTo>
                <a:cubicBezTo>
                  <a:pt x="109243" y="380390"/>
                  <a:pt x="108321" y="380697"/>
                  <a:pt x="107861" y="379007"/>
                </a:cubicBezTo>
                <a:cubicBezTo>
                  <a:pt x="107246" y="376856"/>
                  <a:pt x="105249" y="371787"/>
                  <a:pt x="105249" y="371018"/>
                </a:cubicBezTo>
                <a:lnTo>
                  <a:pt x="105249" y="365334"/>
                </a:lnTo>
                <a:cubicBezTo>
                  <a:pt x="105249" y="364412"/>
                  <a:pt x="106631" y="362569"/>
                  <a:pt x="107092" y="361647"/>
                </a:cubicBezTo>
                <a:cubicBezTo>
                  <a:pt x="109858" y="361647"/>
                  <a:pt x="120612" y="360111"/>
                  <a:pt x="122302" y="359342"/>
                </a:cubicBezTo>
                <a:cubicBezTo>
                  <a:pt x="128908" y="355963"/>
                  <a:pt x="126757" y="356577"/>
                  <a:pt x="136436" y="356577"/>
                </a:cubicBezTo>
                <a:cubicBezTo>
                  <a:pt x="143503" y="351815"/>
                  <a:pt x="168698" y="348742"/>
                  <a:pt x="168852" y="339063"/>
                </a:cubicBezTo>
                <a:cubicBezTo>
                  <a:pt x="164857" y="339063"/>
                  <a:pt x="142888" y="347820"/>
                  <a:pt x="141966" y="347820"/>
                </a:cubicBezTo>
                <a:lnTo>
                  <a:pt x="133210" y="347820"/>
                </a:lnTo>
                <a:cubicBezTo>
                  <a:pt x="129369" y="347820"/>
                  <a:pt x="126450" y="341675"/>
                  <a:pt x="124606" y="338910"/>
                </a:cubicBezTo>
                <a:cubicBezTo>
                  <a:pt x="122916" y="336144"/>
                  <a:pt x="117693" y="333533"/>
                  <a:pt x="117693" y="328463"/>
                </a:cubicBezTo>
                <a:lnTo>
                  <a:pt x="117693" y="326619"/>
                </a:lnTo>
                <a:cubicBezTo>
                  <a:pt x="117693" y="324776"/>
                  <a:pt x="125528" y="320474"/>
                  <a:pt x="127679" y="319706"/>
                </a:cubicBezTo>
                <a:cubicBezTo>
                  <a:pt x="135360" y="316940"/>
                  <a:pt x="133056" y="318169"/>
                  <a:pt x="137050" y="312178"/>
                </a:cubicBezTo>
                <a:lnTo>
                  <a:pt x="143349" y="311410"/>
                </a:lnTo>
                <a:lnTo>
                  <a:pt x="150109" y="306340"/>
                </a:lnTo>
                <a:lnTo>
                  <a:pt x="150723" y="306186"/>
                </a:lnTo>
                <a:lnTo>
                  <a:pt x="148112" y="301885"/>
                </a:lnTo>
                <a:lnTo>
                  <a:pt x="145961" y="294971"/>
                </a:lnTo>
                <a:lnTo>
                  <a:pt x="145193" y="295278"/>
                </a:lnTo>
                <a:cubicBezTo>
                  <a:pt x="145193" y="293128"/>
                  <a:pt x="145654" y="291591"/>
                  <a:pt x="143349" y="291591"/>
                </a:cubicBezTo>
                <a:cubicBezTo>
                  <a:pt x="139816" y="291591"/>
                  <a:pt x="136589" y="296661"/>
                  <a:pt x="134439" y="298351"/>
                </a:cubicBezTo>
                <a:cubicBezTo>
                  <a:pt x="131366" y="300809"/>
                  <a:pt x="125528" y="300041"/>
                  <a:pt x="125221" y="304189"/>
                </a:cubicBezTo>
                <a:cubicBezTo>
                  <a:pt x="119229" y="304650"/>
                  <a:pt x="114928" y="305111"/>
                  <a:pt x="110933" y="307876"/>
                </a:cubicBezTo>
                <a:lnTo>
                  <a:pt x="110933" y="311563"/>
                </a:lnTo>
                <a:lnTo>
                  <a:pt x="108936" y="314021"/>
                </a:lnTo>
                <a:lnTo>
                  <a:pt x="99257" y="317094"/>
                </a:lnTo>
                <a:lnTo>
                  <a:pt x="98335" y="319091"/>
                </a:lnTo>
                <a:lnTo>
                  <a:pt x="94034" y="319091"/>
                </a:lnTo>
                <a:cubicBezTo>
                  <a:pt x="88657" y="319091"/>
                  <a:pt x="78210" y="319398"/>
                  <a:pt x="74062" y="319091"/>
                </a:cubicBezTo>
                <a:cubicBezTo>
                  <a:pt x="65766" y="318477"/>
                  <a:pt x="63308" y="317248"/>
                  <a:pt x="56702" y="315250"/>
                </a:cubicBezTo>
                <a:cubicBezTo>
                  <a:pt x="47330" y="312331"/>
                  <a:pt x="35347" y="306493"/>
                  <a:pt x="30431" y="299119"/>
                </a:cubicBezTo>
                <a:lnTo>
                  <a:pt x="27358" y="299119"/>
                </a:lnTo>
                <a:cubicBezTo>
                  <a:pt x="23210" y="292820"/>
                  <a:pt x="25668" y="296200"/>
                  <a:pt x="20138" y="292667"/>
                </a:cubicBezTo>
                <a:cubicBezTo>
                  <a:pt x="19369" y="292206"/>
                  <a:pt x="13992" y="286982"/>
                  <a:pt x="13531" y="286214"/>
                </a:cubicBezTo>
                <a:cubicBezTo>
                  <a:pt x="9691" y="281144"/>
                  <a:pt x="12456" y="266089"/>
                  <a:pt x="7386" y="266089"/>
                </a:cubicBezTo>
                <a:cubicBezTo>
                  <a:pt x="6311" y="266089"/>
                  <a:pt x="4467" y="270390"/>
                  <a:pt x="4314" y="271773"/>
                </a:cubicBezTo>
                <a:lnTo>
                  <a:pt x="473" y="268239"/>
                </a:lnTo>
                <a:cubicBezTo>
                  <a:pt x="934" y="266703"/>
                  <a:pt x="1241" y="266242"/>
                  <a:pt x="1241" y="264399"/>
                </a:cubicBezTo>
                <a:lnTo>
                  <a:pt x="1241" y="262555"/>
                </a:lnTo>
                <a:cubicBezTo>
                  <a:pt x="1241" y="259943"/>
                  <a:pt x="-142" y="259943"/>
                  <a:pt x="12" y="258253"/>
                </a:cubicBezTo>
                <a:lnTo>
                  <a:pt x="1548" y="243351"/>
                </a:lnTo>
                <a:lnTo>
                  <a:pt x="4774" y="235362"/>
                </a:lnTo>
                <a:cubicBezTo>
                  <a:pt x="5082" y="225837"/>
                  <a:pt x="8154" y="225223"/>
                  <a:pt x="8154" y="219231"/>
                </a:cubicBezTo>
                <a:cubicBezTo>
                  <a:pt x="14607" y="214776"/>
                  <a:pt x="10920" y="216159"/>
                  <a:pt x="14146" y="212164"/>
                </a:cubicBezTo>
                <a:cubicBezTo>
                  <a:pt x="17065" y="208631"/>
                  <a:pt x="17219" y="207862"/>
                  <a:pt x="19369" y="204175"/>
                </a:cubicBezTo>
                <a:cubicBezTo>
                  <a:pt x="21213" y="200949"/>
                  <a:pt x="28741" y="193114"/>
                  <a:pt x="31813" y="191117"/>
                </a:cubicBezTo>
                <a:lnTo>
                  <a:pt x="36115" y="191117"/>
                </a:lnTo>
                <a:cubicBezTo>
                  <a:pt x="39341" y="186201"/>
                  <a:pt x="36883" y="185279"/>
                  <a:pt x="41492" y="178980"/>
                </a:cubicBezTo>
                <a:cubicBezTo>
                  <a:pt x="43336" y="176522"/>
                  <a:pt x="47945" y="170837"/>
                  <a:pt x="47945" y="167918"/>
                </a:cubicBezTo>
                <a:cubicBezTo>
                  <a:pt x="52246" y="165614"/>
                  <a:pt x="53168" y="162695"/>
                  <a:pt x="56548" y="160237"/>
                </a:cubicBezTo>
                <a:cubicBezTo>
                  <a:pt x="59774" y="157932"/>
                  <a:pt x="58392" y="160698"/>
                  <a:pt x="61310" y="156857"/>
                </a:cubicBezTo>
                <a:cubicBezTo>
                  <a:pt x="62693" y="155013"/>
                  <a:pt x="62847" y="154092"/>
                  <a:pt x="64383" y="152402"/>
                </a:cubicBezTo>
                <a:cubicBezTo>
                  <a:pt x="68224" y="148407"/>
                  <a:pt x="70375" y="150097"/>
                  <a:pt x="73140" y="144874"/>
                </a:cubicBezTo>
                <a:cubicBezTo>
                  <a:pt x="74984" y="141340"/>
                  <a:pt x="77442" y="139190"/>
                  <a:pt x="82972" y="139190"/>
                </a:cubicBezTo>
                <a:cubicBezTo>
                  <a:pt x="86045" y="134581"/>
                  <a:pt x="87581" y="131047"/>
                  <a:pt x="92344" y="127514"/>
                </a:cubicBezTo>
                <a:cubicBezTo>
                  <a:pt x="96185" y="124441"/>
                  <a:pt x="99718" y="118910"/>
                  <a:pt x="102330" y="117528"/>
                </a:cubicBezTo>
                <a:cubicBezTo>
                  <a:pt x="105249" y="115991"/>
                  <a:pt x="109704" y="109539"/>
                  <a:pt x="111855" y="106466"/>
                </a:cubicBezTo>
                <a:cubicBezTo>
                  <a:pt x="114774" y="102318"/>
                  <a:pt x="118461" y="100014"/>
                  <a:pt x="122302" y="96941"/>
                </a:cubicBezTo>
                <a:cubicBezTo>
                  <a:pt x="129215" y="91410"/>
                  <a:pt x="136743" y="83114"/>
                  <a:pt x="145807" y="79888"/>
                </a:cubicBezTo>
                <a:cubicBezTo>
                  <a:pt x="148419" y="78813"/>
                  <a:pt x="150109" y="76508"/>
                  <a:pt x="152413" y="75740"/>
                </a:cubicBezTo>
                <a:cubicBezTo>
                  <a:pt x="156561" y="74511"/>
                  <a:pt x="156100" y="75894"/>
                  <a:pt x="159788" y="73128"/>
                </a:cubicBezTo>
                <a:cubicBezTo>
                  <a:pt x="163628" y="70056"/>
                  <a:pt x="166547" y="66676"/>
                  <a:pt x="173307" y="66676"/>
                </a:cubicBezTo>
                <a:cubicBezTo>
                  <a:pt x="175919" y="61606"/>
                  <a:pt x="182679" y="60684"/>
                  <a:pt x="187595" y="57304"/>
                </a:cubicBezTo>
                <a:cubicBezTo>
                  <a:pt x="191743" y="54232"/>
                  <a:pt x="197428" y="51005"/>
                  <a:pt x="204495" y="51005"/>
                </a:cubicBezTo>
                <a:lnTo>
                  <a:pt x="206339" y="49623"/>
                </a:lnTo>
                <a:lnTo>
                  <a:pt x="212637" y="49008"/>
                </a:lnTo>
                <a:cubicBezTo>
                  <a:pt x="213713" y="49930"/>
                  <a:pt x="213713" y="50391"/>
                  <a:pt x="215096" y="50391"/>
                </a:cubicBezTo>
                <a:lnTo>
                  <a:pt x="218783" y="50391"/>
                </a:lnTo>
                <a:cubicBezTo>
                  <a:pt x="218168" y="57458"/>
                  <a:pt x="206646" y="60991"/>
                  <a:pt x="201422" y="66215"/>
                </a:cubicBezTo>
                <a:cubicBezTo>
                  <a:pt x="198196" y="69441"/>
                  <a:pt x="186519" y="80042"/>
                  <a:pt x="184983" y="82346"/>
                </a:cubicBezTo>
                <a:lnTo>
                  <a:pt x="182525" y="81578"/>
                </a:lnTo>
                <a:cubicBezTo>
                  <a:pt x="182064" y="85419"/>
                  <a:pt x="175151" y="87416"/>
                  <a:pt x="173153" y="90335"/>
                </a:cubicBezTo>
                <a:cubicBezTo>
                  <a:pt x="168698" y="90335"/>
                  <a:pt x="169466" y="94483"/>
                  <a:pt x="163167" y="97863"/>
                </a:cubicBezTo>
                <a:cubicBezTo>
                  <a:pt x="162246" y="98477"/>
                  <a:pt x="154564" y="103854"/>
                  <a:pt x="153182" y="104776"/>
                </a:cubicBezTo>
                <a:cubicBezTo>
                  <a:pt x="151952" y="105698"/>
                  <a:pt x="146729" y="112765"/>
                  <a:pt x="145500" y="114609"/>
                </a:cubicBezTo>
                <a:cubicBezTo>
                  <a:pt x="143042" y="118296"/>
                  <a:pt x="137665" y="115530"/>
                  <a:pt x="137665" y="123519"/>
                </a:cubicBezTo>
                <a:cubicBezTo>
                  <a:pt x="135053" y="125209"/>
                  <a:pt x="132749" y="124748"/>
                  <a:pt x="131520" y="127974"/>
                </a:cubicBezTo>
                <a:cubicBezTo>
                  <a:pt x="130598" y="130586"/>
                  <a:pt x="129522" y="132430"/>
                  <a:pt x="127832" y="134273"/>
                </a:cubicBezTo>
                <a:cubicBezTo>
                  <a:pt x="123224" y="139190"/>
                  <a:pt x="122916" y="139804"/>
                  <a:pt x="117539" y="143952"/>
                </a:cubicBezTo>
                <a:cubicBezTo>
                  <a:pt x="113698" y="147025"/>
                  <a:pt x="115696" y="147639"/>
                  <a:pt x="113238" y="150251"/>
                </a:cubicBezTo>
                <a:cubicBezTo>
                  <a:pt x="111240" y="152248"/>
                  <a:pt x="109704" y="152863"/>
                  <a:pt x="107861" y="154860"/>
                </a:cubicBezTo>
                <a:cubicBezTo>
                  <a:pt x="103866" y="159008"/>
                  <a:pt x="102023" y="160544"/>
                  <a:pt x="98182" y="165153"/>
                </a:cubicBezTo>
                <a:cubicBezTo>
                  <a:pt x="95877" y="167765"/>
                  <a:pt x="84201" y="187276"/>
                  <a:pt x="82819" y="190349"/>
                </a:cubicBezTo>
                <a:cubicBezTo>
                  <a:pt x="81129" y="194343"/>
                  <a:pt x="81282" y="191424"/>
                  <a:pt x="79439" y="197569"/>
                </a:cubicBezTo>
                <a:cubicBezTo>
                  <a:pt x="78671" y="200027"/>
                  <a:pt x="76366" y="200642"/>
                  <a:pt x="74523" y="202639"/>
                </a:cubicBezTo>
                <a:cubicBezTo>
                  <a:pt x="73294" y="203868"/>
                  <a:pt x="71604" y="207248"/>
                  <a:pt x="70836" y="208938"/>
                </a:cubicBezTo>
                <a:cubicBezTo>
                  <a:pt x="69299" y="212318"/>
                  <a:pt x="68377" y="212011"/>
                  <a:pt x="66534" y="214622"/>
                </a:cubicBezTo>
                <a:lnTo>
                  <a:pt x="67302" y="218309"/>
                </a:lnTo>
                <a:cubicBezTo>
                  <a:pt x="65458" y="220767"/>
                  <a:pt x="62232" y="226298"/>
                  <a:pt x="61464" y="229524"/>
                </a:cubicBezTo>
                <a:cubicBezTo>
                  <a:pt x="61157" y="230753"/>
                  <a:pt x="59006" y="243812"/>
                  <a:pt x="59006" y="243966"/>
                </a:cubicBezTo>
                <a:lnTo>
                  <a:pt x="59006" y="245809"/>
                </a:lnTo>
                <a:cubicBezTo>
                  <a:pt x="59006" y="251033"/>
                  <a:pt x="64537" y="253644"/>
                  <a:pt x="68531" y="254413"/>
                </a:cubicBezTo>
                <a:cubicBezTo>
                  <a:pt x="71143" y="254874"/>
                  <a:pt x="75137" y="254105"/>
                  <a:pt x="77749" y="254566"/>
                </a:cubicBezTo>
                <a:cubicBezTo>
                  <a:pt x="80207" y="255027"/>
                  <a:pt x="80361" y="256256"/>
                  <a:pt x="84662" y="256256"/>
                </a:cubicBezTo>
                <a:lnTo>
                  <a:pt x="84662" y="254413"/>
                </a:lnTo>
                <a:cubicBezTo>
                  <a:pt x="84662" y="251033"/>
                  <a:pt x="89425" y="253337"/>
                  <a:pt x="92651" y="251801"/>
                </a:cubicBezTo>
                <a:cubicBezTo>
                  <a:pt x="93419" y="251340"/>
                  <a:pt x="98643" y="249036"/>
                  <a:pt x="99411" y="248575"/>
                </a:cubicBezTo>
                <a:cubicBezTo>
                  <a:pt x="102176" y="247038"/>
                  <a:pt x="109550" y="242429"/>
                  <a:pt x="113238" y="242429"/>
                </a:cubicBezTo>
                <a:cubicBezTo>
                  <a:pt x="115235" y="239510"/>
                  <a:pt x="116617" y="238281"/>
                  <a:pt x="119383" y="235977"/>
                </a:cubicBezTo>
                <a:cubicBezTo>
                  <a:pt x="122455" y="233519"/>
                  <a:pt x="120458" y="232290"/>
                  <a:pt x="124453" y="229217"/>
                </a:cubicBezTo>
                <a:cubicBezTo>
                  <a:pt x="127679" y="226759"/>
                  <a:pt x="136282" y="221536"/>
                  <a:pt x="136436" y="216927"/>
                </a:cubicBezTo>
                <a:cubicBezTo>
                  <a:pt x="128601" y="214776"/>
                  <a:pt x="129215" y="213086"/>
                  <a:pt x="123684" y="209092"/>
                </a:cubicBezTo>
                <a:cubicBezTo>
                  <a:pt x="119844" y="206173"/>
                  <a:pt x="122455" y="205712"/>
                  <a:pt x="121073" y="201717"/>
                </a:cubicBezTo>
                <a:cubicBezTo>
                  <a:pt x="120612" y="200795"/>
                  <a:pt x="118307" y="194804"/>
                  <a:pt x="118307" y="194497"/>
                </a:cubicBezTo>
                <a:lnTo>
                  <a:pt x="119076" y="188198"/>
                </a:lnTo>
                <a:lnTo>
                  <a:pt x="120305" y="187122"/>
                </a:lnTo>
                <a:lnTo>
                  <a:pt x="123992" y="186969"/>
                </a:lnTo>
                <a:lnTo>
                  <a:pt x="125682" y="184972"/>
                </a:lnTo>
                <a:lnTo>
                  <a:pt x="135821" y="184050"/>
                </a:lnTo>
                <a:lnTo>
                  <a:pt x="136436" y="183742"/>
                </a:lnTo>
                <a:cubicBezTo>
                  <a:pt x="138587" y="183742"/>
                  <a:pt x="137358" y="184972"/>
                  <a:pt x="139508" y="184972"/>
                </a:cubicBezTo>
                <a:lnTo>
                  <a:pt x="140737" y="184972"/>
                </a:lnTo>
                <a:cubicBezTo>
                  <a:pt x="142120" y="184972"/>
                  <a:pt x="142120" y="184511"/>
                  <a:pt x="143196" y="183742"/>
                </a:cubicBezTo>
                <a:cubicBezTo>
                  <a:pt x="149033" y="183742"/>
                  <a:pt x="157022" y="184664"/>
                  <a:pt x="161478" y="182667"/>
                </a:cubicBezTo>
                <a:cubicBezTo>
                  <a:pt x="164397" y="181438"/>
                  <a:pt x="165779" y="180977"/>
                  <a:pt x="168698" y="179902"/>
                </a:cubicBezTo>
                <a:cubicBezTo>
                  <a:pt x="170234" y="179287"/>
                  <a:pt x="171771" y="177290"/>
                  <a:pt x="174383" y="176215"/>
                </a:cubicBezTo>
                <a:cubicBezTo>
                  <a:pt x="178838" y="174217"/>
                  <a:pt x="185137" y="175446"/>
                  <a:pt x="190975" y="173449"/>
                </a:cubicBezTo>
                <a:cubicBezTo>
                  <a:pt x="197428" y="171145"/>
                  <a:pt x="197889" y="169916"/>
                  <a:pt x="206800" y="169916"/>
                </a:cubicBezTo>
                <a:cubicBezTo>
                  <a:pt x="210640" y="167150"/>
                  <a:pt x="213252" y="164846"/>
                  <a:pt x="219858" y="164846"/>
                </a:cubicBezTo>
                <a:cubicBezTo>
                  <a:pt x="223238" y="164846"/>
                  <a:pt x="225082" y="170223"/>
                  <a:pt x="228922" y="171298"/>
                </a:cubicBezTo>
                <a:cubicBezTo>
                  <a:pt x="234299" y="172835"/>
                  <a:pt x="236297" y="172835"/>
                  <a:pt x="238601" y="177290"/>
                </a:cubicBezTo>
                <a:lnTo>
                  <a:pt x="237526" y="186661"/>
                </a:lnTo>
                <a:lnTo>
                  <a:pt x="240598" y="190195"/>
                </a:lnTo>
                <a:lnTo>
                  <a:pt x="239830" y="190349"/>
                </a:lnTo>
                <a:lnTo>
                  <a:pt x="239676" y="199106"/>
                </a:lnTo>
                <a:lnTo>
                  <a:pt x="239830" y="204175"/>
                </a:lnTo>
                <a:lnTo>
                  <a:pt x="241674" y="204175"/>
                </a:lnTo>
                <a:lnTo>
                  <a:pt x="241674" y="202332"/>
                </a:lnTo>
                <a:cubicBezTo>
                  <a:pt x="241674" y="200181"/>
                  <a:pt x="244900" y="199106"/>
                  <a:pt x="245822" y="197108"/>
                </a:cubicBezTo>
                <a:cubicBezTo>
                  <a:pt x="246283" y="195879"/>
                  <a:pt x="247819" y="191885"/>
                  <a:pt x="248280" y="190809"/>
                </a:cubicBezTo>
                <a:cubicBezTo>
                  <a:pt x="250738" y="184818"/>
                  <a:pt x="250123" y="183435"/>
                  <a:pt x="255500" y="179902"/>
                </a:cubicBezTo>
                <a:lnTo>
                  <a:pt x="255500" y="176829"/>
                </a:lnTo>
                <a:cubicBezTo>
                  <a:pt x="257498" y="173756"/>
                  <a:pt x="260109" y="170837"/>
                  <a:pt x="262107" y="167918"/>
                </a:cubicBezTo>
                <a:cubicBezTo>
                  <a:pt x="263489" y="165921"/>
                  <a:pt x="263489" y="164078"/>
                  <a:pt x="264718" y="162388"/>
                </a:cubicBezTo>
                <a:cubicBezTo>
                  <a:pt x="265794" y="161005"/>
                  <a:pt x="267330" y="160237"/>
                  <a:pt x="268252" y="158547"/>
                </a:cubicBezTo>
                <a:cubicBezTo>
                  <a:pt x="270710" y="154245"/>
                  <a:pt x="279774" y="143184"/>
                  <a:pt x="279774" y="138882"/>
                </a:cubicBezTo>
                <a:lnTo>
                  <a:pt x="286227" y="133505"/>
                </a:lnTo>
                <a:lnTo>
                  <a:pt x="289760" y="133198"/>
                </a:lnTo>
                <a:cubicBezTo>
                  <a:pt x="291296" y="130893"/>
                  <a:pt x="292679" y="130893"/>
                  <a:pt x="294215" y="127667"/>
                </a:cubicBezTo>
                <a:cubicBezTo>
                  <a:pt x="294983" y="125977"/>
                  <a:pt x="296366" y="122136"/>
                  <a:pt x="297288" y="120754"/>
                </a:cubicBezTo>
                <a:lnTo>
                  <a:pt x="296520" y="117067"/>
                </a:lnTo>
                <a:cubicBezTo>
                  <a:pt x="297749" y="115530"/>
                  <a:pt x="298056" y="115530"/>
                  <a:pt x="299285" y="114148"/>
                </a:cubicBezTo>
                <a:cubicBezTo>
                  <a:pt x="301129" y="111997"/>
                  <a:pt x="299592" y="112919"/>
                  <a:pt x="300821" y="110768"/>
                </a:cubicBezTo>
                <a:cubicBezTo>
                  <a:pt x="302358" y="108156"/>
                  <a:pt x="305123" y="108463"/>
                  <a:pt x="309117" y="108463"/>
                </a:cubicBezTo>
                <a:cubicBezTo>
                  <a:pt x="310193" y="107695"/>
                  <a:pt x="310193" y="107234"/>
                  <a:pt x="311576" y="107234"/>
                </a:cubicBezTo>
                <a:lnTo>
                  <a:pt x="313419" y="107234"/>
                </a:lnTo>
                <a:cubicBezTo>
                  <a:pt x="315877" y="117988"/>
                  <a:pt x="324634" y="112919"/>
                  <a:pt x="324634" y="119064"/>
                </a:cubicBezTo>
                <a:cubicBezTo>
                  <a:pt x="324634" y="122136"/>
                  <a:pt x="320332" y="122290"/>
                  <a:pt x="320332" y="124748"/>
                </a:cubicBezTo>
                <a:cubicBezTo>
                  <a:pt x="320332" y="127053"/>
                  <a:pt x="322176" y="126131"/>
                  <a:pt x="322176" y="128435"/>
                </a:cubicBezTo>
                <a:lnTo>
                  <a:pt x="322176" y="130279"/>
                </a:lnTo>
                <a:lnTo>
                  <a:pt x="321869" y="139036"/>
                </a:lnTo>
                <a:lnTo>
                  <a:pt x="319411" y="142416"/>
                </a:lnTo>
                <a:lnTo>
                  <a:pt x="319103" y="147793"/>
                </a:lnTo>
                <a:cubicBezTo>
                  <a:pt x="319103" y="153170"/>
                  <a:pt x="314187" y="152709"/>
                  <a:pt x="314187" y="160237"/>
                </a:cubicBezTo>
                <a:cubicBezTo>
                  <a:pt x="312497" y="161312"/>
                  <a:pt x="309117" y="163617"/>
                  <a:pt x="308349" y="165614"/>
                </a:cubicBezTo>
                <a:cubicBezTo>
                  <a:pt x="307581" y="167304"/>
                  <a:pt x="304816" y="172527"/>
                  <a:pt x="304816" y="172681"/>
                </a:cubicBezTo>
                <a:lnTo>
                  <a:pt x="304816" y="174525"/>
                </a:lnTo>
                <a:cubicBezTo>
                  <a:pt x="301129" y="175293"/>
                  <a:pt x="298671" y="180516"/>
                  <a:pt x="298517" y="184511"/>
                </a:cubicBezTo>
                <a:cubicBezTo>
                  <a:pt x="296366" y="184972"/>
                  <a:pt x="292833" y="187276"/>
                  <a:pt x="292833" y="189427"/>
                </a:cubicBezTo>
                <a:lnTo>
                  <a:pt x="292833" y="192499"/>
                </a:lnTo>
                <a:cubicBezTo>
                  <a:pt x="292833" y="193882"/>
                  <a:pt x="294676" y="194804"/>
                  <a:pt x="294676" y="200642"/>
                </a:cubicBezTo>
                <a:lnTo>
                  <a:pt x="296059" y="201717"/>
                </a:lnTo>
                <a:lnTo>
                  <a:pt x="307735" y="201103"/>
                </a:lnTo>
                <a:cubicBezTo>
                  <a:pt x="311729" y="195265"/>
                  <a:pt x="309732" y="198952"/>
                  <a:pt x="314341" y="196033"/>
                </a:cubicBezTo>
                <a:cubicBezTo>
                  <a:pt x="315877" y="195111"/>
                  <a:pt x="318489" y="191885"/>
                  <a:pt x="320025" y="190502"/>
                </a:cubicBezTo>
                <a:cubicBezTo>
                  <a:pt x="320640" y="189888"/>
                  <a:pt x="325863" y="185432"/>
                  <a:pt x="326017" y="185279"/>
                </a:cubicBezTo>
                <a:cubicBezTo>
                  <a:pt x="329550" y="183435"/>
                  <a:pt x="330165" y="184511"/>
                  <a:pt x="333084" y="181131"/>
                </a:cubicBezTo>
                <a:cubicBezTo>
                  <a:pt x="336003" y="177751"/>
                  <a:pt x="335849" y="178058"/>
                  <a:pt x="340458" y="176675"/>
                </a:cubicBezTo>
                <a:cubicBezTo>
                  <a:pt x="343070" y="175907"/>
                  <a:pt x="343377" y="173603"/>
                  <a:pt x="347218" y="172220"/>
                </a:cubicBezTo>
                <a:cubicBezTo>
                  <a:pt x="350905" y="170684"/>
                  <a:pt x="351980" y="170684"/>
                  <a:pt x="353670" y="167458"/>
                </a:cubicBezTo>
                <a:cubicBezTo>
                  <a:pt x="355975" y="163156"/>
                  <a:pt x="357050" y="165153"/>
                  <a:pt x="359508" y="162081"/>
                </a:cubicBezTo>
                <a:cubicBezTo>
                  <a:pt x="362120" y="158701"/>
                  <a:pt x="361659" y="158547"/>
                  <a:pt x="365500" y="156243"/>
                </a:cubicBezTo>
                <a:cubicBezTo>
                  <a:pt x="369801" y="153477"/>
                  <a:pt x="367343" y="152709"/>
                  <a:pt x="370416" y="149944"/>
                </a:cubicBezTo>
                <a:cubicBezTo>
                  <a:pt x="378098" y="143030"/>
                  <a:pt x="374257" y="143645"/>
                  <a:pt x="379173" y="136271"/>
                </a:cubicBezTo>
                <a:cubicBezTo>
                  <a:pt x="381324" y="133198"/>
                  <a:pt x="382092" y="134427"/>
                  <a:pt x="384396" y="129664"/>
                </a:cubicBezTo>
                <a:cubicBezTo>
                  <a:pt x="385933" y="126592"/>
                  <a:pt x="385472" y="129818"/>
                  <a:pt x="387776" y="127514"/>
                </a:cubicBezTo>
                <a:cubicBezTo>
                  <a:pt x="388544" y="126745"/>
                  <a:pt x="388698" y="125670"/>
                  <a:pt x="390081" y="124134"/>
                </a:cubicBezTo>
                <a:cubicBezTo>
                  <a:pt x="392692" y="121522"/>
                  <a:pt x="398991" y="115069"/>
                  <a:pt x="400528" y="112150"/>
                </a:cubicBezTo>
                <a:cubicBezTo>
                  <a:pt x="404368" y="112150"/>
                  <a:pt x="403600" y="111690"/>
                  <a:pt x="403600" y="107849"/>
                </a:cubicBezTo>
                <a:cubicBezTo>
                  <a:pt x="408670" y="104469"/>
                  <a:pt x="408670" y="91103"/>
                  <a:pt x="412972" y="84804"/>
                </a:cubicBezTo>
                <a:lnTo>
                  <a:pt x="412972" y="81732"/>
                </a:lnTo>
                <a:cubicBezTo>
                  <a:pt x="417120" y="75433"/>
                  <a:pt x="412203" y="74511"/>
                  <a:pt x="417427" y="66829"/>
                </a:cubicBezTo>
                <a:cubicBezTo>
                  <a:pt x="419731" y="63450"/>
                  <a:pt x="420346" y="56536"/>
                  <a:pt x="421268" y="51313"/>
                </a:cubicBezTo>
                <a:cubicBezTo>
                  <a:pt x="422958" y="42248"/>
                  <a:pt x="424801" y="25810"/>
                  <a:pt x="424801" y="16131"/>
                </a:cubicBezTo>
                <a:lnTo>
                  <a:pt x="426491" y="13673"/>
                </a:lnTo>
                <a:close/>
              </a:path>
            </a:pathLst>
          </a:custGeom>
          <a:solidFill>
            <a:schemeClr val="accent1">
              <a:alpha val="20000"/>
            </a:schemeClr>
          </a:solidFill>
          <a:ln w="1533" cap="flat">
            <a:noFill/>
            <a:prstDash val="solid"/>
            <a:miter/>
          </a:ln>
        </p:spPr>
        <p:txBody>
          <a:bodyPr rtlCol="0" anchor="ctr"/>
          <a:lstStyle/>
          <a:p>
            <a:endParaRPr lang="zh-CN" altLang="en-US"/>
          </a:p>
        </p:txBody>
      </p:sp>
      <p:sp>
        <p:nvSpPr>
          <p:cNvPr id="40" name="直角三角形 39"/>
          <p:cNvSpPr/>
          <p:nvPr/>
        </p:nvSpPr>
        <p:spPr>
          <a:xfrm flipH="1" flipV="1">
            <a:off x="4606578" y="2638355"/>
            <a:ext cx="198279" cy="69533"/>
          </a:xfrm>
          <a:prstGeom prst="rtTriangle">
            <a:avLst/>
          </a:prstGeom>
          <a:solidFill>
            <a:schemeClr val="tx1">
              <a:lumMod val="50000"/>
              <a:lumOff val="50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4606579" y="2143055"/>
            <a:ext cx="993503" cy="495300"/>
          </a:xfrm>
          <a:prstGeom prst="rect">
            <a:avLst/>
          </a:prstGeom>
          <a:solidFill>
            <a:schemeClr val="accent1">
              <a:lumMod val="60000"/>
              <a:lumOff val="40000"/>
            </a:schemeClr>
          </a:solidFill>
          <a:ln>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图形 6"/>
          <p:cNvSpPr/>
          <p:nvPr/>
        </p:nvSpPr>
        <p:spPr>
          <a:xfrm flipH="1" flipV="1">
            <a:off x="4909308" y="2214493"/>
            <a:ext cx="388044" cy="352424"/>
          </a:xfrm>
          <a:custGeom>
            <a:avLst/>
            <a:gdLst>
              <a:gd name="connsiteX0" fmla="*/ 3546158 w 4876800"/>
              <a:gd name="connsiteY0" fmla="*/ 2128838 h 4429125"/>
              <a:gd name="connsiteX1" fmla="*/ 2747963 w 4876800"/>
              <a:gd name="connsiteY1" fmla="*/ 2128838 h 4429125"/>
              <a:gd name="connsiteX2" fmla="*/ 2747963 w 4876800"/>
              <a:gd name="connsiteY2" fmla="*/ 0 h 4429125"/>
              <a:gd name="connsiteX3" fmla="*/ 4876800 w 4876800"/>
              <a:gd name="connsiteY3" fmla="*/ 0 h 4429125"/>
              <a:gd name="connsiteX4" fmla="*/ 4876800 w 4876800"/>
              <a:gd name="connsiteY4" fmla="*/ 1610678 h 4429125"/>
              <a:gd name="connsiteX5" fmla="*/ 2747963 w 4876800"/>
              <a:gd name="connsiteY5" fmla="*/ 4436745 h 4429125"/>
              <a:gd name="connsiteX6" fmla="*/ 2747963 w 4876800"/>
              <a:gd name="connsiteY6" fmla="*/ 3638550 h 4429125"/>
              <a:gd name="connsiteX7" fmla="*/ 3546158 w 4876800"/>
              <a:gd name="connsiteY7" fmla="*/ 2358390 h 4429125"/>
              <a:gd name="connsiteX8" fmla="*/ 3546158 w 4876800"/>
              <a:gd name="connsiteY8" fmla="*/ 2128838 h 4429125"/>
              <a:gd name="connsiteX9" fmla="*/ 798195 w 4876800"/>
              <a:gd name="connsiteY9" fmla="*/ 2128838 h 4429125"/>
              <a:gd name="connsiteX10" fmla="*/ 0 w 4876800"/>
              <a:gd name="connsiteY10" fmla="*/ 2128838 h 4429125"/>
              <a:gd name="connsiteX11" fmla="*/ 0 w 4876800"/>
              <a:gd name="connsiteY11" fmla="*/ 0 h 4429125"/>
              <a:gd name="connsiteX12" fmla="*/ 2128838 w 4876800"/>
              <a:gd name="connsiteY12" fmla="*/ 0 h 4429125"/>
              <a:gd name="connsiteX13" fmla="*/ 2128838 w 4876800"/>
              <a:gd name="connsiteY13" fmla="*/ 1610678 h 4429125"/>
              <a:gd name="connsiteX14" fmla="*/ 0 w 4876800"/>
              <a:gd name="connsiteY14" fmla="*/ 4436745 h 4429125"/>
              <a:gd name="connsiteX15" fmla="*/ 0 w 4876800"/>
              <a:gd name="connsiteY15" fmla="*/ 3638550 h 4429125"/>
              <a:gd name="connsiteX16" fmla="*/ 798195 w 4876800"/>
              <a:gd name="connsiteY16" fmla="*/ 2358390 h 4429125"/>
              <a:gd name="connsiteX17" fmla="*/ 798195 w 4876800"/>
              <a:gd name="connsiteY17" fmla="*/ 2128838 h 442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76800" h="4429125">
                <a:moveTo>
                  <a:pt x="3546158" y="2128838"/>
                </a:moveTo>
                <a:lnTo>
                  <a:pt x="2747963" y="2128838"/>
                </a:lnTo>
                <a:lnTo>
                  <a:pt x="2747963" y="0"/>
                </a:lnTo>
                <a:lnTo>
                  <a:pt x="4876800" y="0"/>
                </a:lnTo>
                <a:lnTo>
                  <a:pt x="4876800" y="1610678"/>
                </a:lnTo>
                <a:cubicBezTo>
                  <a:pt x="4876800" y="3369945"/>
                  <a:pt x="4167188" y="4312920"/>
                  <a:pt x="2747963" y="4436745"/>
                </a:cubicBezTo>
                <a:lnTo>
                  <a:pt x="2747963" y="3638550"/>
                </a:lnTo>
                <a:cubicBezTo>
                  <a:pt x="3279458" y="3489960"/>
                  <a:pt x="3546158" y="3063240"/>
                  <a:pt x="3546158" y="2358390"/>
                </a:cubicBezTo>
                <a:lnTo>
                  <a:pt x="3546158" y="2128838"/>
                </a:lnTo>
                <a:close/>
                <a:moveTo>
                  <a:pt x="798195" y="2128838"/>
                </a:moveTo>
                <a:lnTo>
                  <a:pt x="0" y="2128838"/>
                </a:lnTo>
                <a:lnTo>
                  <a:pt x="0" y="0"/>
                </a:lnTo>
                <a:lnTo>
                  <a:pt x="2128838" y="0"/>
                </a:lnTo>
                <a:lnTo>
                  <a:pt x="2128838" y="1610678"/>
                </a:lnTo>
                <a:cubicBezTo>
                  <a:pt x="2128838" y="3369945"/>
                  <a:pt x="1419225" y="4312920"/>
                  <a:pt x="0" y="4436745"/>
                </a:cubicBezTo>
                <a:lnTo>
                  <a:pt x="0" y="3638550"/>
                </a:lnTo>
                <a:cubicBezTo>
                  <a:pt x="531495" y="3489960"/>
                  <a:pt x="798195" y="3063240"/>
                  <a:pt x="798195" y="2358390"/>
                </a:cubicBezTo>
                <a:lnTo>
                  <a:pt x="798195" y="2128838"/>
                </a:lnTo>
                <a:close/>
              </a:path>
            </a:pathLst>
          </a:custGeom>
          <a:solidFill>
            <a:schemeClr val="bg1"/>
          </a:solidFill>
          <a:ln w="9525" cap="flat">
            <a:noFill/>
            <a:prstDash val="solid"/>
            <a:miter/>
          </a:ln>
        </p:spPr>
        <p:txBody>
          <a:bodyPr rtlCol="0" anchor="ctr"/>
          <a:lstStyle/>
          <a:p>
            <a:endParaRPr lang="zh-CN" altLang="en-US"/>
          </a:p>
        </p:txBody>
      </p:sp>
    </p:spTree>
  </p:cSld>
  <p:clrMapOvr>
    <a:masterClrMapping/>
  </p:clrMapOvr>
  <p:transition/>
</p:sld>
</file>

<file path=ppt/tags/tag1.xml><?xml version="1.0" encoding="utf-8"?>
<p:tagLst xmlns:p="http://schemas.openxmlformats.org/presentationml/2006/main">
  <p:tag name="KSO_WM_DIAGRAM_VIRTUALLY_FRAME" val="{&quot;height&quot;:187.44173228346455,&quot;left&quot;:265.3192913385827,&quot;top&quot;:175.67858267716537,&quot;width&quot;:588.3949606299213}"/>
</p:tagLst>
</file>

<file path=ppt/tags/tag2.xml><?xml version="1.0" encoding="utf-8"?>
<p:tagLst xmlns:p="http://schemas.openxmlformats.org/presentationml/2006/main">
  <p:tag name="KSO_WM_DIAGRAM_VIRTUALLY_FRAME" val="{&quot;height&quot;:187.44173228346455,&quot;left&quot;:265.3192913385827,&quot;top&quot;:175.67858267716537,&quot;width&quot;:588.3949606299213}"/>
</p:tagLst>
</file>

<file path=ppt/tags/tag3.xml><?xml version="1.0" encoding="utf-8"?>
<p:tagLst xmlns:p="http://schemas.openxmlformats.org/presentationml/2006/main">
  <p:tag name="KSO_WM_DIAGRAM_VIRTUALLY_FRAME" val="{&quot;height&quot;:187.44173228346455,&quot;left&quot;:265.3192913385827,&quot;top&quot;:175.67858267716537,&quot;width&quot;:588.3949606299213}"/>
</p:tagLst>
</file>

<file path=ppt/tags/tag4.xml><?xml version="1.0" encoding="utf-8"?>
<p:tagLst xmlns:p="http://schemas.openxmlformats.org/presentationml/2006/main">
  <p:tag name="KSO_WM_DIAGRAM_VIRTUALLY_FRAME" val="{&quot;height&quot;:187.44173228346455,&quot;left&quot;:265.3192913385827,&quot;top&quot;:175.67858267716537,&quot;width&quot;:588.3949606299213}"/>
</p:tagLst>
</file>

<file path=ppt/tags/tag5.xml><?xml version="1.0" encoding="utf-8"?>
<p:tagLst xmlns:p="http://schemas.openxmlformats.org/presentationml/2006/main">
  <p:tag name="KSO_WM_DIAGRAM_VIRTUALLY_FRAME" val="{&quot;height&quot;:187.44173228346455,&quot;left&quot;:265.3192913385827,&quot;top&quot;:175.67858267716537,&quot;width&quot;:588.3949606299213}"/>
</p:tagLst>
</file>

<file path=ppt/tags/tag6.xml><?xml version="1.0" encoding="utf-8"?>
<p:tagLst xmlns:p="http://schemas.openxmlformats.org/presentationml/2006/main">
  <p:tag name="KSO_WM_DIAGRAM_VIRTUALLY_FRAME" val="{&quot;height&quot;:187.44173228346455,&quot;left&quot;:265.3192913385827,&quot;top&quot;:175.67858267716537,&quot;width&quot;:588.3949606299213}"/>
</p:tagLst>
</file>

<file path=ppt/tags/tag7.xml><?xml version="1.0" encoding="utf-8"?>
<p:tagLst xmlns:p="http://schemas.openxmlformats.org/presentationml/2006/main">
  <p:tag name="KSO_DOCER_RESOURCE_TRACE_INFO" val="{&quot;id&quot;:&quot;50059495&quot;,&quot;origin&quot;:0,&quot;type&quot;:&quot;icons&quot;,&quot;user&quot;:&quot;838427644&quot;}"/>
</p:tagLst>
</file>

<file path=ppt/tags/tag8.xml><?xml version="1.0" encoding="utf-8"?>
<p:tagLst xmlns:p="http://schemas.openxmlformats.org/presentationml/2006/main">
  <p:tag name="KSO_DOCER_RESOURCE_TRACE_INFO" val="{&quot;id&quot;:&quot;50059472&quot;,&quot;origin&quot;:0,&quot;type&quot;:&quot;icons&quot;,&quot;user&quot;:&quot;838427644&quot;}"/>
</p:tagLst>
</file>

<file path=ppt/tags/tag9.xml><?xml version="1.0" encoding="utf-8"?>
<p:tagLst xmlns:p="http://schemas.openxmlformats.org/presentationml/2006/main">
  <p:tag name="KSO_WM_DIAGRAM_VIRTUALLY_FRAME" val="{&quot;height&quot;:468.25,&quot;left&quot;:9.95,&quot;top&quot;:72,&quot;width&quot;:940.6}"/>
</p:tagLst>
</file>

<file path=ppt/tags/tag10.xml><?xml version="1.0" encoding="utf-8"?>
<p:tagLst xmlns:p="http://schemas.openxmlformats.org/presentationml/2006/main">
  <p:tag name="KSO_WM_DIAGRAM_VIRTUALLY_FRAME" val="{&quot;height&quot;:468.25,&quot;left&quot;:9.95,&quot;top&quot;:72,&quot;width&quot;:940.6}"/>
</p:tagLst>
</file>

<file path=ppt/tags/tag11.xml><?xml version="1.0" encoding="utf-8"?>
<p:tagLst xmlns:p="http://schemas.openxmlformats.org/presentationml/2006/main">
  <p:tag name="KSO_WM_DIAGRAM_VIRTUALLY_FRAME" val="{&quot;height&quot;:468.25,&quot;left&quot;:9.95,&quot;top&quot;:72,&quot;width&quot;:940.6}"/>
</p:tagLst>
</file>

<file path=ppt/tags/tag12.xml><?xml version="1.0" encoding="utf-8"?>
<p:tagLst xmlns:p="http://schemas.openxmlformats.org/presentationml/2006/main">
  <p:tag name="KSO_WM_DIAGRAM_VIRTUALLY_FRAME" val="{&quot;height&quot;:468.25,&quot;left&quot;:9.95,&quot;top&quot;:72,&quot;width&quot;:940.6}"/>
</p:tagLst>
</file>

<file path=ppt/tags/tag13.xml><?xml version="1.0" encoding="utf-8"?>
<p:tagLst xmlns:p="http://schemas.openxmlformats.org/presentationml/2006/main">
  <p:tag name="KSO_WM_DIAGRAM_VIRTUALLY_FRAME" val="{&quot;height&quot;:468.25,&quot;left&quot;:9.95,&quot;top&quot;:72,&quot;width&quot;:940.6}"/>
</p:tagLst>
</file>

<file path=ppt/tags/tag14.xml><?xml version="1.0" encoding="utf-8"?>
<p:tagLst xmlns:p="http://schemas.openxmlformats.org/presentationml/2006/main">
  <p:tag name="KSO_WM_DIAGRAM_VIRTUALLY_FRAME" val="{&quot;height&quot;:468.25,&quot;left&quot;:9.95,&quot;top&quot;:72,&quot;width&quot;:940.6}"/>
</p:tagLst>
</file>

<file path=ppt/tags/tag15.xml><?xml version="1.0" encoding="utf-8"?>
<p:tagLst xmlns:p="http://schemas.openxmlformats.org/presentationml/2006/main">
  <p:tag name="KSO_WM_DIAGRAM_VIRTUALLY_FRAME" val="{&quot;height&quot;:468.25,&quot;left&quot;:1.55,&quot;top&quot;:72,&quot;width&quot;:949}"/>
</p:tagLst>
</file>

<file path=ppt/tags/tag16.xml><?xml version="1.0" encoding="utf-8"?>
<p:tagLst xmlns:p="http://schemas.openxmlformats.org/presentationml/2006/main">
  <p:tag name="KSO_WM_DIAGRAM_VIRTUALLY_FRAME" val="{&quot;height&quot;:468.25,&quot;left&quot;:1.55,&quot;top&quot;:72,&quot;width&quot;:949}"/>
</p:tagLst>
</file>

<file path=ppt/tags/tag17.xml><?xml version="1.0" encoding="utf-8"?>
<p:tagLst xmlns:p="http://schemas.openxmlformats.org/presentationml/2006/main">
  <p:tag name="KSO_WM_DIAGRAM_VIRTUALLY_FRAME" val="{&quot;height&quot;:468.25,&quot;left&quot;:1.55,&quot;top&quot;:72,&quot;width&quot;:949}"/>
</p:tagLst>
</file>

<file path=ppt/tags/tag18.xml><?xml version="1.0" encoding="utf-8"?>
<p:tagLst xmlns:p="http://schemas.openxmlformats.org/presentationml/2006/main">
  <p:tag name="KSO_WM_DIAGRAM_VIRTUALLY_FRAME" val="{&quot;height&quot;:468.25,&quot;left&quot;:1.55,&quot;top&quot;:72,&quot;width&quot;:949}"/>
</p:tagLst>
</file>

<file path=ppt/tags/tag19.xml><?xml version="1.0" encoding="utf-8"?>
<p:tagLst xmlns:p="http://schemas.openxmlformats.org/presentationml/2006/main">
  <p:tag name="KSO_WM_DIAGRAM_VIRTUALLY_FRAME" val="{&quot;height&quot;:175.45,&quot;left&quot;:31.95,&quot;top&quot;:0,&quot;width&quot;:572.05}"/>
</p:tagLst>
</file>

<file path=ppt/tags/tag20.xml><?xml version="1.0" encoding="utf-8"?>
<p:tagLst xmlns:p="http://schemas.openxmlformats.org/presentationml/2006/main">
  <p:tag name="KSO_WM_DIAGRAM_VIRTUALLY_FRAME" val="{&quot;height&quot;:175.45,&quot;left&quot;:31.95,&quot;top&quot;:0,&quot;width&quot;:572.05}"/>
</p:tagLst>
</file>

<file path=ppt/tags/tag21.xml><?xml version="1.0" encoding="utf-8"?>
<p:tagLst xmlns:p="http://schemas.openxmlformats.org/presentationml/2006/main">
  <p:tag name="KSO_WM_DIAGRAM_VIRTUALLY_FRAME" val="{&quot;height&quot;:175.45,&quot;left&quot;:31.95,&quot;top&quot;:0,&quot;width&quot;:572.05}"/>
</p:tagLst>
</file>

<file path=ppt/tags/tag22.xml><?xml version="1.0" encoding="utf-8"?>
<p:tagLst xmlns:p="http://schemas.openxmlformats.org/presentationml/2006/main">
  <p:tag name="KSO_WM_DIAGRAM_VIRTUALLY_FRAME" val="{&quot;height&quot;:175.45,&quot;left&quot;:31.95,&quot;top&quot;:0,&quot;width&quot;:572.05}"/>
</p:tagLst>
</file>

<file path=ppt/tags/tag23.xml><?xml version="1.0" encoding="utf-8"?>
<p:tagLst xmlns:p="http://schemas.openxmlformats.org/presentationml/2006/main">
  <p:tag name="KSO_WM_DIAGRAM_VIRTUALLY_FRAME" val="{&quot;height&quot;:175.45,&quot;left&quot;:31.95,&quot;top&quot;:0,&quot;width&quot;:572.05}"/>
</p:tagLst>
</file>

<file path=ppt/tags/tag24.xml><?xml version="1.0" encoding="utf-8"?>
<p:tagLst xmlns:p="http://schemas.openxmlformats.org/presentationml/2006/main">
  <p:tag name="KSO_WM_DIAGRAM_VIRTUALLY_FRAME" val="{&quot;height&quot;:175.45,&quot;left&quot;:31.95,&quot;top&quot;:0,&quot;width&quot;:572.05}"/>
</p:tagLst>
</file>

<file path=ppt/tags/tag25.xml><?xml version="1.0" encoding="utf-8"?>
<p:tagLst xmlns:p="http://schemas.openxmlformats.org/presentationml/2006/main">
  <p:tag name="KSO_WM_DIAGRAM_VIRTUALLY_FRAME" val="{&quot;height&quot;:376.9,&quot;left&quot;:22,&quot;top&quot;:110.65,&quot;width&quot;:271.05}"/>
</p:tagLst>
</file>

<file path=ppt/tags/tag26.xml><?xml version="1.0" encoding="utf-8"?>
<p:tagLst xmlns:p="http://schemas.openxmlformats.org/presentationml/2006/main">
  <p:tag name="KSO_WM_DIAGRAM_VIRTUALLY_FRAME" val="{&quot;height&quot;:376.9,&quot;left&quot;:22,&quot;top&quot;:110.65,&quot;width&quot;:271.05}"/>
</p:tagLst>
</file>

<file path=ppt/tags/tag27.xml><?xml version="1.0" encoding="utf-8"?>
<p:tagLst xmlns:p="http://schemas.openxmlformats.org/presentationml/2006/main">
  <p:tag name="KSO_WM_DIAGRAM_VIRTUALLY_FRAME" val="{&quot;height&quot;:376.9,&quot;left&quot;:22,&quot;top&quot;:110.65,&quot;width&quot;:271.05}"/>
</p:tagLst>
</file>

<file path=ppt/tags/tag28.xml><?xml version="1.0" encoding="utf-8"?>
<p:tagLst xmlns:p="http://schemas.openxmlformats.org/presentationml/2006/main">
  <p:tag name="KSO_WM_DIAGRAM_VIRTUALLY_FRAME" val="{&quot;height&quot;:376.9,&quot;left&quot;:22,&quot;top&quot;:110.65,&quot;width&quot;:271.05}"/>
</p:tagLst>
</file>

<file path=ppt/tags/tag29.xml><?xml version="1.0" encoding="utf-8"?>
<p:tagLst xmlns:p="http://schemas.openxmlformats.org/presentationml/2006/main">
  <p:tag name="KSO_WM_DIAGRAM_VIRTUALLY_FRAME" val="{&quot;height&quot;:435.0908661417323,&quot;left&quot;:52,&quot;top&quot;:89,&quot;width&quot;:855}"/>
</p:tagLst>
</file>

<file path=ppt/tags/tag30.xml><?xml version="1.0" encoding="utf-8"?>
<p:tagLst xmlns:p="http://schemas.openxmlformats.org/presentationml/2006/main">
  <p:tag name="KSO_WM_DIAGRAM_VIRTUALLY_FRAME" val="{&quot;height&quot;:435.0908661417323,&quot;left&quot;:52,&quot;top&quot;:89,&quot;width&quot;:855}"/>
</p:tagLst>
</file>

<file path=ppt/tags/tag31.xml><?xml version="1.0" encoding="utf-8"?>
<p:tagLst xmlns:p="http://schemas.openxmlformats.org/presentationml/2006/main">
  <p:tag name="KSO_WM_DIAGRAM_VIRTUALLY_FRAME" val="{&quot;height&quot;:435.0908661417323,&quot;left&quot;:52,&quot;top&quot;:89,&quot;width&quot;:855}"/>
</p:tagLst>
</file>

<file path=ppt/tags/tag32.xml><?xml version="1.0" encoding="utf-8"?>
<p:tagLst xmlns:p="http://schemas.openxmlformats.org/presentationml/2006/main">
  <p:tag name="KSO_WM_DIAGRAM_VIRTUALLY_FRAME" val="{&quot;height&quot;:435.0908661417323,&quot;left&quot;:52,&quot;top&quot;:89,&quot;width&quot;:855}"/>
</p:tagLst>
</file>

<file path=ppt/tags/tag33.xml><?xml version="1.0" encoding="utf-8"?>
<p:tagLst xmlns:p="http://schemas.openxmlformats.org/presentationml/2006/main">
  <p:tag name="KSO_WM_DIAGRAM_VIRTUALLY_FRAME" val="{&quot;height&quot;:435.0908661417323,&quot;left&quot;:52,&quot;top&quot;:89,&quot;width&quot;:855}"/>
</p:tagLst>
</file>

<file path=ppt/tags/tag34.xml><?xml version="1.0" encoding="utf-8"?>
<p:tagLst xmlns:p="http://schemas.openxmlformats.org/presentationml/2006/main">
  <p:tag name="KSO_WM_DIAGRAM_VIRTUALLY_FRAME" val="{&quot;height&quot;:435.0908661417323,&quot;left&quot;:52,&quot;top&quot;:89,&quot;width&quot;:855}"/>
</p:tagLst>
</file>

<file path=ppt/tags/tag35.xml><?xml version="1.0" encoding="utf-8"?>
<p:tagLst xmlns:p="http://schemas.openxmlformats.org/presentationml/2006/main">
  <p:tag name="KSO_WM_DIAGRAM_VIRTUALLY_FRAME" val="{&quot;height&quot;:435.0908661417323,&quot;left&quot;:52,&quot;top&quot;:89,&quot;width&quot;:855}"/>
</p:tagLst>
</file>

<file path=ppt/tags/tag36.xml><?xml version="1.0" encoding="utf-8"?>
<p:tagLst xmlns:p="http://schemas.openxmlformats.org/presentationml/2006/main">
  <p:tag name="KSO_WM_DIAGRAM_VIRTUALLY_FRAME" val="{&quot;height&quot;:435.0908661417323,&quot;left&quot;:52,&quot;top&quot;:89,&quot;width&quot;:855}"/>
</p:tagLst>
</file>

<file path=ppt/tags/tag37.xml><?xml version="1.0" encoding="utf-8"?>
<p:tagLst xmlns:p="http://schemas.openxmlformats.org/presentationml/2006/main">
  <p:tag name="KSO_WM_DIAGRAM_VIRTUALLY_FRAME" val="{&quot;height&quot;:435.0908661417323,&quot;left&quot;:52,&quot;top&quot;:89,&quot;width&quot;:855}"/>
</p:tagLst>
</file>

<file path=ppt/tags/tag38.xml><?xml version="1.0" encoding="utf-8"?>
<p:tagLst xmlns:p="http://schemas.openxmlformats.org/presentationml/2006/main">
  <p:tag name="KSO_WM_DIAGRAM_VIRTUALLY_FRAME" val="{&quot;height&quot;:435.0908661417323,&quot;left&quot;:52,&quot;top&quot;:89,&quot;width&quot;:855}"/>
</p:tagLst>
</file>

<file path=ppt/tags/tag39.xml><?xml version="1.0" encoding="utf-8"?>
<p:tagLst xmlns:p="http://schemas.openxmlformats.org/presentationml/2006/main">
  <p:tag name="KSO_WM_DIAGRAM_VIRTUALLY_FRAME" val="{&quot;height&quot;:435.0908661417323,&quot;left&quot;:52,&quot;top&quot;:89,&quot;width&quot;:855}"/>
</p:tagLst>
</file>

<file path=ppt/tags/tag40.xml><?xml version="1.0" encoding="utf-8"?>
<p:tagLst xmlns:p="http://schemas.openxmlformats.org/presentationml/2006/main">
  <p:tag name="KSO_WM_DIAGRAM_VIRTUALLY_FRAME" val="{&quot;height&quot;:435.0908661417323,&quot;left&quot;:52,&quot;top&quot;:89,&quot;width&quot;:855}"/>
</p:tagLst>
</file>

<file path=ppt/tags/tag41.xml><?xml version="1.0" encoding="utf-8"?>
<p:tagLst xmlns:p="http://schemas.openxmlformats.org/presentationml/2006/main">
  <p:tag name="KSO_WM_DIAGRAM_VIRTUALLY_FRAME" val="{&quot;height&quot;:435.0908661417323,&quot;left&quot;:52,&quot;top&quot;:89,&quot;width&quot;:855}"/>
</p:tagLst>
</file>

<file path=ppt/tags/tag42.xml><?xml version="1.0" encoding="utf-8"?>
<p:tagLst xmlns:p="http://schemas.openxmlformats.org/presentationml/2006/main">
  <p:tag name="KSO_WM_DIAGRAM_VIRTUALLY_FRAME" val="{&quot;height&quot;:435.0908661417323,&quot;left&quot;:52,&quot;top&quot;:89,&quot;width&quot;:855}"/>
</p:tagLst>
</file>

<file path=ppt/tags/tag43.xml><?xml version="1.0" encoding="utf-8"?>
<p:tagLst xmlns:p="http://schemas.openxmlformats.org/presentationml/2006/main">
  <p:tag name="KSO_WM_DIAGRAM_VIRTUALLY_FRAME" val="{&quot;height&quot;:435.0908661417323,&quot;left&quot;:52,&quot;top&quot;:89,&quot;width&quot;:855}"/>
</p:tagLst>
</file>

<file path=ppt/tags/tag44.xml><?xml version="1.0" encoding="utf-8"?>
<p:tagLst xmlns:p="http://schemas.openxmlformats.org/presentationml/2006/main">
  <p:tag name="KSO_WM_DIAGRAM_VIRTUALLY_FRAME" val="{&quot;height&quot;:435.0908661417323,&quot;left&quot;:52,&quot;top&quot;:89,&quot;width&quot;:855}"/>
</p:tagLst>
</file>

<file path=ppt/tags/tag45.xml><?xml version="1.0" encoding="utf-8"?>
<p:tagLst xmlns:p="http://schemas.openxmlformats.org/presentationml/2006/main">
  <p:tag name="KSO_WM_DIAGRAM_VIRTUALLY_FRAME" val="{&quot;height&quot;:435.0908661417323,&quot;left&quot;:52,&quot;top&quot;:89,&quot;width&quot;:855}"/>
</p:tagLst>
</file>

<file path=ppt/tags/tag46.xml><?xml version="1.0" encoding="utf-8"?>
<p:tagLst xmlns:p="http://schemas.openxmlformats.org/presentationml/2006/main">
  <p:tag name="KSO_WM_DIAGRAM_VIRTUALLY_FRAME" val="{&quot;height&quot;:435.0908661417323,&quot;left&quot;:52,&quot;top&quot;:89,&quot;width&quot;:855}"/>
</p:tagLst>
</file>

<file path=ppt/tags/tag47.xml><?xml version="1.0" encoding="utf-8"?>
<p:tagLst xmlns:p="http://schemas.openxmlformats.org/presentationml/2006/main">
  <p:tag name="AS_NET" val="4.0.30319.42000"/>
  <p:tag name="AS_OS" val="Microsoft Windows NT 6.2.9200.0"/>
  <p:tag name="AS_RELEASE_DATE" val="2023.09.14"/>
  <p:tag name="AS_TITLE" val="Aspose.Slides for .NET 4.0 Client Profile"/>
  <p:tag name="AS_VERSION" val="23.9"/>
  <p:tag name="ISLIDE.GUIDESSETTING" val="{&quot;Id&quot;:&quot;GuidesStyle_None&quot;,&quot;Name&quot;:&quot;无&quot;,&quot;HeaderHeight&quot;:0.0,&quot;FooterHeight&quot;:0.0,&quot;SideMargin&quot;:0.0,&quot;TopMargin&quot;:0.0,&quot;BottomMargin&quot;:0.0,&quot;IntervalMargin&quot;:0.0,&quot;SettingType&quot;:&quot;System&quot;}"/>
  <p:tag name="resource_record_key" val="{&quot;10&quot;:[50059495,50059472]}"/>
</p:tagLst>
</file>

<file path=ppt/theme/theme1.xml><?xml version="1.0" encoding="utf-8"?>
<a:theme xmlns:a="http://schemas.openxmlformats.org/drawingml/2006/main" name="Office 主题​​">
  <a:themeElements>
    <a:clrScheme name="学校模板">
      <a:dk1>
        <a:srgbClr val="000000"/>
      </a:dk1>
      <a:lt1>
        <a:srgbClr val="FFFFFF"/>
      </a:lt1>
      <a:dk2>
        <a:srgbClr val="768395"/>
      </a:dk2>
      <a:lt2>
        <a:srgbClr val="F0F0F0"/>
      </a:lt2>
      <a:accent1>
        <a:srgbClr val="2D5C3C"/>
      </a:accent1>
      <a:accent2>
        <a:srgbClr val="72E897"/>
      </a:accent2>
      <a:accent3>
        <a:srgbClr val="DC2A4D"/>
      </a:accent3>
      <a:accent4>
        <a:srgbClr val="87AA7E"/>
      </a:accent4>
      <a:accent5>
        <a:srgbClr val="55585A"/>
      </a:accent5>
      <a:accent6>
        <a:srgbClr val="9D9FA0"/>
      </a:accent6>
      <a:hlink>
        <a:srgbClr val="4472C4"/>
      </a:hlink>
      <a:folHlink>
        <a:srgbClr val="BFBFBF"/>
      </a:folHlink>
    </a:clrScheme>
    <a:fontScheme name="主题字体">
      <a:majorFont>
        <a:latin typeface="Arial Black"/>
        <a:ea typeface="微软雅黑"/>
        <a:cs typeface="Arial"/>
      </a:majorFont>
      <a:minorFont>
        <a:latin typeface="Arial"/>
        <a:ea typeface="微软雅黑 Light"/>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400" b="1">
            <a:latin typeface="+mj-ea"/>
            <a:ea typeface="+mj-ea"/>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Century Gothic"/>
        <a:cs typeface="Arial"/>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Century Gothic"/>
        <a:cs typeface="Arial"/>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3516</Words>
  <Application>WPS 演示</Application>
  <PresentationFormat>宽屏</PresentationFormat>
  <Paragraphs>254</Paragraphs>
  <Slides>22</Slides>
  <Notes>0</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22</vt:i4>
      </vt:variant>
    </vt:vector>
  </HeadingPairs>
  <TitlesOfParts>
    <vt:vector size="48" baseType="lpstr">
      <vt:lpstr>Arial</vt:lpstr>
      <vt:lpstr>宋体</vt:lpstr>
      <vt:lpstr>Wingdings</vt:lpstr>
      <vt:lpstr>Calibri</vt:lpstr>
      <vt:lpstr>等线</vt:lpstr>
      <vt:lpstr>微软雅黑</vt:lpstr>
      <vt:lpstr>Segoe UI</vt:lpstr>
      <vt:lpstr>Segoe UI Light</vt:lpstr>
      <vt:lpstr>Arial Unicode MS</vt:lpstr>
      <vt:lpstr>Arial Black</vt:lpstr>
      <vt:lpstr>微软雅黑 Light</vt:lpstr>
      <vt:lpstr>San Francisco Display</vt:lpstr>
      <vt:lpstr>Impact</vt:lpstr>
      <vt:lpstr>庞门正道标题体</vt:lpstr>
      <vt:lpstr>Century Gothic</vt:lpstr>
      <vt:lpstr>Calibri</vt:lpstr>
      <vt:lpstr>Segoe UI</vt:lpstr>
      <vt:lpstr>Segoe UI Light</vt:lpstr>
      <vt:lpstr>Wingdings</vt:lpstr>
      <vt:lpstr>庞门正道标题体</vt:lpstr>
      <vt:lpstr>潇洒标题体</vt:lpstr>
      <vt:lpstr>Times New Roman</vt:lpstr>
      <vt:lpstr>黑体</vt:lpstr>
      <vt:lpstr>Cambria Math</vt:lpstr>
      <vt:lpstr>Office 主题​​</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伽叶</dc:creator>
  <cp:lastModifiedBy>遥遥无期</cp:lastModifiedBy>
  <cp:revision>1363</cp:revision>
  <dcterms:created xsi:type="dcterms:W3CDTF">2019-01-22T10:15:00Z</dcterms:created>
  <dcterms:modified xsi:type="dcterms:W3CDTF">2026-10-19T14:41:59Z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ActionId">
    <vt:lpwstr>ebf9600e-49ea-4fb1-8ca5-53e769ea59df</vt:lpwstr>
  </property>
  <property fmtid="{D5CDD505-2E9C-101B-9397-08002B2CF9AE}" pid="3" name="MSIP_Label_f42aa342-8706-4288-bd11-ebb85995028c_Application">
    <vt:lpwstr>Microsoft Azure Information Protection</vt:lpwstr>
  </property>
  <property fmtid="{D5CDD505-2E9C-101B-9397-08002B2CF9AE}" pid="4" name="MSIP_Label_f42aa342-8706-4288-bd11-ebb85995028c_Enabled">
    <vt:lpwstr>True</vt:lpwstr>
  </property>
  <property fmtid="{D5CDD505-2E9C-101B-9397-08002B2CF9AE}" pid="5" name="MSIP_Label_f42aa342-8706-4288-bd11-ebb85995028c_Extended_MSFT_Method">
    <vt:lpwstr>Automatic</vt:lpwstr>
  </property>
  <property fmtid="{D5CDD505-2E9C-101B-9397-08002B2CF9AE}" pid="6" name="MSIP_Label_f42aa342-8706-4288-bd11-ebb85995028c_Name">
    <vt:lpwstr>General</vt:lpwstr>
  </property>
  <property fmtid="{D5CDD505-2E9C-101B-9397-08002B2CF9AE}" pid="7" name="MSIP_Label_f42aa342-8706-4288-bd11-ebb85995028c_Owner">
    <vt:lpwstr>v-yunxl@microsoft.com</vt:lpwstr>
  </property>
  <property fmtid="{D5CDD505-2E9C-101B-9397-08002B2CF9AE}" pid="8" name="MSIP_Label_f42aa342-8706-4288-bd11-ebb85995028c_SetDate">
    <vt:lpwstr>2019-04-12T04:26:40.6120240Z</vt:lpwstr>
  </property>
  <property fmtid="{D5CDD505-2E9C-101B-9397-08002B2CF9AE}" pid="9" name="MSIP_Label_f42aa342-8706-4288-bd11-ebb85995028c_SiteId">
    <vt:lpwstr>72f988bf-86f1-41af-91ab-2d7cd011db47</vt:lpwstr>
  </property>
  <property fmtid="{D5CDD505-2E9C-101B-9397-08002B2CF9AE}" pid="10" name="Sensitivity">
    <vt:lpwstr>General</vt:lpwstr>
  </property>
  <property fmtid="{D5CDD505-2E9C-101B-9397-08002B2CF9AE}" pid="11" name="KSOProductBuildVer">
    <vt:lpwstr>2052-12.1.0.29161</vt:lpwstr>
  </property>
  <property fmtid="{D5CDD505-2E9C-101B-9397-08002B2CF9AE}" pid="12" name="ICV">
    <vt:lpwstr>5BDF1836944046CCA8353BEC3063D435_12</vt:lpwstr>
  </property>
</Properties>
</file>